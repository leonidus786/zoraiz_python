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1:59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529 321 11909,'-4'-2'580,"0"0"-1,1 0 1,-1 0-1,0-1 1,1 1 0,-1-1-1,1 0 1,0 0-1,0 0 1,0 0 0,-3-5-1,-12-12 3153,17 20-3614,0 1-1,-1-1 1,1 0-1,0 1 1,-1-1 0,1 1-1,0 0 1,0-1-1,0 1 1,0 0 0,-1 0-1,1-1 1,0 1-1,0 0 1,0 0-1,1 0 1,-2 2 0,2-3-49,-5 6 159,0 0-1,1 0 0,0 1 0,0-1 1,0 1-1,1 0 0,-3 11 0,-16 59 949,15-46-802,-41 211 1228,26-111-1131,-196 921 756,129-603-1234,85-426 30,3-20-83,3-4 53,-1 0 1,1 0 0,-1 0 0,1 0 0,-1 0-1,1-1 1,-1 1 0,0 0 0,0-1 0,0 1-1,0-1 1,1-1 0,2-2-7,8-13-10,-1 0 0,-2-1 0,1 0 0,-2-1 0,-1 0 0,0 0 0,5-31 0,-2 13-24,43-161-131,129-417-152,47 39 188,-177 468 174,5 1-1,4 3 0,82-105 1,-127 189 21,1 1 1,1 0-1,1 1 1,0 1-1,27-19 0,-38 31 27,1 1 0,-1 0 1,1 0-1,0 1 0,0 0 0,1 1 0,-1 0 0,1 0 0,-1 1 0,1 0 0,0 1 0,0 0 0,0 0 0,0 1 0,0 0 0,19 4 0,-17 0-50,1 0 0,-1 0 0,1 2 1,-1-1-1,-1 2 0,1-1 0,-1 2 0,-1-1 0,1 1 0,-1 1 0,0 0 0,-1 1 0,15 19 0,-2 1-3,-2 1 0,-1 0 0,28 64 0,-10 0-27,-3 2 0,-5 0 0,19 119 0,25 311 0,-60-415 0,27 246 0,42 332 0,-25-385-845,-41-239 65,4-1 0,41 95 0,-51-140-174,0-1 1,1 0-1,1 0 1,1-1-1,24 26 0,-27-34-490,1 0 0,0 0 0,0-2 0,1 1 0,17 8-1,41 11-10766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0.0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436 272 13945,'-214'-12'2336,"150"3"73,7 0-305,14-3-36,23 3-372,3 6-240,-3-4 525,47-8-1305,40-3-328,23 12-436,41 3-592,36-3-645,24-12-531,14-12-912,12-6-804,21 0-2013,13-7-4576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0.2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283 1 15701,'0'2'271,"0"1"0,0-1-1,0 0 1,-1 1-1,1-1 1,0 1-1,-1-1 1,1 0 0,-1 1-1,0-1 1,0 0-1,0 0 1,0 0-1,0 0 1,-1 0 0,1 0-1,-1 0 1,1 0-1,-1 0 1,0-1-1,-2 3 1,-12 16 1622,-4 13 498,1 1-1,-15 40 1,-18 78-94,-13 163-2952,52-243 1046,-27 257-3355,39-162-2009,16-2-5121,0-77-1643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0.3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24 932 14757,'-20'-226'2461,"20"135"-501,-4-8-240,8 11-196,9 4-284,17 6-264,14 2-216,13 10-116,13 12-304,14 14-460,13 16-468,3 18-296,1 24-156,80 106-2720,-111-22 1388,-16 19-2853,-18 24-4184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0.5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286 28 10701,'-138'129'1776,"98"-102"-104,0 0-212,13-5-163,17-10-113,-7 0-156,4 0 448,60-27-1356,37-18-668,6-10-1252,17-8-84,27-6-2957,17-13-3816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0.8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1 115 13381,'23'-9'1888,"21"-3"-367,-7 3-269,16 3-100,14-3-360,10 0-320,27 0-356,30-3-920,27-4-1168,23 4-3321,14 0-4228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1.4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946 150 12217,'40'-49'1746,"-39"47"-1562,0-1 0,0 1 0,0-1 0,0 1 0,0-1 0,0 1 0,-1-1 0,1 0-1,-1 1 1,0-1 0,0 0 0,0 1 0,0-1 0,0 0 0,-1 1 0,1-1 0,-1 0 0,1 1 0,-1-1-1,0 1 1,0-1 0,0 1 0,-1 0 0,1-1 0,-1 1 0,1 0 0,-1 0 0,0 0 0,-3-4 0,-1-2 994,4 6-1037,1 1 0,-1 0-1,0-1 1,0 1 0,0 0 0,0 0-1,1 0 1,-1 0 0,-1 0 0,1 1-1,0-1 1,0 0 0,0 1 0,0 0-1,0-1 1,0 1 0,-4 0 0,-41 3 634,38-3-506,-14 4 88,0 0-1,0 1 1,1 1-1,0 1 1,0 1 0,-33 16-1,12 0 11,1 1 0,-42 33 0,32-18-146,2 3 0,2 2 0,1 2 0,-64 85 0,84-94-165,1 0 0,3 1 1,1 1-1,2 1 0,1 1 1,3 1-1,-18 68 0,28-76-33,1 0 0,1 1 0,2-1-1,2 1 1,1-1 0,2 1 0,1-1 0,16 63-1,11 4-24,70 156 0,10 29-148,-99-245 94,-1 0 1,-2 1 0,-1 0 0,2 86-1,-12-97 50,-1-1 0,-7 34 0,0-5-19,37-74 15,93-71-25,139-89-343,207-80-512,-345 199 562,249-77 0,-365 130 324,0 1 0,1-1 0,0 1 0,-1 1-1,1-1 1,0 1 0,-1 0 0,1 0 0,0 0 0,10 3 0,-14-2 6,0 0 0,0 0 0,0 0 0,0 0 0,-1 0 1,1 0-1,0 0 0,0 1 0,-1-1 0,1 1 0,-1-1 1,0 1-1,1 0 0,-1 0 0,0 0 0,0-1 1,0 1-1,0 0 0,0 0 0,0 0 0,-1 0 0,1 1 1,-1-1-1,1 0 0,-1 0 0,0 0 0,0 4 0,0 14 13,-1 0-1,-1-1 0,-5 22 0,3-19-11,1 0 1,0 36 0,4-37 12,1-1 0,0 1 1,2-1-1,0 0 0,9 25 1,-9-34-58,1 0 0,0 0 0,1 0 1,0-1-1,0 0 0,1 0 1,1-1-1,-1 1 0,1-2 1,13 11-1,-10-8-266,1-2-1,1 1 1,0-2 0,0 0-1,0 0 1,1-1 0,0-1-1,1 0 1,15 3 0,-40-26-289,-15-16 327,-50-49 0,45 51 140,-45-59 0,57 64-240,1-1-1,1-1 0,1 0 0,2-1 0,-10-31 1,18 43-290,1 0 0,0-1 0,1 1 0,0-23 0,3 26-291,0 1 0,1-1-1,1 0 1,0 1 0,1-1 0,5-14-1,16-25-6319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2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490 1140 12233,'-20'-2'1003,"16"2"-551,-1 0-1,1 0 1,-1-1 0,0 0 0,1 0-1,-1 0 1,1-1 0,-7-2 4217,12 0-4377,1 1 1,-1-1 0,1 1 0,0 0-1,0 0 1,0-1 0,1 2 0,-1-1-1,1 0 1,-1 0 0,6-3 0,-4 3 19,14-12 91,0 1-1,1 1 1,1 1 0,40-18-1,-21 10-156,38-23 70,-2-3 0,126-104 1,-166 121-255,-3-2 1,0-2-1,-2-1 1,-1-1-1,-2-1 0,-2-2 1,-1 0-1,-2-2 1,-2 0-1,-1-2 0,-3 0 1,-1 0-1,-2-2 1,11-62-1,-21 86 16,-2 15-36,1 0 1,-1 0-1,-1 0 1,1-1-1,-1 1 1,0 0-1,0-1 0,0 1 1,-1 0-1,0-1 1,0 1-1,-3-8 0,4 12-28,0 1 0,0-1 0,0 0-1,0 0 1,-1 1 0,1-1-1,0 0 1,-1 1 0,1-1 0,0 1-1,-1-1 1,1 0 0,-1 1-1,1-1 1,0 1 0,-1-1 0,0 1-1,1-1 1,-1 1 0,1 0 0,-1-1-1,1 1 1,-1 0 0,0-1-1,1 1 1,-1 0 0,0 0 0,1-1-1,-2 1 1,0 2 36,-1-1 0,1 1 0,0-1 0,0 1 0,-1 0-1,1 0 1,1 0 0,-1 0 0,-3 4 0,-8 11 212,0 2 0,1-1 0,0 1 0,-12 30 0,-28 91 178,43-115-462,-256 823 34,209-660-13,17-57 1,-233 850 0,209-673 0,-30 390 0,90-660 1,-4 27-12,3 0-1,3-1 1,10 85-1,-1-90-257,25 86 0,-30-133 10,1 0 0,0-1 0,1 1-1,1-1 1,-1 0 0,2-1 0,-1 0 0,1 0 0,14 15 0,-15-19-38,1-1-1,0 1 0,0-2 0,0 1 1,0-1-1,1 0 0,0 0 0,0-1 1,0 0-1,0 0 0,11 1 0,-12-3 52,1 0 0,0 0-1,0-1 1,0 0-1,0-1 1,0 1 0,0-2-1,0 1 1,0-1-1,-1 0 1,1-1 0,-1 1-1,1-2 1,-1 1-1,0-1 1,0 0 0,-1 0-1,1-1 1,-1 0-1,7-7 1,-3 3 84,-1-1 0,0 0 0,-1 0 0,0-1 0,-1 0 0,0-1 0,-1 1 0,0-1 0,0 0 0,-2-1 0,6-18 0,-6 6 249,0 1 1,-2-1-1,-1 0 1,-1 0-1,-1 1 1,-1-1-1,-1 0 1,-1 1-1,-2 0 1,0 0-1,-1 0 1,-2 1-1,0 0 1,-19-32 0,-320-505 3020,111 196-1597,202 307-1350,4-2 0,1-1 1,-27-82-1,48 111-270,0 1 1,2-1-1,1 0 1,2-1-1,1 0 0,1 1 1,2-1-1,1 0 1,6-34-1,2 26-267,2 0-1,1 1 1,2 1 0,2 0-1,1 1 1,2 1 0,1 1-1,46-61 1,-6 23-697,3 2 0,119-104 0,-89 98 419,2 4-1,4 5 1,152-80-1,-114 80 1260,3 6-1,183-54 0,-163 73 773,-132 37-760,1 2 0,0 1 0,44 0 0,-64 4-364,0-1 0,-1 1 0,1 1 0,0-1 0,-1 2 0,1-1 0,-1 1 0,0 0 1,0 1-1,0 0 0,0 0 0,-1 1 0,1-1 0,9 11 0,-8-7 99,-2 1 0,1 0 0,-1 0 1,0 1-1,-1 0 0,0 0 0,-1 0 0,0 1 0,6 19 0,-2 8 366,-1-1 1,-2 1-1,-2 0 1,-1 0-1,-4 61 0,-36 310-301,3-64-428,30-266-1427,4 0 0,13 104 0,-9-149-558,2-1 1,12 37-1,-12-54-28,0 0 0,1 0 0,11 17 0,20 21-9455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2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75 355 13245,'-10'-10'395,"1"2"58,1 0-1,0 0 0,1-1 0,0 0 0,0-1 0,-7-15 1,13 22-309,0 0 1,0 1 0,1-1-1,-1 0 1,1 0 0,0 0-1,0 0 1,0 0 0,0 0-1,0 1 1,1-1 0,-1 0-1,1 0 1,0 0 0,0 1-1,0-1 1,2-4 0,1 0 24,0 0 1,1 0 0,0 0-1,6-6 1,-4 5-43,0 2 0,1-1 0,0 1 0,0 0 0,0 1 0,1 0 0,14-6 0,68-21 267,-76 28-354,61-18-117,0 3 0,2 4 1,0 4-1,0 2 0,113 4 0,-178 5 53,0 1-1,0 1 1,0 0-1,0 1 1,-1 0-1,1 1 1,12 5-1,-22-8 16,1 1 0,-1 0 1,1 0-1,-1 0 0,0 1 0,1-1 0,-1 1 0,0-1 1,-1 1-1,1 0 0,0 0 0,-1 0 0,0 1 0,1-1 1,-2 1-1,1-1 0,0 1 0,-1-1 0,1 1 0,-1 0 1,0 0-1,0 0 0,0 0 0,-1 0 0,0 0 0,0 6 1,-2 7-2,-1 0 1,-1-1-1,0 0 1,-1 0 0,-1 0-1,-11 21 1,-7 22-24,15-34 24,0 1 0,2 0 1,1 1-1,1-1 0,2 1 1,-1 33-1,3-50-37,2 0 1,0 0-1,0-1 1,1 1-1,0 0 0,0 0 1,1-1-1,1 0 1,-1 1-1,2-1 1,-1-1-1,1 1 0,0-1 1,1 1-1,0-1 1,1-1-1,-1 1 1,1-1-1,1-1 0,9 8 1,-6-7 29,0-1 1,0 0-1,1-1 1,0 0-1,0-1 1,0 0-1,0-1 1,1 0-1,-1-1 1,1 0-1,-1-1 1,1-1-1,0 0 1,0 0-1,-1-2 0,1 1 1,13-5-1,-12 3 97,1-1-1,-1 0 0,0-1 1,0-1-1,0 0 0,-1-1 0,14-9 1,1-5 587,41-37 0,-6 3 432,-51 47-986,0 1 0,1 0 0,-1 0 0,1 2 0,0-1 0,1 2 0,-1-1 0,1 2 0,0 0 0,24-2 0,11 2 36,83 5-1,-86 1-121,86 2-60,-112-6 12,-1 0-1,1-1 1,-1-2-1,29-7 1,-45 10 22,-1 1 1,1-1 0,0 0 0,-1 0 0,1 0-1,-1-1 1,0 1 0,1-1 0,-1 1 0,0-1 0,0 0-1,0 0 1,0 0 0,0 0 0,0 0 0,-1 0 0,1 0-1,-1-1 1,1 1 0,-1-1 0,0 1 0,0-1-1,0 1 1,0-1 0,0 0 0,-1 1 0,0-1 0,1 0-1,-1 0 1,0 1 0,0-1 0,0 0 0,0 0 0,-1 1-1,1-1 1,-2-3 0,-1-5 21,-1-1-1,0 1 1,-1-1-1,0 1 1,-1 0-1,-11-15 1,4 7-161,-32-52 119,42 64-436,-1 0-1,1 0 0,1-1 1,0 1-1,0 0 1,0-1-1,1 1 1,-1-15-1,2 21 169,0-1-1,0 0 1,0 0-1,0 0 1,1 1-1,-1-1 1,1 0-1,-1 0 1,1 1 0,0-1-1,0 0 1,0 1-1,0-1 1,0 1-1,0-1 1,0 1-1,0 0 1,0-1-1,1 1 1,-1 0-1,1 0 1,-1 0-1,1 0 1,-1 0 0,1 0-1,-1 0 1,1 1-1,0-1 1,0 0-1,-1 1 1,1 0-1,0-1 1,0 1-1,1 0 1,37 0-6669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2.8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476 59 10901,'-29'-46'4382,"28"44"-2525,-33-9 1722,29 12-3478,1-1 0,-1 0 0,1 1 0,-1 0 1,1 0-1,0 0 0,0 0 0,-1 1 0,1 0 1,0 0-1,0 0 0,1 0 0,-1 1 0,-6 5 1,-6 5 116,2 1 0,-14 16 0,14-15-90,-222 265-1449,227-270 1273,-13 27-130,19-33 496,8-3-222,0 0 1,0-1-1,0 0 0,0 0 1,0 0-1,0 0 0,8-2 0,-9 1-12,28-6 249,7 0-123,93 12-2138,-114-4 204,-1 2-1,1 0 1,-1 2 0,0-1-1,21 11 1,10 12-6205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3.0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114 148 8253,'9'4'435,"1"1"1,-2-1-1,1 2 1,0-1-1,-1 1 1,0 0-1,-1 1 1,1 0-1,-1 0 1,10 14-1,-12-14-219,-1 1-1,0 0 1,0 0 0,-1 0-1,0 1 1,0-1 0,-1 1-1,0 0 1,-1 0-1,0-1 1,0 1 0,-1 10-1,-1 2 56,-1 1 1,-1-1-1,-1 0 0,0 0 0,-2-1 1,-1 1-1,0-1 0,-1-1 1,-1 0-1,-16 25 0,4-11 394,-2-1 0,-1-2 1,-1 0-1,-50 45 0,72-73 957,5-13-1394,0 0 1,0 0 0,1 0 0,0 1 0,1-1 0,0 1 0,0 0 0,2 0 0,-1 0 0,1 1 0,10-14 0,-4 6-14,116-158-355,-49 73-1122,113-121-4867,-177 207 5364,56-53-5174,2 13-3582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3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0 305 5933,'3'2'346,"-1"0"0,1 0 0,0-1 0,0 1 0,0-1 0,0 0 0,0 1 0,0-1 0,0-1 0,0 1 0,0 0 0,0-1 0,1 0 0,-1 0 0,0 0 0,5 0 0,52-13 1964,-47 10-1924,15-7 45,0-1-1,0-2 0,-1 0 0,-1-2 0,0-1 1,-1-1-1,37-32 0,-41 29-180,-1-1 1,-1-1-1,-1 0 1,26-42-1,-42 62 51,-22-6 510,17 7-739,1 1 0,-1 0 0,0-1 0,1 1 0,-1 0 0,0 1-1,1-1 1,-1 0 0,0 1 0,1-1 0,-1 1 0,1 0 0,-1 0 0,1 0-1,-5 2 1,2 1 58,0-1 0,0 1-1,0 0 1,0 1 0,1-1-1,-6 8 1,-4 7 299,1 1 0,-17 37 0,27-52-359,-6 15 38,0-1-1,2 2 1,0-1-1,1 1 0,2 0 1,0 0-1,1 1 1,1-1-1,1 1 1,1-1-1,0 1 1,5 24-1,-2-30-298,0-1 0,1 1 1,1-1-1,0 0 0,1 0 0,0 0 0,1-1 0,1 0 0,1 0 0,0-1 0,0 0 1,1 0-1,1-1 0,0-1 0,1 0 0,0 0 0,14 9 0,-1-5-652,0-1 0,1-2 0,1 0-1,0-2 1,0 0 0,1-2 0,40 6 0,-21-7-288,0-2 0,0-3 0,84-5 0,-119 2 1183,-1-1 1,1 0-1,-1-1 1,0 0-1,0-1 1,0 0-1,0-1 1,0 0 0,15-10-1,-22 12-23,0 1-19,0 0 0,0-1-1,0 0 1,0 0-1,0 0 1,-1 0 0,1-1-1,-1 1 1,0-1 0,0 0-1,0 0 1,-1 0 0,3-5-1,-4 6-250,0 0-1,-1 1 1,1-1-1,-1 0 1,0 1 0,1-1-1,-1 0 1,0 1-1,-1-1 1,1 0-1,0 0 1,-1 1 0,0-1-1,1 1 1,-1-1-1,0 1 1,0-1-1,-1 1 1,-1-5 0,-7-12-3060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5.7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344 278 6045,'1'-3'835,"1"-3"-395,0 1 0,0-1-1,0 0 1,1 1 0,0-1 0,0 1-1,5-5 1,-7 8 1119,-1-2-1219,1 1 1,-1-1-1,1 1 1,-1 0-1,1-1 0,0 1 1,0 0-1,1 0 0,-1-1 1,1 1-1,0 0 0,-1 1 1,1-1-1,0 0 1,3-2-1,-3 3 489,-2 0-679,0 0-1,0 0 1,0 1 0,1-1 0,-1 0 0,0 0 0,1 0 0,0 0 0,0 0-1,1-2 1,4-13 503,11-60 3613,-17 74-4074,1-1 0,-1 1 0,0-1 1,1 1-1,-2-1 0,1 1 0,0-1 0,-2-6 0,0 1 179,2 5 1135,1 26-238,-1 6-980,-1-1-1,-1 1 1,-2-1-1,-1 0 0,-10 36 1,-54 134 1081,69-196-1369,-101 243 0,-47 127 0,130-313 0,1 2 0,4-1 0,2 2 0,-5 87 0,14-116 0,3-1 0,0 0 0,2 0 0,1 0 0,14 49 0,-14-65 0,2-1 0,-1 1 0,2-1 0,0 0 0,1-1 0,0 1 0,1-2 0,0 1 0,1-1 0,0 0 0,1-1 0,1-1 0,13 11 0,5-1-234,2-1 1,0-1-1,1-2 1,1-1-1,0-2 0,1-1 1,0-2-1,1-1 1,68 8-1,-49-13-142,0-2 0,-1-3-1,1-2 1,-1-2 0,0-3 0,54-14-1,-38 2-60,-1-2 0,93-46-1,120-85-99,-233 120 1192,69-63 0,17-10 1848,-126 100-2316,-4 2 53,1 0 0,-1 0 0,1 1 0,0 0 0,0 0 0,9-3 0,-14 6-208,0 0-1,1 0 1,-1-1 0,1 1-1,-1 0 1,1 0-1,-1 1 1,1-1 0,-1 0-1,1 0 1,-1 1 0,0-1-1,1 1 1,-1-1 0,0 1-1,1-1 1,-1 1-1,0 0 1,0 0 0,1 0-1,-1 0 1,0 0 0,0 0-1,0 0 1,0 0 0,0 0-1,0 0 1,-1 0 0,1 1-1,0-1 1,-1 0-1,1 1 1,0-1 0,-1 1-1,1 1 1,3 9-88,0 2 1,-1-1-1,0 0 1,-1 1-1,-1-1 1,0 1-1,-1 16 0,-14 102-1069,4-41 67,6-53-1261,1-17-1106,1 0 1,2 0-1,1 23 0,10-8-7712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5.8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87 14469,'-37'-63'2349,"33"42"5219,28 18-7248,86 60-3256,-63-21 432,7 10-3229,-4 2-4816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6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303 0 15025,'16'0'822,"-7"0"694,-12 2 187,0-1-1299,-1 1 0,1-1 0,0 1 0,0 0 1,0 0-1,0 0 0,0 0 0,1 0 0,-4 4 0,0 2 266,0 0 0,1 0-1,0 1 1,1 0 0,-1 0-1,-3 14 1,-15 64 1840,13-44-1568,-66 316 333,31-125-1030,-20 93-245,50-228 0,-4 133 0,19-197 0,8 65 0,-6-85 0,1 0 0,0-1 0,1 0 0,1 0 0,0 0 0,1 0 0,9 13 0,-13-23 0,0-1 0,1 0 0,-1 0 0,1 0 0,0 0 0,0 0 0,0 0 0,1-1 0,-1 1 0,1-1 0,-1 0 0,1 0 0,5 1 0,-9-2 0,13 5 0,0 0 0,0-1 0,1 0 0,-1-1 0,1 0 0,0-1 0,0-1 0,0 0 0,0-1 0,1-1 0,-1 0 0,17-2 0,269-67 0,14-2 0,-297 69 0,89-13 0,114-1 0,-203 17 0,0 0 0,-1 0 0,1 2 0,18 4 0,-34-6 0,1-1 0,-1 0 0,1 1 0,-1-1 0,0 1 0,1 0 0,-1-1 0,1 1 0,-1 0 0,0 0 0,0 0 0,1 0 0,-1 0 0,0 0 0,0 0 0,0 1 0,0-1 0,0 0 0,0 1 0,-1-1 0,1 0 0,0 1 0,-1-1 0,1 1 0,-1-1 0,1 1 0,-1-1 0,0 1 0,0-1 0,0 1 0,0-1 0,0 1 0,0 0 0,0-1 0,0 1 0,0-1 0,-1 1 0,1-1 0,-1 1 0,0 2 0,-1 1 0,-1 0 0,1 0 0,-1 0 0,1-1 0,-2 1 0,1 0 0,0-1 0,-1 0 0,0 0 0,-5 5 0,-20 10 0,-1-1 0,-1-2 0,0 0 0,-64 20 0,61-23 0,-464 164-3686,399-142 1016,-19 7-2467,44-11-1560,15 0-4896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6.5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85 16634,'-11'-14'3161,"16"19"1647,6 7-2104,3 1-3397,19 17 1160,-2 0 0,-1 2 0,-1 2 0,33 50 1,-51-67-461,-1 1 0,-1 0 0,-1 0 0,0 1 0,-2 0 0,0 0 1,-1 0-1,0 1 0,-2 0 0,-1 0 0,0 0 0,-2 22 1,-3-5-20,-2-1-1,-1 0 1,-2 0 0,-2-1 0,-1 0 0,-1-1 0,-2 0 0,-2-1-1,-1 0 1,-1-2 0,-2 0 0,-1-1 0,-35 39 0,55-68 27,0 1 0,0-1 1,-1 1-1,1-1 0,-1 0 0,1 0 1,-1 1-1,1-1 0,-1 0 1,0 0-1,0-1 0,1 1 0,-1 0 1,0 0-1,0-1 0,0 1 1,0-1-1,0 0 0,0 0 1,0 1-1,-2-2 0,3 1-4,0-1-1,-1 1 1,1-1-1,0 0 1,0 0 0,0 1-1,0-1 1,0 0-1,0 0 1,0 0 0,0 0-1,0 0 1,1-1-1,-1 1 1,0 0-1,1 0 1,-1 0 0,0-1-1,1 1 1,0 0-1,-1-1 1,1 1-1,0 0 1,0-1 0,-1 1-1,1 0 1,1-3-1,-2-12 33,2-1-1,0 1 0,1 0 0,0-1 0,2 1 0,-1 0 1,2 1-1,12-29 0,9-10-124,34-54 0,-58 105 74,50-77-1412,117-137-1,-119 161 22,2 2-1,3 3 0,65-49 0,-68 63-3282,110-60 1,-62 52-4245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6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761 1 6601,'-9'2'346,"-2"0"295,1 0 0,-1 0 0,1-1 1,-1 0-1,-11-1 0,13 0-50,-1 1 1,1 0 0,0 0-1,0 1 1,-1 1 0,-13 5 0,0-1 91,-20 9 40,0 1-1,2 2 1,0 2 0,-57 40-1,66-40-574,0 0 0,2 2-1,1 2 1,1 0-1,2 2 1,0 1 0,-39 56-1,57-73-112,3-4-18,0 0 1,1 1-1,-1 0 1,2 0 0,-4 9-1,6-15-12,0 0 0,1 0 0,-1 0-1,1 1 1,0-1 0,0 0 0,0 0 0,0 0 0,0 0-1,0 1 1,1-1 0,-1 0 0,1 0 0,-1 0-1,1 0 1,0 0 0,0 0 0,0 0 0,0 0 0,0 0-1,0 0 1,1-1 0,-1 1 0,0 0 0,1-1-1,2 3 1,6 3 95,0 0 0,1 0 0,-1-1-1,1 0 1,0-1 0,0-1 0,1 0 0,16 4 0,14 1 408,46 3 1,21 4-100,81 26-2262,-62-13-8488,-88-20 2511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7.1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 0 13289,'-5'9'265,"-2"7"4603,15-22-3498,-7 5-1297,-1 1-1,1 0 1,-1-1-1,0 1 1,1 0-1,-1-1 0,1 1 1,-1 0-1,1 0 1,-1 0-1,1 0 0,-1-1 1,1 1-1,-1 0 1,1 0-1,-1 0 0,1 0 1,-1 0-1,1 0 1,-1 0-1,1 0 0,0 1 1,-1-1-1,1 0 1,-1 0-1,1 0 0,-1 0 1,0 1-1,1-1 1,-1 0-1,1 0 0,-1 1 1,1-1-1,-1 0 1,0 1-1,1-1 0,0 1 1,15 22 1055,-8-10-700,146 221 2636,-135-198-2876,-1 1-1,-2 0 1,-1 1 0,18 76 0,-25-67-105,-1 0 0,-3 1 0,-2-1 0,-2 1 0,-2-1 0,-2 1 0,-14 65 0,14-93-71,-1 0 0,-12 29 0,13-41-3,1 0 0,-1-1 0,0 1 0,-1-1 0,0 0 0,0-1 0,0 1 0,-13 11 0,3-4 14,15-14-22,0 0-1,0 0 0,0 0 0,0 0 0,0 0 1,0 1-1,0-1 0,0 0 0,0 0 1,0 0-1,0 0 0,0 0 0,-1 0 1,1 0-1,0 0 0,0 0 0,0 1 0,0-1 1,0 0-1,0 0 0,0 0 0,-1 0 1,1 0-1,0 0 0,0 0 0,0 0 1,0 0-1,0 0 0,0 0 0,-1 0 0,1 0 1,0 0-1,0 0 0,0 0 0,0 0 1,0 0-1,0 0 0,0 0 0,-1 0 1,1 0-1,0 0 0,0 0 0,0 0 0,0-1 1,0 1-1,0 0 0,0 0 0,-1 0 1,1 0-1,0 0 0,0 0 0,0 0 1,0 0-1,0 0 0,0-1 0,0 1 0,0 0 1,0 0-1,0 0 0,0 0 0,-3-4 1,0 0 0,1 0-1,-1 0 1,1 0 0,0 0 0,0 0-1,1 0 1,-1-1 0,1 1-1,0-1 1,0 1 0,1-1 0,-1 1-1,1-1 1,0 0 0,0 1 0,0-1-1,1 0 1,1-5 0,3-12 13,1 0 1,16-38 0,-17 47-18,19-42-63,2 2 1,3 1 0,2 2 0,54-69 0,-58 86-95,1 1 0,2 1 1,2 2-1,0 1 0,2 1 1,1 2-1,0 1 0,2 2 1,1 2-1,1 2 0,0 1 1,1 1-1,1 3 0,78-16 1,-100 26 79,0 1 0,0 0 1,0 2-1,0 0 0,0 1 1,1 1-1,-2 0 0,1 2 1,35 10-1,-43-9-11,0 0 0,0 0 0,0 1 0,0 0-1,-1 1 1,0 0 0,-1 0 0,0 1 0,0 1 0,0 0-1,-1 0 1,0 0 0,-1 1 0,0 0 0,-1 0 0,8 17 0,-5-6-506,-2 1 1,0-1 0,-1 1 0,-1 1 0,4 33 0,-4 59-8063,-5-58-31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7.3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73 12741,'-37'-36'2136,"7"12"-79,16 12 2747,-6 12-3804,0 6-244,13 15-508,1 0-612,2 15-472,1 16-1132,3-4-372,7 12-3101,-1 3-4368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7.7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45 471 12029,'8'-7'753,"0"0"0,0 0 0,-1-1 1,-1 0-1,1-1 0,10-17 0,-8 12-255,1 0 0,1 1-1,0 1 1,1-1 0,1 2 0,0 0 0,20-14-1,22-19 276,-40 31-502,0-1 0,-2-1 0,0 0 0,15-21 0,-22 25 4,2 1 0,-1 0-1,1 0 1,11-11-1,-19 20-236,1 0-1,-1 0 0,0 0 1,-1 0-1,1 0 1,0 0-1,0 1 0,0-1 1,-1 0-1,1 0 1,0 0-1,-1 0 0,1 0 1,0 1-1,-1-1 1,1 0-1,-1 0 0,0 1 1,1-1-1,-1 0 1,0 1-1,-1-2 0,1 1 6,-1-1 0,0 1 0,0-1 1,0 1-1,0 0 0,0 0 0,0 0 0,0 0 0,-1 0 0,1 0 0,0 1 0,0-1 0,-1 1 0,1-1 0,0 1 0,-1 0 0,1 0 0,-1 0 0,-1 1 0,-3 0 57,1 0 0,0 1 0,0-1 0,0 2 0,0-1 0,1 1 0,-7 3 0,-3 4 111,0 0 0,1 0 0,0 2 0,-18 18 0,6-1 26,1 1-1,2 1 1,1 1-1,-34 66 1,47-79-186,0 2 1,1-1-1,2 1 0,0 0 0,0 1 1,2-1-1,1 1 0,1 0 0,1 0 1,1 25-1,2-34-83,1 0 0,0-1 0,0 1 0,2-1 0,-1 1 1,2-1-1,-1-1 0,2 1 0,-1-1 0,2 0 0,-1-1 0,2 1 1,-1-2-1,1 1 0,1-1 0,0 0 0,0-1 0,0 0 0,1-1 1,0 0-1,1-1 0,0 0 0,0-1 0,0 0 0,0-1 0,1 0 1,20 3-1,-10-5-76,0 0 1,1-1-1,-1-2 1,1 0-1,-1-1 0,0-2 1,0 0-1,0-2 1,0 0-1,-1-1 1,0-2-1,0 0 1,-1-1-1,-1-1 1,1-1-1,-2-1 0,0-1 1,0-1-1,31-32 1,-18 11 21,-2-2 1,-1-1-1,34-63 1,54-137 324,-81 138 120,-7 14 80,-26 80-381,0 1-1,1-1 1,-1 1-1,1 0 1,0 0-1,1 0 1,-1 0-1,11-9 1,-14 14-35,1 0 1,-1 0-1,1 1 1,-1-1-1,1 0 1,-1 1-1,1-1 1,-1 1-1,1 0 1,0 0-1,-1-1 1,1 1-1,0 0 0,-1 0 1,1 0-1,-1 1 1,1-1-1,0 0 1,-1 1-1,1-1 1,-1 0-1,1 1 1,-1 0-1,1-1 1,-1 1-1,1 0 1,-1 0-1,0 0 1,2 2-1,4 2 59,-1 0-1,0 0 0,-1 1 0,7 8 0,-3-2 51,-2 1-1,1-1 1,-2 1-1,1 1 1,-2-1-1,0 1 1,-1 0-1,0 0 0,-1 0 1,2 24-1,-2 0 236,-1 0-1,-8 71 0,1-70-207,-2 0-1,-1-1 0,-2 0 1,-26 62-1,-79 136-363,40-91-2510,12 5-3348,61-145 5403,0 0-1,0 1 1,1-1 0,-1 0-1,1 1 1,0-1 0,1 1-1,-1-1 1,1 1 0,1-1-1,-1 1 1,1-1 0,-1 1-1,2-1 1,1 7 0,20 23-9532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7.9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570 0 13213,'-51'21'2536,"21"-15"77,-3 3-533,-4 3-396,-17 3-324,11 7-292,-4 5-216,7 0-512,-4 0-940,4 0-804,-10 9-1548,-4 0-3213,7-2-5476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9.5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1402 13977,'0'0'7484,"-1"-2"-5721,-2-1-1481,2 2-76,0 0 0,0 0 0,0 0 0,0 0 0,1 0 0,-1 0 0,0-1 0,1 1 0,-1 0 0,1 0 0,-1-1 0,1 1 0,-1-2 0,1 1-58,1 0 0,-1 0-1,1 0 1,0 1 0,-1-1-1,1 0 1,0 0 0,0 0 0,0 1-1,0-1 1,3-2 0,153-194 2483,29-39-2006,-150 185-566,-3-2 0,49-104 0,-41 54-62,52-214 0,-64 217 29,6-32 575,-54 155-68,2 10-526,2 0 0,-20 56 0,-17 83-10,32-100 2,-104 390 1,20-75 0,-82 302 0,29 8 0,150-661 0,-90 562 0,86-492 0,5 0 0,5 0 0,20 180 0,-15-256-103,1 1 0,2-1 0,1 0 0,1-1 1,17 36-1,-22-55 24,1 1 1,0-1-1,1-1 1,0 1 0,0-1-1,1 0 1,0 0-1,0-1 1,1 0 0,0 0-1,0 0 1,1-2-1,0 1 1,0-1 0,0 0-1,0 0 1,1-1 0,16 4-1,-18-7-117,1 0 0,-1 0 0,1-1-1,-1 0 1,0 0 0,1-1 0,-1 0 0,0-1-1,0 0 1,0 0 0,0-1 0,0 0 0,0 0-1,-1-1 1,1 0 0,-1 0 0,0 0 0,0-1-1,-1 0 1,7-7 0,2-2-71,0-1 1,-2 0-1,1-1 0,-2-1 0,0 0 1,-1 0-1,9-21 0,-4 4 70,-2-2 0,-2 1 0,-1-2-1,-2 0 1,-1 0 0,-2 0 0,-1-1 0,-3 1-1,-3-69 1,-3 55 292,-3 1-1,-2-1 1,-2 2 0,-2-1-1,-3 2 1,-38-84 0,-9 3 1018,-98-148 1,135 239-880,1-2 1,1-1-1,3-1 1,-28-75 0,45 103-188,1 1 1,0-1 0,1 0-1,0 0 1,1 0 0,1 0 0,0 0-1,4-24 1,-2 28-26,1-1 0,0 1 0,1 0 0,0 0 0,0 0 0,1 0 0,1 1 0,-1 0 0,2 0 0,-1 0 0,1 1 0,14-13 0,-4 6 0,2 0 0,0 2 0,0 0 0,2 1 0,-1 1-1,1 1 1,28-9 0,3 2 10,105-21 0,-102 30 14,0 2 0,0 3 0,0 2 0,1 2 0,-1 3 0,0 2 0,-1 3 0,0 2 0,98 33 0,-126-34 19,0 1 0,0 2 0,-1 1 0,-1 0 0,0 2 0,-1 1 0,0 1 0,26 27 0,-33-27-36,-1-1 0,-1 2 1,-1 0-1,0 1 0,-2 0 1,0 0-1,-1 2 1,-1-1-1,-1 1 0,8 35 1,-7-16-1160,-2 0 0,-1 1 0,-1 43 1,-5-80 2,0 0 0,-1 0 1,1-1-1,-1 1 0,0 0 1,-1 0-1,-1 6 0,1-8-49,-5 22-9950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9.6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91 13025,'-67'-36'4725,"64"18"-3809,-1 0-264,24 12-348,4 0-576,9 3-984,21 0-993,-4 9-2375,7 9-3613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09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1 15009,'-77'45'3377,"57"-15"-81,-4 6-160,-6 16-427,7 2-313,9 6-316,-2 6-1316,-1 10-764,7 5 0,7 1 0,6 5 0,7 3 0,3 1 0,1-10 0,3-8-1228,6-4-1364,0 3-5905,11-5-8969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0.2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397 466 11597,'25'-27'1129,"-2"-2"0,-1 0 1,-1-1-1,17-35 0,-31 52-797,-1 1 0,0-1 0,-1-1 0,-1 1-1,0-1 1,-1 1 0,-1-1 0,0 0 0,0 0 0,-1 0 0,-1-1 0,-1 1-1,-3-23 1,3 34-238,0-1 1,0 0-1,0 1 0,0-1 0,-1 1 0,1 0 0,-1-1 0,0 1 0,0 0 0,0 0 0,0 0 1,-1 0-1,1 0 0,-1 1 0,0-1 0,0 1 0,0 0 0,0-1 0,0 1 0,0 1 0,-1-1 0,1 0 1,0 1-1,-1 0 0,0 0 0,1 0 0,-1 0 0,0 0 0,1 1 0,-1-1 0,0 1 0,0 0 1,-6 1-1,-4 1 123,1 0 1,-1 1 0,1 0-1,0 1 1,0 0 0,0 1-1,1 0 1,-16 10 0,4 1-7,0 0 0,2 2 1,-1 1-1,2 1 0,1 0 0,0 2 1,2 0-1,0 1 0,2 1 1,0 1-1,-22 49 0,25-45-130,1 1-1,1 1 0,2 0 1,1 0-1,2 0 1,0 1-1,3 0 0,0 0 1,2 1-1,5 49 0,-1-62-66,1-1-1,0 1 1,2-1-1,0-1 0,1 1 1,1-1-1,0 0 0,21 30 1,-21-36-73,1 0 1,0-1-1,0-1 1,1 0-1,1 0 1,0-1-1,0 0 1,1-1-1,0 0 1,0-1-1,1 0 1,24 9-1,-20-11 0,-1 0 0,1-1-1,0-1 1,1-1 0,-1 0-1,0-1 1,1-1-1,-1-1 1,0 0 0,0-1-1,1-1 1,-1-1 0,-1 0-1,1-1 1,-1-1-1,0-1 1,0 0 0,0-1-1,-1 0 1,-1-2 0,23-17-1,-2-5 2,-1-2 0,-2-1 1,-1-1-1,35-56 0,90-174 9,-16 24 310,-125 220-203,0 1 1,1 0-1,1 2 0,1-1 1,26-21-1,-37 35-30,1 1-1,-1 0 1,1 0 0,0 1 0,0 0-1,1 1 1,-1 0 0,11-3 0,-13 5-5,0 0 0,0 0 1,0 1-1,-1 0 0,1 0 1,0 1-1,0-1 1,0 1-1,-1 0 0,1 1 1,0-1-1,-1 1 0,10 5 1,-8-3 9,0 0 0,-1 1 0,0 0 1,0 0-1,0 1 0,-1-1 0,0 1 1,0 0-1,0 1 0,-1-1 0,0 1 1,0 0-1,0 0 0,-1 0 0,0 0 0,-1 1 1,1-1-1,1 14 0,-1-4 42,-1 0 0,0 0 1,-1 0-1,-1 0 0,-1 0 0,0 0 0,-7 27 0,0-11 3,-3 1-1,0-2 1,-2 0-1,-2 0 0,-1-1 1,-27 40-1,-136 156-448,17-25-4179,134-158 1847,27-42 2313,0 0-1,1-1 1,-1 1-1,0 0 1,1-1-1,-1 1 0,1 0 1,-1 0-1,1-1 1,0 1-1,0 0 0,0 0 1,0 0-1,0-1 1,0 1-1,0 0 0,1 0 1,-1 0-1,1-1 1,1 4-1,-1 0-1457,6 16-8639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0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252 164 15701,'-7'-52'5789,"-10"37"-3389,4 0-412,-4 3-411,4 0-353,-10 3-280,6 0-544,-3 3-648,0-3-1080,-1 0-1021,-15-3-1631,19 9-2553,-13 3-6068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1.3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 2186 6577,'-1'0'64,"0"-1"0,1 1 0,-1-1 0,0 1 0,1 0 0,-1 0 0,0-1 0,1 1 0,-1 0 0,0 0 0,0 0 1,1 0-1,-1 0 0,0 0 0,1 0 0,-1 0 0,0 0 0,0 0 0,1 0 0,-1 0 0,0 0 0,1 1 0,-1-1 1,0 0-1,1 0 0,-1 1 0,0-1 0,1 1 0,-2 0 0,2 0 210,-1 1 0,0 0 0,0-1 0,1 1 0,-1 0 0,1 0 0,-1-1 0,1 1 0,0 0 0,0 0 0,-1 0-1,2 3 1,0-2 42,1-1-1,0 0 0,0 0 0,1 0 0,-1 0 1,0 0-1,1 0 0,-1 0 0,1-1 0,-1 0 1,6 3-1,4-2-93,0-1 0,0 0 1,0-1-1,0 0 0,17-3 0,4 1 55,520-59 1376,-394 39-1462,154-20 68,61-10-79,70-10-68,64-8 32,62-9-23,59-10-19,57-7-28,54-1-54,6403-585 549,-5635 596-386,940-59 59,-1845 99-166,-74-4-15,-73-1 17,-68 0 49,182-40 135,-16-50 1,-532 135-250,0-1 0,0-1 0,-1-1 0,-1-1 0,1-1 1,-2 0-1,24-19 0,-42 29-12,0 0-1,0 0 1,0 0 0,0 0 0,0-1 0,0 1 0,0 0-1,0 0 1,-1-1 0,1 1 0,-1-1 0,1 1 0,-1 0-1,1-1 1,-1 1 0,0-1 0,0 1 0,0-1 0,1 1-1,-2-1 1,1 1 0,0-1 0,0 1 0,0-1 0,-1 1-1,1-1 1,-2-2 0,1 1 2,-1-1 0,0 1 0,0 0 0,0 0-1,0 0 1,-1 0 0,1 1 0,-1-1 0,0 1 0,1-1 0,-5-1 0,-6-4-38,-1 1 0,0 0 0,0 1 0,-1 1 0,-26-6 0,-16 0-6425,51 27-6219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6.9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47 14317,'-43'-25'4712,"39"23"-2499,2 0-100,-4-7-1621,0 0 4425,11 34-1823,8 27-2928,-2 1-1,-3 0 1,3 77 0,-13 169 68,-1-201-222,-12 281-12,-1 250 0,20-499 0,5 0 0,49 231 0,-45-303 0,3-1 0,3 0 0,2-1 0,3-1 0,32 55 0,-39-83 0,1 0 0,1-2 0,0 0 0,2-1 0,2-1 0,0-1 0,0-1 0,2-1 0,1-1 0,0-1 0,33 15 0,-27-18-518,0-2 0,1-1 0,1-1 0,0-2 1,0-1-1,1-2 0,0-2 0,0-1 0,0-1 0,0-2 0,38-6 0,-24 0-890,-2-2-1,1-3 0,-1-2 0,-1-1 0,0-3 0,-1-2 0,62-35 0,4-16-10888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7.1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81 362 13505,'-64'-15'2244,"54"-15"-231,4 0-321,19 6-360,17-19-4,0 10-284,14 0-200,20 0-200,16 0-132,10 3-384,11 9-492,9 5-328,-6 1-376,13 9-856,4 9-668,-17 12-2973,-7 25-4532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7.3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0 389 14509,'17'-18'2389,"0"-6"-321,13-15-436,-3 15-352,20-4-256,6 1-608,11-6-752,16-6-632,1-3-1052,2-1-1376,11 7-1485,7 0-3852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7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172 113 13817,'-67'-23'4889,"66"23"-4666,-1 1-1,1-1 1,0 0 0,0 0 0,0 1 0,0-1-1,0 1 1,0-1 0,0 1 0,0-1 0,0 1-1,0 0 1,0-1 0,0 1 0,1 0 0,-1 0 0,0 0-1,0 0 1,0 1 0,-6 5 1683,-1 2-1563,0 1-1,0 1 0,0-1 0,2 1 1,-1 0-1,1 1 0,1-1 0,0 1 1,1 0-1,0 1 0,-4 22 0,8-32 620,42 8-802,-8-7-156,-1 0 1,0 3-1,0 0 1,59 24-1,-69-21 7,-1 1 0,0 0-1,-1 2 1,-1 1 0,0 0-1,0 2 1,-2 0 0,26 28-1,-37-35-18,1 0 1,-2 1-1,1 0 0,-1 0 0,-1 0 0,0 1 0,0 0 0,-1 0 1,0 0-1,-1 0 0,-1 1 0,0 0 0,0-1 0,-1 1 0,0 0 1,-1-1-1,-1 1 0,0 0 0,-3 19 0,-1-18 4,0 1 1,0-1-1,-1 0 0,-1 0 1,0-1-1,0 0 0,-2 0 0,-15 17 1,24-29 4,0 1 0,0-1 1,0 0-1,0 0 0,0 0 0,0 0 1,0 0-1,0 0 0,0 0 1,-1 0-1,1 1 0,0-1 1,0 0-1,0 0 0,0 0 0,0 0 1,0 0-1,0 0 0,-1 0 1,1 0-1,0 0 0,0 0 0,0 0 1,0 0-1,0 0 0,0 0 1,-1 0-1,1 0 0,0 0 0,0 0 1,0 0-1,0 0 0,0 0 1,0 0-1,-1 0 0,1 0 0,0 0 1,0 0-1,0 0 0,0 0 1,0 0-1,0 0 0,0-1 0,0 1 1,-1 0-1,1 0 0,0 0 1,0 0-1,0 0 0,0 0 0,0 0 1,0 0-1,0-1 0,0 1 1,0 0-1,0 0 0,-4-3 6,2 1-7,0 0 1,-1 1 0,1-1 0,0 0-1,0-1 1,0 1 0,1 0-1,-1 0 1,0-1 0,1 1 0,0-1-1,-1 1 1,1-1 0,0 0 0,0 0-1,1 1 1,-1-1 0,1 0 0,-1 0-1,1 0 1,0 0 0,0 1-1,0-6 1,4-19 0,1 0 0,1 0 0,1 0 0,1 1 0,21-45 0,73-120-11,-74 144 71,2 1 0,55-64 0,-65 88 44,0 1 1,1 1-1,1 1 0,1 1 0,0 1 0,38-21 1,-51 33-57,0 1 1,1-1-1,-1 2 1,1-1-1,0 1 1,0 1 0,0 0-1,0 1 1,0 0-1,0 0 1,1 1-1,-1 1 1,0 0 0,0 0-1,0 1 1,13 4-1,-12-1-3,-1-1 0,0 2 0,0-1-1,0 2 1,-1-1 0,1 2 0,-2-1 0,1 1-1,-1 0 1,-1 1 0,1 0 0,-1 1-1,-1 0 1,11 17 0,-4 0-149,0 0 0,-2 1 0,-1 1 0,12 48 0,16 129-1287,-27-137 755,-2-9-2761,2 69 0,-6-40-4259,11-4-5141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8.0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20 299 19470,'-17'-21'1905,"15"19"-580,3 5 132,27 38 3990,-3-6-4226,33 62-250,74 167 0,-104-204-971,154 314 0,-176-362 0,1-1 0,0 0 0,0-1 0,1 0 0,0 0 0,1-1 0,0 0 0,0 0 0,13 8 0,-19-15 0,0 0 0,1 0 0,-1-1 0,1 0 0,-1 0 0,1 0 0,-1 0 0,1 0 0,0-1 0,-1 1 0,1-1 0,0 0 0,-1 0 0,1 0 0,0-1 0,-1 1 0,1-1 0,0 0 0,-1 0 0,4-2 0,0 0 0,-1 0 0,1 0 0,-1-1 0,0 1 0,0-2 0,0 1 0,0-1 0,-1 0 0,5-5 0,7-12 0,-1 0 0,-1-1 0,-1-1 0,-1 0 0,9-26 0,45-135 0,-58 157 0,67-240 39,-36 117-289,-20 83-2104,45-98 0,-28 92-2171,4 5-3466,-10 25-4357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8.2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 15545,'-47'54'3649,"44"-27"-97,6 18-188,1-27-407,-11 7-461,4 2-1292,6 3-1204,-3 0 0,-3 6 0,-1 21 0,8-11 0,-4-22 0,3 12 0,4 15 0,-1-15-2360,1-18-1845,3 4-3459,7 14-7890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8.3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71 265 17018,'-40'-159'2508,"30"138"-520,-1-7-404,1 1 548,14 12-3088,2 0-640,11 24-776,7 3-3653,-4 12-5272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8.8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0 607 12357,'2'1'267,"-1"-1"1,1 1-1,-1 0 0,1 0 0,-1 0 1,0 0-1,0 0 0,1 0 0,-1 0 1,0 0-1,0 1 0,0-1 0,0 0 1,0 1-1,0-1 0,-1 1 0,1-1 1,0 1-1,-1-1 0,1 1 0,-1-1 1,0 1-1,1 0 0,-1 2 0,1-1 188,0 1 0,0 0 0,0-1 0,0 1 0,1-1 0,0 0 0,3 6-1,129 154 5765,-51-63-5110,-40-51-579,50 77 1,-81-108-542,-1 1 0,-1 0 0,-1 1 1,-1 0-1,-1 0 0,0 1 0,-2 0 0,4 27 0,-6-25-31,-3-22 39,-1-1 0,1 1 0,0-1 0,-1 1 0,1-1 0,0 0 0,-1 1 1,1-1-1,-1 1 0,1-1 0,-1 0 0,1 1 0,-1-1 0,1 0 1,-1 0-1,1 1 0,-1-1 0,1 0 0,-1 0 0,0 0 0,1 0 1,-1 0-1,1 0 0,-1 0 0,0 0 0,1 0 0,-1 0 0,1 0 0,-1 0 1,1 0-1,-1 0 0,0-1 0,0 1-5,-2 0 7,1-1 0,-1 1 0,1-1-1,0 1 1,0-1 0,-1 0 0,1 0-1,0 0 1,0 0 0,0 0 0,0-1-1,0 1 1,0 0 0,0-1 0,0 0-1,1 1 1,-2-3 0,-1-1-1,0-1 0,1 1 1,0-1-1,0 1 0,0-1 0,-2-8 1,-2-11-8,1-1-1,-4-35 1,8 48 1,-2-30-274,2-1 0,2 1 0,1 0-1,2 0 1,3 0 0,1 0-1,16-52 1,-2 24-1011,4 1 1,3 2-1,53-94 0,-57 119 124,2 1-1,2 2 1,57-65-1,-70 89 885,1 1 1,0 0-1,1 1 0,0 1 0,1 1 0,0 0 0,1 2 0,1 0 0,-1 1 0,39-12 0,-49 18 331,0 1 0,0 1 0,0-1 0,0 2 0,0-1 0,0 1-1,0 1 1,0-1 0,0 1 0,0 1 0,0 0 0,-1 0 0,14 6 0,-15-5 113,0 1 0,-1 0 1,1 1-1,-1-1 0,0 1 1,0 0-1,-1 1 1,0-1-1,0 1 0,0 0 1,0 1-1,-1-1 0,0 1 1,0 0-1,-1-1 0,3 9 1,2 10 471,0 0-1,-1 1 1,-2-1 0,3 31 0,0 109 2015,-4-63-1484,2-16-385,4-1 0,26 104-1,-24-142-627,2 0 0,2-1 0,3-1 0,1-1 0,37 61 0,-46-89-179,0-1 0,1 0 1,1-1-1,0 0 0,0-1 0,31 21 1,-38-29 2,0-2 0,0 1 0,1-1 0,0 0 1,0 0-1,-1-1 0,1 0 0,1 0 0,8 1 0,-12-3 9,0 0-1,0 0 0,1 0 0,-1-1 0,0 1 0,1-1 0,-1 0 0,0 0 1,0-1-1,0 1 0,0-1 0,0 0 0,0 0 0,-1 0 0,1-1 0,5-4 1,-3 1-5,0-1 0,-1 1 0,1-1 1,-2-1-1,1 1 0,-1-1 0,0 1 1,0-1-1,-1-1 0,0 1 0,2-12 1,1-6-28,-1 1 1,2-42-1,-7 11 24,-2-1 0,-3 1 0,-2 0 0,-26-97 0,20 105-94,-3 0 0,-2 1 0,-2 0 0,-2 2 0,-2 0 0,-2 2 1,-1 1-1,-3 1 0,-1 1 0,-2 2 0,-2 1 0,-49-41 0,78 73-371,0 1 0,0-1 0,-1 1 0,1 0 0,-1 0 0,-10-4 0,13 7-552,-1-1 1,0 1-1,0 0 1,0 1 0,0-1-1,0 1 1,-7 1-1,-39 4-10338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9.3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8 142 15213,'-3'-19'988,"1"7"144,1 0-1,0-1 0,1 1 0,0 0 1,3-20-1,-3 29 893,12-24 2489,-4 38-4284,-2-1 0,0 1 0,0 1 0,-1-1 1,0 1-1,-1 0 0,-1 0 0,4 18 0,-1 12-25,1 51 0,-5-46-43,-1 55-627,-23 192-1,13-210-42,-1-5-124,32-97 648,-9 1-19,0-1-1,-1 0 0,0-1 0,-2 0 0,0-1 0,8-24 1,-4 11 37,85-166 556,-77 162-298,1 1 0,2 1 1,35-38-1,-51 63-201,1 1 1,0 0-1,0 0 1,1 1-1,18-10 1,-25 15-70,1 1-1,-1 0 1,1 0 0,0 0 0,-1 1-1,1-1 1,0 1 0,0 0-1,0 1 1,1-1 0,-1 1 0,0 0-1,0 0 1,0 1 0,0 0 0,0 0-1,9 3 1,-3 1-21,0 0 0,-1 2 0,0-1 0,0 1 0,0 1 0,-1 0 0,0 0 0,-1 0 0,0 1 0,0 1 0,9 13 0,-1 3 0,0 0 0,-2 1 0,16 41 0,6 45-4,39 202 1,-46-181-349,-6 21-3683,-10-49-5966,3-29-5387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19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123 387 12873,'-36'-53'8009,"34"50"-7525,-1 0-1,1 0 1,-1 0 0,0 1 0,0-1 0,0 1-1,-6-5 1,-10-7 1580,14 9-1892,2 1 1,-1-1 0,1 1-1,-1-1 1,1 0 0,0 0-1,1-1 1,0 1 0,-1-1-1,2 1 1,-1-1-1,1 0 1,0 1 0,0-1-1,0 0 1,1 0 0,0 0-1,0 0 1,0 1 0,1-1-1,0 0 1,3-10-1,-1 5-18,0 0-1,1 0 0,0 1 0,0 0 0,1 0 0,1 0 0,0 0 0,0 1 0,1 0 0,0 0 0,11-10 0,-14 16-149,-1 0 0,1 0 1,0 0-1,0 1 0,0 0 1,0 0-1,0 0 0,0 0 0,1 0 1,-1 1-1,1 0 0,-1 0 0,1 0 1,-1 0-1,1 1 0,-1 0 0,1 0 1,0 0-1,-1 1 0,1-1 0,-1 1 1,1 0-1,-1 0 0,1 1 0,-1-1 1,0 1-1,1 0 0,-1 0 0,0 1 1,7 4-1,0 2-3,0-1 0,-1 2 1,0-1-1,-1 1 0,1 1 0,-2 0 0,0 0 1,0 1-1,7 14 0,1 10-1,-1 0 0,-1 1 0,-3 0 0,-1 1 0,-1 1 0,5 64 0,-9-11 0,-12 159 0,5-225 0,3-18 0,5-17 0,8-26 0,-12 29 0,135-322 0,-127 303 1,4-11-7,0 2 0,3-1 1,1 2-1,24-35 0,-39 64-22,0 0 1,0 1 0,1-1-1,-1 1 1,9-7-1,-11 10 15,1-1 0,-1 0 0,1 0 0,-1 0 0,1 1 0,0-1 0,-1 1 0,1 0 0,0-1 0,0 1 0,-1 0 0,1 0 0,0 0 0,0 0 0,-1 0 0,1 0 0,0 1 0,0-1 1,-1 1-1,1-1 0,0 1 0,1 0 0,3 3-30,0 0 1,0 0 0,0 0-1,-1 1 1,0 0 0,0 0-1,0 0 1,0 1 0,-1-1-1,0 1 1,0 0 0,0 1-1,-1-1 1,0 0 0,0 1-1,-1 0 1,0 0-1,2 10 1,3 18-289,-1 0-1,2 53 1,-6-52 11,4 89-676,7 58-308,-12-183 1303,0 0-1,0 0 1,-1 0-1,1 0 0,0 0 1,-1 0-1,1 0 1,0 0-1,-1 0 1,1-1-1,0 1 1,-1 0-1,1 0 1,0-1-1,-1 1 0,1-1 1,-1 1-1,1 0 1,0-2-1,1 2 6,2-4 25,0 0 0,1 0 0,-1 0 0,-1-1 0,1 1 0,-1-1 0,1 0 0,-1 0 0,-1 0 0,1-1 0,-1 1 0,0-1 0,3-9 0,2-4 40,6-12 52,80-184 672,-68 164-310,3 0 1,36-47-1,-52 80-286,2 0 1,1 2-1,0 0 1,1 1-1,19-15 0,-30 26-157,0 0 0,0 0 0,0 1-1,1 0 1,-1 0 0,1 0-1,0 1 1,0 0 0,-1 0 0,1 0-1,1 1 1,-1 0 0,0 0 0,0 0-1,0 1 1,0 0 0,1 0-1,-1 1 1,0 0 0,0 0 0,0 0-1,11 4 1,-7 1-40,0-1 0,-1 1 0,1 1 0,-1 0 0,-1 0 0,1 1 0,-1 0 0,0 0 0,-1 1 0,0 0 0,10 19 0,3 7 0,28 75 0,-40-88 0,52 137-4934,15 38-7294,-52-143-393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20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39 794 13081,'4'-1'1637,"196"-67"3818,-179 60-5264,0-1 0,0-1 0,24-17 0,-39 23-123,0 0-1,-1-1 1,0 1 0,1-1-1,-1-1 1,-1 1-1,1-1 1,-1 1 0,0-1-1,-1-1 1,1 1 0,-1 0-1,0-1 1,3-12-1,-4 12 175,0-1 0,-1 1 0,0-1 0,0 0-1,-1 1 1,0-1 0,0 0 0,-1 0-1,0 1 1,-4-15 0,4 19-167,0 0-1,0 0 1,-1 1 0,1-1-1,-1 1 1,1-1 0,-1 1 0,0 0-1,0-1 1,-1 1 0,1 0-1,0 1 1,-1-1 0,1 0-1,-1 0 1,1 1 0,-1 0-1,0-1 1,1 1 0,-1 0 0,0 1-1,0-1 1,0 0 0,0 1-1,0-1 1,0 1 0,0 0-1,0 0 1,0 0 0,0 1-1,-4 0 1,-2 0 34,0 1 0,0-1 1,0 2-1,0-1 0,1 1 0,-1 1 0,1 0 0,0 0 0,0 0 0,0 1 1,0 0-1,1 1 0,0 0 0,0 0 0,-6 7 0,-11 15 106,0 1 0,2 0 0,2 2 1,0 0-1,2 2 0,2 0 0,-13 37 0,22-52-174,1 1 0,1 1 0,1-1 0,0 1 0,2 0 0,0-1 0,1 1 1,2 0-1,0 0 0,0 0 0,2 0 0,1-1 0,0 1 0,12 32 0,-12-43-113,0-1-1,1 1 0,0-1 1,0 1-1,1-1 1,0-1-1,1 1 0,-1-1 1,1-1-1,0 1 1,1-1-1,0 0 0,0-1 1,0 1-1,1-2 1,-1 1-1,1-1 0,0-1 1,1 1-1,-1-2 1,0 1-1,1-1 0,-1-1 1,11 1-1,0-1-62,-1 0 0,1-2 0,0-1-1,-1 0 1,0-1 0,1-1 0,-1-1-1,-1-1 1,1 0 0,-1-2 0,19-9 0,-2-3-30,-2-2 1,0-1-1,-2-2 1,-1 0 0,0-2-1,40-50 1,-8-1 44,71-120 0,-96 143-46,-35 51 153,0 6 34,2 2-16,-1 0-1,0 0 1,0 1-1,0-1 0,0 1 1,0-1-1,-1 1 1,0 0-1,0 0 0,-1 0 1,1 0-1,-1 0 1,0 0-1,0 0 1,-1 0-1,1 1 0,-2 7 1,2-8-5,3 81 19,-2-37 32,9 57-1,-10-101-48,-1-1-1,1 0 0,0 1 1,1-1-1,-1 0 0,1 1 1,0-1-1,0 0 0,0 0 1,1-1-1,-1 1 0,1 0 1,0-1-1,0 0 0,6 6 1,-2-8-27,3-2 75,-1-1 0,0 0-1,1-1 1,-1 0 0,0-1 0,0 0 0,-1 0-1,1-1 1,-1 0 0,0 0 0,0-1 0,7-7-1,-10 8 12,1 0-1,-1 0 0,1 0 0,0 1 0,0 0 0,0 1 0,1-1 1,-1 1-1,1 0 0,0 1 0,0-1 0,0 1 0,0 1 1,0-1-1,0 1 0,0 1 0,1-1 0,-1 1 0,0 1 0,0-1 1,1 1-1,-1 0 0,0 1 0,8 2 0,16 7 11,0 1 0,-2 2 0,1 1 0,33 23 0,22 10 59,-69-40-126,1 0 0,0-2-1,0 1 1,0-2 0,1-1-1,33 5 1,-42-8-13,0-1 0,0-1-1,0 0 1,0 0 0,0-1 0,0 0 0,0 0 0,0-1 0,-1 0-1,0-1 1,1 0 0,-1 0 0,-1 0 0,1-1 0,12-11 0,-2 0 1,-2 0 1,0-1-1,-1-1 0,0 0 1,17-29-1,49-109 297,45-160 857,-90 221-443,83-273 1161,-110 347-1864,-1 18 0,0 11 0,-6-5 0,0 0 0,0 0 0,-1 1 0,1-1 0,0 0 0,-1 1 0,0-1 0,0 0 0,0 1 0,0 0 0,-1-1 0,1 1 0,-1 6 0,-4 58 0,1-31 0,-44 408 0,28-301-3244,14-83-2907,5 93-1,4-102-8084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21.0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15 427 16209,'-13'-23'3203,"11"17"572,3 4-3516,-1-1-1,0 1 0,1 0 1,0 0-1,-1 1 0,1-1 1,0 0-1,0 0 0,0 0 1,2-2-1,4-1 3395,14 1-3434,1 1-1,0 1 1,-1 1 0,1 1 0,25 3-1,116 22-2888,-34-3 212,-73-15 1145,2 1-637,79 1-1,-120-9 1773,0-1 0,0-1 0,0 0 0,0-1 0,-1-1 1,1 0-1,-1-1 0,0-1 0,19-10 0,-19 7 286,0-1-1,0-1 1,-1 0-1,-1-1 1,0-1-1,17-19 1,-13 9 427,-1-1 0,-1 0 0,19-37 0,35-85 4353,-69 145-4860,-1 0 0,0 1 1,1-1-1,-1 0 0,1 0 1,-1 1-1,1-1 0,-1 0 1,1 1-1,-1-1 0,1 0 0,0 1 1,-1-1-1,1 1 0,0-1 1,0 1-1,-1-1 0,1 1 1,0 0-1,0-1 0,0 1 0,-1 0 1,1 0-1,0 0 0,0-1 1,0 1-1,0 0 0,0 0 1,0 0-1,-1 0 0,3 1 1,-1 0 16,1 0 1,-1 0 0,0 1 0,0-1-1,1 1 1,-1-1 0,0 1 0,-1 0 0,1 0-1,0 0 1,1 2 0,6 7 137,-2 1 1,0 0-1,11 24 1,6 26 267,-2 0 1,-3 2-1,-2 0 1,-4 2-1,6 73 1,-17-89-192,-3 0 1,-2 0-1,-14 72 1,15-110-223,-4 27-12,-3-1-1,0-1 1,-3 1-1,-1-2 0,-20 41 1,21-55-37,-1 1 0,-1-2 0,-1 0 0,0 0 0,-2-2 0,0 0 1,-39 32-1,40-39-528,0-2 0,-1 0 0,0 0 0,0-2 0,-1 0 1,0-1-1,-34 8 0,22-8-5772,-59 5 1,57-9-6472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21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41 173 16934,'-40'-73'3028,"50"58"-312,6-3-380,-12 0-504,-1 0 497,4 3-1945,-1 0-648,25 24-2529,19 12 201,-20 12-992,13 18-2445,11 13-5284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21.4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1 9237,'-88'27'1460,"65"-12"-376,0-3 536,16-24-2848,-3 0-2336,33 3-2061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21.5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1 176 14489,'10'-61'2673,"10"55"-245,-7-15-548,4 6-356,10 3-296,27-3-312,3 6-780,6-3-1068,14 3-1088,14 6-1584,13 0-1981,-4-6-4564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35.7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1532 6037,'5'4'196,"-1"0"1,1 0 0,0 0 0,-1-1-1,2 0 1,-1 0 0,0-1 0,1 1 0,-1-1-1,1 0 1,-1-1 0,1 1 0,0-1-1,10 1 1,43 3 1083,112-3 0,66-20-32,-156 10-901,1261-129 2705,-1075 108-2879,889-114 1348,-345 39-858,6164-648 341,-6830 737-1060,1810-205-1261,-1906 213 975,205-33-1622,-186 25-1278,110-38-1,-88 16-3165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2.9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4 845 4176,'2'-3'450,"0"1"0,0-1 1,0 1-1,1 0 0,0-1 0,-1 1 0,1 0 0,0 1 0,0-1 0,8-3 13912,-12 2-14251,-16-20 1316,0-1 1686,16 22-2836,1-1-329,6-24 57,-6 24 16,2 1-29,0 0 11,-1 0 0,1 0 1,-1 0-1,0-1 0,1 1 0,-1 0 0,0-1 1,0 1-1,-1-1 0,1 1 0,0-1 0,-1-3 1,-9-36 15,5 28 372,0 0 1,1 1 0,1-1 0,0 0 0,1-19 0,4 17 1683,1 16-1784,0 1-287,0-1-1,0 1 1,0 0-1,0 0 1,0 1 0,0-1-1,-1 1 1,1-1 0,0 1-1,-1 0 1,0 1-1,1-1 1,-1 1 0,0-1-1,0 1 1,0 0-1,-1 0 1,5 6 0,6 9-7,-1 1 0,13 27 0,-8-15-1,128 272 4,-25 13 0,-64-165 0,-41-111 0,151 356 0,-131-327 0,60 86 0,-79-132 0,1-1 0,1-1 0,1-1 0,1-1 0,1 0 0,1-1 0,29 18 0,-41-30 0,0-1 0,-1 0 0,1 0 0,1-1 0,-1-1 0,1 0 0,-1 0 0,1-1 0,0 0 0,0-1 0,0 0 0,0-1 0,0 0 0,0-1 0,0 0 0,0-1 0,0 0 0,-1-1 0,1 0 0,-1 0 0,1-1 0,-1-1 0,0 0 0,-1 0 0,1-1 0,-1 0 0,15-13 0,-4-1 0,0-1 0,-2 0 0,-1-1 0,-1-1 0,0-1 0,13-30 0,62-160 0,-53 99 0,-4-2 0,27-183 0,-5-247 0,-50 454 0,19-221 0,-20 273-663,3 1 1,1-1-1,2 2 0,1 0 0,23-48 1,-32 80 420,0-1-134,1 0 0,-1 1 0,2-1 0,-1 1 0,1 0 0,9-10 0,-11 14-27,1 0 0,-1 0 0,1 0 0,0 1 0,0-1 0,0 1 0,5-2 0,-2 1-489,22-6-6166,6 13-4701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3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162 118 13297,'0'-9'888,"0"-1"-1,-1 1 1,0-1 0,-4-14-1,4 20-547,0 1 0,-1-1-1,1 1 1,-1 0-1,0 0 1,0-1 0,0 1-1,0 0 1,0 1-1,0-1 1,-1 0-1,0 1 1,1-1 0,-1 1-1,-3-2 1,5 3-164,0 0 1,0 1-1,0-1 1,0 0-1,-1 1 1,1-1-1,0 1 0,0 0 1,0-1-1,0 1 1,-1 0-1,1-1 1,0 1-1,0 0 1,-1 0-1,1 0 1,0 0-1,0 0 0,-1 1 1,1-1-1,0 0 1,-2 1-1,1 1 3,0-1-1,0 1 1,0-1-1,0 1 1,1 0-1,-1 0 0,1 0 1,-1 0-1,1 0 1,0 0-1,-2 3 1,-4 10 112,0 0 1,1 1 0,0 0-1,2 1 1,-4 20 0,-8 90 1247,13-94-1430,-5 49-109,4 0 0,4 0 0,18 143 0,-9-170 0,2 0 0,3-1 0,2 0 0,3-1 0,1-1 0,40 70 0,15-2 0,134 163 0,52 80 0,-248-339 0,0 0 0,-1 0 0,-2 1 0,0 1 0,-2-1 0,-1 2 0,0-1 0,-2 1 0,1 29 0,-5-36 0,-1 1 0,-1 0 0,-1-1 0,-1 1 0,-1-1 0,-1 0 0,0 0 0,-1-1 0,-2 1 0,0-2 0,-1 1 0,-16 25 0,9-20-554,-2-1 1,-1-1-1,0-1 1,-2 0-1,0-2 0,-1 0 1,-1-1-1,-36 20 1,-21 7-4561,-111 43 1,157-73 3788,-16 8-11924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4.0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804 88 13621,'-3'-6'534,"-1"0"0,1 1 1,-1-1-1,0 1 0,0-1 0,-1 1 0,1 1 0,-1-1 0,0 1 0,-1-1 1,1 1-1,-1 1 0,0-1 0,0 1 0,0 0 0,0 0 0,0 1 0,0 0 1,-1 0-1,0 1 0,1-1 0,-1 1 0,0 1 0,1-1 0,-1 1 0,0 0 0,-7 2 1,2-1-224,1 1 0,0 0 0,0 1 0,0 1 1,0 0-1,0 0 0,1 1 0,-1 0 0,1 0 1,1 1-1,-1 1 0,-11 10 0,-25 22-290,2 3 0,1 1-1,2 2 1,2 2 0,3 2-1,-33 56 1,41-53-21,2 1 0,2 1 0,3 2 0,2 0 0,2 1 0,-14 98 0,27-122 0,1 1 0,2 0 0,1 0 0,1 0 0,2 0 0,2-1 0,1 0 0,2 1 0,1-2 0,1 1 0,2-2 0,1 1 0,18 30 0,-12-30 0,2-2 0,1 0 0,1-1 0,2-1 0,0-2 0,2 0 0,32 23 0,-20-21 0,0-2 0,2-2 0,1-2 0,0-1 0,46 14 0,-12-11 0,1-4 0,0-3 0,1-3 0,1-4 0,0-3 0,114-5 0,-125-5 0,-1-3 0,0-3 0,-1-2 0,0-3 0,-1-4 0,85-33 0,-114 35 0,0 0 0,-1-3 0,-1 0 0,-1-2 0,-1-2 0,-1-1 0,-1-1 0,-1-2 0,-1-1 0,-2-1 0,0-1 0,24-39 0,-26 29 0,-1-2 0,-2 0 0,19-54 0,-32 83 0,-2 14 0,2 15 0,-8-14 0,7 18 0,8 40 0,4 13 0,-7-40 0,2-1 0,1 0 0,2-1 0,1-1 0,1 0 0,2-2 0,37 41 0,-40-50 0,1 0 0,1-1 0,0-2 0,1 0 0,1-1 0,1-1 0,0-1 0,0-1 0,1-1 0,43 12 0,-57-20 0,1-1 0,0 0 0,0 0 0,0-1 0,1-1 0,-1 0 0,0 0 0,0-1 0,0-1 0,0 0 0,11-3 0,-15 3 0,-1-1 0,0 0 0,-1 1 0,1-2 0,0 1 0,-1-1 0,0 0 0,0 0 0,0 0 0,0-1 0,-1 1 0,1-1 0,-1 0 0,0-1 0,-1 1 0,0-1 0,1 1 0,-2-1 0,5-12 0,-3 3 0,-1 1 0,0-1 0,-2 1 0,0-1 0,0 0 0,-1 1 0,-1-1 0,0 0 0,-1 1 0,-1-1 0,-8-24 0,-2-1 0,-2 1 0,-37-70 0,23 58 0,-2 2 0,-3 1 0,-1 1 0,-3 2 0,-1 1 0,-2 3 0,-3 1 0,-80-58 0,103 84-495,0 2 1,-45-21-1,54 29 101,1 0 0,0 0 0,-1 1 0,0 0 0,0 1 0,0 1 0,-21-1 0,29 3-698,0-1 1,0 1 0,0-1-1,0 1 1,0 1 0,0-1-1,1 0 1,-1 1-1,-4 3 1,5-4 29,-20 11-12109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4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1343 14593,'-43'-48'3015,"30"35"-1348,1-1 0,-12-17 0,23 30-1415,-1 0-1,1 0 0,-1 0 1,1 0-1,-1 0 0,1 0 0,-1 1 1,1-1-1,-1 0 0,0 1 1,1 0-1,-1-1 0,0 1 0,0 0 1,1 0-1,-1 0 0,0 0 1,0 0-1,-2 0 0,0 4-42,0 0-1,0 0 0,0 1 1,1-1-1,-1 1 1,1 0-1,0 0 0,-4 11 1,4-11-63,-13 33 438,1 1 0,3 0 1,-13 65-1,18-77-428,-40 249 253,43-226-357,2 0 0,2 0 0,10 80 0,-7-114-52,0 0 0,1 0 0,1-1 0,0 1 0,1-1 0,0 0 0,14 22 0,-16-31 0,-1-1 0,2 1 0,-1-1 0,1 0 0,-1 0 0,1 0 0,1 0 0,-1-1 0,1 0 0,0 0 0,0 0 0,0-1 0,0 0 0,0 0 0,1-1 0,-1 0 0,1 0 0,0 0 0,0-1 0,7 1 0,-4-2-3,0 0 1,-1 0-1,1-1 0,0 0 1,-1-1-1,1 0 0,-1-1 0,0 0 1,0 0-1,0-1 0,13-7 1,-8 2-10,-1 0 1,0-1 0,-1 0 0,0 0-1,-1-2 1,15-17 0,-4-2-21,-1 0 1,-2-1-1,-1-2 1,-2 1-1,15-45 1,3-25-112,-4-1 1,17-123-1,6-220-28,-17-339 171,-24 524 320,-9 242-181,-3 20-135,0 0-1,0 0 0,0-1 0,0 1 1,0 0-1,0 0 0,0 0 0,0 0 1,0 0-1,0 0 0,0-1 0,0 1 0,0 0 1,0 0-1,0 0 0,0 0 0,0 0 1,0 0-1,1 0 0,-1 0 0,0-1 0,0 1 1,0 0-1,0 0 0,0 0 0,0 0 1,0 0-1,0 0 0,1 0 0,-1 0 1,0 0-1,0 0 0,0 0 0,0 0 0,0 0 1,0 0-1,1 0 0,-1 0 0,0 0 1,0 0-1,0 0 0,0 0 0,0 0 1,0 0-1,1 0 0,-1 0 0,0 0 0,0 0 1,0 0-1,0 0 0,0 0 0,14 25 252,-10-16-238,25 66-17,-3 2 0,22 115 0,-11-44 0,34 106 0,119 282 0,-169-488 0,1-2 0,3 0 0,1-2 0,60 76 0,-70-101 0,2-1 0,0-1 0,0 0 0,2-2 0,21 14 0,-26-20 0,1-1 0,-1 0 0,1-1 0,0-1 0,0 0 0,1-2 0,0 0 0,19 2 0,-23-4-33,0-2 1,1 0-1,-1 0 0,0-1 0,1-1 1,-1-1-1,0 1 0,0-2 0,15-6 1,-9 2-91,-1 0 0,0-2 1,-1 0-1,0-1 0,24-21 0,-15 8-51,-1 0-1,-2-2 0,-1-1 1,-1 0-1,-1-2 0,29-55 1,-24 33-33,-2-1 0,17-60 0,-31 81 274,-1 1 0,-2-1 0,-2 0-1,0 0 1,-2-43 0,-2 66 60,-1 0 1,0 0 0,0 0-1,-1 1 1,0-1-1,0 1 1,-6-13 0,7 18-96,0 1 1,0 0-1,0 0 1,0 0 0,0-1-1,0 1 1,0 0-1,0 0 1,-1 0 0,1 1-1,0-1 1,-1 0-1,1 0 1,-1 1 0,1-1-1,-1 1 1,1-1-1,-1 1 1,1 0 0,-1-1-1,1 1 1,-1 0-1,0 0 1,1 0 0,-1 0-1,1 1 1,-3-1-1,-35 12 541,32-7-573,0-1 0,-1 1 0,2 0 0,-1 1 0,1 0 0,0 0 0,0 0 0,0 1 0,1 0 0,0 0 0,0 0 0,1 0 0,0 1 0,-4 11 0,-2 7 0,1 0 0,2 0 0,-6 31 0,9-30 0,1 0 0,1 1 0,1-1 0,1 0 0,2 0 0,0 0 0,2 0 0,1 0 0,2-1 0,0 1 0,15 34 0,-12-40 0,0-1 0,1 0 0,1 0 0,0-1 0,2-1 0,0 0 0,1-1 0,1-1 0,0 0 0,1-1 0,1-1 0,1-1 0,-1 0 0,25 11 0,-10-9-541,1-2 0,0-1 0,1-1-1,0-2 1,1-2 0,39 4 0,-10-6-1566,1-3-1,101-9 1,-35-12-5243,-3-11-4973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4.7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4 3864,'-47'-3'-1132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5.6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200 205 8653,'-121'6'10443,"118"-6"-10027,0-1-1,-1 1 1,1-1 0,0 0-1,-1 0 1,1 0-1,0 0 1,0 0-1,0-1 1,0 1-1,0-1 1,0 0-1,0 0 1,1 0-1,-5-4 1,5 4-208,-1-1 0,1 0 0,0 0 0,0 0 0,0 0 0,0 0 0,0 0-1,1 0 1,-1 0 0,1-1 0,0 1 0,0-1 0,0 1 0,0-1 0,0-5 0,1 7-192,1-1 0,-1 1 0,0-1 1,1 1-1,0-1 0,0 1 0,0-1 0,0 1 0,0 0 1,0-1-1,0 1 0,1 0 0,-1 0 0,1 0 1,-1 0-1,1 0 0,0 0 0,0 1 0,0-1 0,0 0 1,0 1-1,0 0 0,3-2 0,4-1-327,0 0 0,0 0-1,17-4 1,-18 6-864,0 0 0,0-1 0,0 0 0,0 0 0,0-1 0,14-10 1,-2-2-5358,3 3-3943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5.9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1 253 13277,'0'0'4861,"6"-21"-3733,1 0-228,20 3-192,26-9-248,11 3-564,13-9-1116,0-4-1356,10 1-2593,10 0-4112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6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4109 6585,'13'-3'1129,"-19"9"4006,39-7-3003,39-6 0,86-24-1014,-93 17-649,900-213 884,-334 74-1124,1212-248 77,9 28-223,773-164-1,1636-440 418,-3687 829-299,-61 4 25,-62 10 11,-64 5-12,-64 3-55,-4-13-3,-236 97-145,125-84 1,-178 106-91,-1-1 0,31-31 0,-54 46-1,0-1 0,0 1-1,0-1 1,-1 0 0,0-1-1,0 1 1,-1-1 0,0 0 0,0 0-1,-1-1 1,0 1 0,-1-1-1,0 1 1,2-10 0,-4 13-96,0-1 1,-1 1 0,1 0-1,-1 0 1,0-1 0,-1 1-1,1 0 1,-1 0 0,0 0-1,0 1 1,0-1 0,-1 0-1,0 1 1,0-1 0,0 1 0,0 0-1,-1 0 1,1 0 0,-9-6-1,-1 0-1265,-1 0 0,0 0 0,-1 1 0,-27-12 0,-18-4-6430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128 347 5116,'-2'2'211,"1"0"-1,0-1 0,-1 1 0,1 0 0,0 0 0,0-1 0,0 1 0,0 0 0,1 0 0,-1 0 0,0 0 0,1 0 0,0 1 0,-1-1 0,1 0 0,0 0 0,0 0 0,0 3 1,0-5-102,-1 1 0,1 0 0,-1 0 1,1-1-1,-1 1 0,1 0 1,-1-1-1,1 1 0,-1 0 0,0-1 1,0 1-1,1-1 0,-1 1 1,0-1-1,0 0 0,1 1 0,-1-1 1,0 0-1,0 1 0,-1-1 1,0 1 206,-62 42 5689,34-22-4119,27-19 288,14-15-1066,-10 12-1075,11-6 78,0 0 0,1 0 0,0 1 0,0 1 0,1 0 0,0 1 0,0 0 0,27-2 0,-2-2 17,867-150 133,-197 41-4931,-457 60 174,-145 32 784,50-9-4739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7.4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59 7893,'1'-3'181,"-1"1"1,1-1-1,0 0 0,0 0 1,0 1-1,0-1 1,1 1-1,-1-1 1,1 1-1,-1 0 1,1 0-1,0-1 0,0 1 1,0 0-1,0 0 1,0 1-1,0-1 1,6-3-1,-3 3 104,0 0 1,0 0-1,0 1 1,1-1-1,-1 1 1,0 0-1,1 1 0,-1-1 1,8 1-1,11 2 691,0 1 0,0 1-1,36 11 1,-56-15-894,71 24 860,-1 2-1,-2 4 1,0 2-1,-2 4 1,114 79-1,-149-90-689,-1 1-1,-1 2 1,-1 1 0,-1 2-1,-2 1 1,-1 1-1,35 56 1,-49-66-144,-1 1 0,-1 1-1,-1 0 1,-2 0 0,0 1 0,-1 0 0,-2 1 0,-1-1-1,-1 1 1,-1 0 0,-1 1 0,-2-1 0,-3 29 0,-2-21-32,-1 0 1,-2-1-1,-2-1 1,-1 1-1,-1-2 1,-2 0-1,-25 44 1,-148 200-263,36-62-1685,118-161 32,-35 79 0,60-115 853,1 0 0,1 1 0,1 0 0,1 0 0,0 0 0,1 1 0,1-1 0,1 1 0,1 20 0,2-17-3706,11 39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2:47.5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64 10641,'-10'-30'2300,"-13"18"-364,-1 6-387,11 0-313,3-3 672,-10 9-2600,0 3-1080,10 18-12350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8.9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57 175 12049,'-13'-28'1179,"-23"-41"5181,29 52 827,8 22-5752,118 442 1979,-45-186-2271,136 448-1143,-174-605 0,66 176 0,-76-220 0,2-2 0,55 86 0,-74-130 0,1-1 0,0 0 0,1-1 0,0 0 0,1 0 0,19 13 0,-27-21 0,0-2 0,1 1 0,-1 0 0,1-1 0,0 0 0,0 0 0,0 0 0,0-1 0,0 1 0,0-1 0,0 0 0,0-1 0,1 1 0,-1-1 0,0 0 0,1-1 0,-1 1 0,0-1 0,0 0 0,0 0 0,0-1 0,0 1 0,9-5 0,-4 0 0,0-1 0,0 0 0,-1 0 0,0-1 0,-1 0 0,1 0 0,-2-1 0,1 0 0,-1-1 0,8-15 0,9-16 0,21-57 0,-36 79 0,138-372-1234,-25-11-1775,36-107-1744,-108 373 2848,111-217 0,-95 247-4585,1 23-3997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9.2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1662 170 10545,'-1'-16'1083,"0"1"-1,-1-1 1,-6-20-1,-14-20 5586,6 26-466,7 30-6041,1 1 0,0 0 0,-1 1 0,1 0 0,0 0 1,0 1-1,0 0 0,0 0 0,0 1 0,1 0 0,-1 0 0,1 1 1,0 0-1,-10 9 0,-6 9 630,1 0 0,-31 42 1,24-28-561,-10 15-231,3 1 0,3 2 0,2 1 0,2 2 0,-35 101 0,50-113 0,2-1 0,2 1 0,2 1 0,3 0 0,1 0 0,2 0 0,9 90 0,13 8 0,47 171 0,-5-30 0,-57-259 0,-2 1 0,0 0 0,-2-1 0,-1 1 0,-1 0 0,-1-1 0,-7 34 0,5-46 0,0 1 0,-2-1 0,1-1 0,-2 1 0,0-1 0,0 0 0,-1-1 0,-1 1 0,0-2 0,-1 1 0,-1-1 0,0-1 0,0 0 0,-14 10 0,-5 0-123,0-2 0,-1-1 0,-2-2 0,1 0 0,-2-3 0,0 0 0,-58 12 0,-254 28-2463,167-35-2657,62-9-1784,-16 1-6916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9.9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460 138 12053,'-11'-30'1341,"6"18"-197,1-1-1,-1 1 0,-1 0 0,-13-20 0,18 30-959,0 0 1,-1 0-1,0 0 1,1 0-1,-1 1 1,0-1-1,0 0 1,0 1-1,0-1 1,0 1-1,0 0 1,-1 0-1,1 0 1,0 0-1,-1 0 1,1 0 0,0 1-1,-1-1 1,1 1-1,-1 0 1,1-1-1,-1 1 1,1 0-1,-1 1 1,1-1-1,-1 0 1,1 1-1,-1-1 1,1 1-1,0 0 1,-1 0-1,1 0 1,0 0-1,-1 0 1,1 0-1,0 1 1,0-1-1,-2 3 1,-4 2 116,-1 1 0,1 1-1,0 0 1,1 0 0,0 1 0,0-1 0,-7 15 0,-22 43 282,3 1 1,3 2 0,-23 80-1,24-50 277,-26 179 0,46-200-894,2 0-1,5 0 1,2 0-1,4 1 1,25 135-1,-17-159-38,2-1 1,2-1-1,3-1 1,2 0-1,2-1 0,2-2 1,3 0-1,64 85 0,-71-108-238,2-1-1,1-1 1,1-1-1,1-1 1,1-1-1,1-2 1,0-1-1,2-1 1,59 25-1,-69-34 202,1-1 1,1 0-1,-1-2 1,1-1-1,0-1 0,0 0 1,0-2-1,0-1 0,0 0 1,0-2-1,0 0 0,0-2 1,0 0-1,0-1 0,-1-2 1,23-9-1,-5-3 19,-1-2 0,0-1 0,-2-2 0,-1-2 0,57-53-1,-38 25 252,-2-3-1,63-89 0,-93 117 59,11-17 344,-28 45-210,7 3-128,-9-2-180,-1 1 1,1-1-1,-1 0 0,0 1 0,1 0 0,-1 0 1,0 0-1,0 0 0,0 0 0,1 0 1,-1 0-1,0 1 0,-1-1 0,1 1 0,0-1 1,0 1-1,-1 0 0,1 0 0,-1 0 0,2 2 1,46 69 556,89 119 193,-121-172-734,1-1 0,1 0-1,0-2 1,1 0-1,1-1 1,44 25-1,-58-37-49,0 0-1,0-1 1,1 0-1,-1-1 0,1 1 1,0-1-1,-1-1 1,1 1-1,0-1 0,0-1 1,0 0-1,0 0 1,0 0-1,0-1 0,0 0 1,0-1-1,0 0 1,-1 0-1,1 0 0,-1-1 1,1 0-1,-1-1 0,0 0 1,0 0-1,-1 0 1,1-1-1,-1 0 0,0 0 1,0 0-1,0-1 1,-1 0-1,0 0 0,0-1 1,-1 1-1,7-13 1,-7 10-7,-1-1 0,1 0 1,-2-1-1,1 1 1,-1 0-1,-1-1 0,0 1 1,0-1-1,-1 1 1,-1-1-1,0 1 1,0-1-1,-1 1 0,0-1 1,-1 1-1,0 0 1,0 0-1,-1 0 1,-1 1-1,1 0 0,-11-16 1,0 4-18,-1 0-1,-1 0 1,0 2 0,-2 0 0,0 1-1,-1 1 1,-35-24 0,31 26-593,-1 1-1,0 1 1,-1 0 0,-48-14-1,55 22-754,0 0 0,0 2-1,0 0 1,-31 0 0,43 3 203,-1 0-1,1 1 1,0 0 0,0 0 0,-8 3 0,-25 17-10309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0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262 1052 14469,'-53'-37'1532,"-28"-18"4526,79 54-5912,0 0 1,1 0-1,-1 0 1,0 0 0,0 0-1,0 1 1,0-1-1,0 1 1,0-1-1,0 1 1,0 0-1,0 0 1,0 0 0,0 0-1,0 0 1,-1 0-1,1 0 1,0 1-1,0-1 1,0 1 0,0-1-1,1 1 1,-1 0-1,0 0 1,0 0-1,0 0 1,0 0-1,1 0 1,-1 0 0,1 1-1,-1-1 1,1 1-1,-1-1 1,1 1-1,0 0 1,0-1 0,-2 4-1,-3 5 196,0 0-1,1 1 1,0 0 0,1-1-1,-4 17 1,0 7 21,2 0 0,1 0 1,2 0-1,1 1 0,3 35 0,4 2 67,20 98-1,-16-123-420,1 0-1,3-1 1,1 0-1,3-1 1,27 54-1,-40-91-13,1 0 0,0 0 0,1 0 0,-1-1 0,1 0-1,1 0 1,0 0 0,-1-1 0,2 0 0,14 10 0,-19-15-19,0 0-1,0-1 1,0 1-1,1 0 1,-1-1 0,0 1-1,0-1 1,0 0 0,0 0-1,0-1 1,0 1-1,1-1 1,-1 1 0,0-1-1,5-2 1,37-19-116,-36 17 121,-1-2 0,0 1 1,0-1-1,-1 0 0,0-1 0,0 1 0,-1-1 0,6-10 1,40-75-124,-38 65 118,21-46-65,47-140 0,3-88-4,-73 258 96,123-537-53,-77 317 108,-8 6 83,-49 254-51,5 133 517,-10-26-556,9 716 241,-2-776-292,35 294 0,-37-333 0,43 218 0,-37-198 0,1 1 0,1-1 0,1 0 0,1-1 0,1 0 0,26 37 0,-33-54-20,0 0 1,0 0-1,0-1 0,1 0 0,0 0 1,0 0-1,0-1 0,1 0 0,-1 0 1,1 0-1,0-1 0,0 0 1,13 3-1,-14-5 3,0 0-1,0 0 1,0-1 0,-1 0 0,1 0-1,0 0 1,0-1 0,0 0 0,-1 0 0,1 0-1,0-1 1,-1 0 0,1 0 0,-1 0 0,0-1-1,1 0 1,-1 0 0,6-5 0,15-14-26,0-1 0,-2-1 0,-1-1 0,-1 0 0,-1-2 1,34-58-1,-36 51 126,-1-2 1,-2 0-1,-2-1 0,-1 0 1,14-65-1,-27 101-74,1 0 0,-1 0 0,0 0-1,0 0 1,1 0 0,-1 0 0,0 0-1,0 0 1,0 0 0,0 0 0,0 0 0,0 1-1,0-1 1,0 0 0,-1 0 0,1 0-1,0 0 1,0 0 0,-1 0 0,1 0-1,-1 0 1,1 0 0,-1 1 0,1-1 0,-1 0-1,1 0 1,-1 1 0,-1-2 0,1 2-4,0-1 1,0 2 0,0-1-1,0 0 1,0 0 0,0 0 0,0 0-1,1 0 1,-1 1 0,0-1-1,0 0 1,0 1 0,0-1 0,1 1-1,-1-1 1,0 1 0,0-1-1,1 1 1,-1 0 0,0-1-1,1 1 1,-1 0 0,0-1 0,1 1-1,-1 1 1,-7 10-6,1 1 0,0 0 0,0 1 0,2-1 0,-1 1 0,2 0 0,0 1 0,1-1 0,0 1 0,1 0 0,1-1 0,0 1 0,3 27 0,0-9 0,2-2 0,2 1 0,0 0 0,2-1 0,18 42 0,-20-59-491,2 1 0,0-2 0,0 1 0,1-1 0,1 0 0,0-1 0,1-1 0,0 1 0,1-1 0,0-1 0,1-1 0,0 1 0,1-2 0,-1 0 0,2 0 0,-1-2 0,1 0 0,0 0 0,0-1 0,0-1 0,1-1 0,0 0 0,28 1 0,13-2-6317,0-4-4383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5.1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58 10105,'63'-18'10312,"-64"15"-9798,0 1 0,-1-1 1,1 1-1,-1-1 0,0 1 1,0 0-1,0-1 1,0 1-1,0 0 0,0 0 1,-1 0-1,1 1 0,-1-1 1,1 1-1,-1-1 1,1 1-1,-1 0 0,0 0 1,-4-1-1,1 37 1542,9 57-2052,24 143 0,-10-114-5,26 198 1,-32-221 0,15 124 0,61 247 0,-72-401 0,-9-37 0,2 0 0,15 40 0,-22-67-303,0-1 0,1 0 0,-1 1 0,1-1 0,0 0 0,0 0-1,0 0 1,1 0 0,-1-1 0,1 1 0,-1 0 0,1-1 0,0 0 0,0 0 0,0 0 0,0 0 0,1 0 0,-1-1 0,0 1 0,6 1-1,-6-3-168,0 0 0,0 0-1,0 0 1,0 0 0,0 0-1,1-1 1,-1 0-1,0 1 1,0-1 0,0 0-1,0-1 1,0 1 0,-1 0-1,1-1 1,0 1-1,-1-1 1,1 0 0,-1 0-1,1 0 1,-1 0 0,0-1-1,0 1 1,4-6-1,16-20-11608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5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269 46 12729,'-24'-9'1574,"0"1"0,0 1 0,0 0 0,-1 2 0,0 1 0,-41-1 0,64 5-1449,0 0 0,-1 0 0,1 0 0,0 0 0,0 0 1,-1 0-1,1 1 0,0-1 0,0 1 0,-1 0 0,1 0 0,0 0 1,0 0-1,0 0 0,0 0 0,0 0 0,0 0 0,0 1 0,1-1 0,-1 1 1,0 0-1,-2 3 0,3-2-21,0-1 0,0 1 1,0 0-1,0 0 0,1 0 1,-1 0-1,1 0 0,0 0 1,0 1-1,0-1 0,0 0 1,0 0-1,1 0 0,1 6 1,3 5 93,0-1 0,0 1 0,1-1 0,1 0 0,0-1 0,11 15 0,1-4 30,1 1-1,2-2 1,35 29 0,82 53 252,-128-96-446,387 240 498,-98-66-371,-214-125-131,108 95 0,-140-105-44,-2 3 0,-1 2 0,-4 3 0,72 105 0,-103-135 4,-2 1 0,0 0 0,-2 1 0,-1 0 0,-1 1 0,-2 1 0,-1-1 0,-1 1 0,-1 0 0,-1 1 0,-2-1 0,-1 1 0,-1-1 0,-7 43 0,1-40 3,-2 0-1,-1-1 1,-2 1-1,-1-2 1,-2 0-1,0 0 1,-2-2 0,-1 0-1,-27 34 1,-17 12-11,-133 126 0,-381 272-817,401-336-2904,171-134 3516,-23 20-1278,9-5-2546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5.8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422 37 15749,'1'-1'181,"0"0"-6,0 0 0,0 0 0,0 1 0,0-1 1,-1 0-1,1 0 0,0 0 0,-1 0 0,1 0 0,-1 0 0,1 0 1,-1 0-1,0 0 0,1 0 0,-1-1 0,0 1 0,0 0 0,1 0 0,-1 0 1,0 0-1,0 0 0,0 0 0,-1-1 0,1 1 0,0 0 0,0 0 1,-1 0-1,1 0 0,-1-2 0,-1 1 2276,1 4-2014,1 0 0,-1 0 0,0 0 0,0 0 0,0 0 0,-1 0 0,1 0 0,0 0 0,-1-1 0,-1 3 0,-7 9 597,-1 9-746,0 0-1,2 1 1,1 0-1,0 1 1,2-1-1,-6 41 1,-5 150 990,17-210-1278,-1 52 0,3 0 0,2 0 0,2 0 0,3 0 0,3-1 0,2-1 0,2 0 0,2-1 0,3-1 0,34 62 0,-48-102 0,0 0 0,1-1 0,0 0 0,1 0 0,0-1 0,1 0 0,0-1 0,1 0 0,0-1 0,0 0 0,21 11 0,-25-16 0,-1 0 0,0-1 0,1 1 0,-1-1 0,1-1 0,0 1 0,-1-1 0,1-1 0,0 1 0,0-1 0,0 0 0,0 0 0,-1-1 0,1 0 0,0 0 0,0-1 0,-1 0 0,1 0 0,-1 0 0,0-1 0,0 0 0,0 0 0,0-1 0,0 0 0,7-6 0,1-3-7,-1 0 0,-1-1-1,0-1 1,-1 0 0,0 0 0,-1-1 0,-1 0 0,-1-1-1,0 0 1,-1-1 0,-1 1 0,6-33 0,-5 18-15,-1 0 1,-3-1 0,0 0-1,-2 0 1,-2 1 0,-6-50-1,3 53 6,-1 0 0,-2 0 0,0 1 0,-2 0 1,-2 1-1,0 0 0,-2 0 0,0 2 0,-2-1 0,-1 2 0,-1 0 0,-1 1 0,-1 0 0,-1 2 0,-27-23 0,36 34 10,-10-8-8,0 1 1,-1 0 0,-1 2-1,-1 0 1,0 2-1,-35-15 1,31 18-281,0 1 0,-1 1 1,0 2-1,0 1 0,-57-3 0,72 8-325,0 0-1,0 1 0,0 0 0,1 2 1,-1-1-1,0 2 0,1 0 1,0 0-1,0 1 0,0 1 0,0 0 1,1 1-1,0 0 0,-18 15 1,25-18-748,-1 1 0,1 0 0,0 1 0,-7 10 0,-6 28-9840,18-44 11122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6.3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 85 14369,'0'-26'1213,"0"16"-280,-1 1 1,1 0-1,-1-1 0,-4-11 8628,7 23-9263,0 1 1,-1-1-1,0 0 0,1 1 0,-1-1 1,0 1-1,0-1 0,-1 1 1,2 3-1,2 51-1,-2 1 0,-6 64 0,2-97-280,-5 114-86,-15 523-989,21-658 1002,1 1 0,0-1 1,0 1-1,0-1 0,0 1 0,1-1 0,0 1 0,0-1 0,0 1 0,1-1 0,-1 0 0,1 0 1,0 0-1,0 0 0,0 0 0,1 0 0,4 5 0,-6-9 44,1 1-1,0 0 1,-1-1 0,1 0-1,0 1 1,0-1-1,-1 0 1,1 0-1,0 0 1,0 0 0,-1 0-1,1-1 1,0 1-1,0 0 1,-1-1 0,1 1-1,0-1 1,-1 0-1,1 0 1,-1 1 0,1-1-1,-1 0 1,1 0-1,-1 0 1,2-3 0,43-35-116,-40 33 93,1 0 21,96-85-143,-90 81 161,1 0-1,0 2 1,0-1-1,1 2 1,0 0-1,19-6 1,-28 12 0,0 0-1,1 1 1,-1 0 0,0 0 0,1 0 0,-1 1 0,0 0 0,1 0 0,-1 0-1,0 1 1,0 0 0,9 4 0,-1-1 12,8 4 27,0 1-1,0 1 0,-1 0 0,33 26 0,32 17 175,-75-49-149,0 0-1,-1-1 1,2 0 0,-1 0-1,0-1 1,19 2 0,-16-4-16,0 0-1,0-1 1,0-1 0,0 0-1,0-1 1,0-1 0,0 0-1,-1-1 1,1 0 0,-1-1 0,0 0-1,0-1 1,-1-1 0,0 0-1,0-1 1,-1 0 0,1-1-1,-2 0 1,1 0 0,-2-1 0,18-22-1,-17 16-22,0 0-1,-1-1 1,0 0-1,-2 0 1,0-1-1,-1 0 0,-1 0 1,0-1-1,-1 1 1,-2-1-1,0 0 1,0 0-1,-3-28 1,-1 10 14,-2 0 0,-2 1 1,-1-1-1,-2 1 1,-25-67-1,23 76-531,-1 1-1,-2 0 1,0 0 0,-1 2-1,-2 0 1,-1 1 0,0 0 0,-2 1-1,-26-22 1,38 38-362,0 0-1,0 1 1,-17-9 0,-3 6-2437,-2 11-3942,7 8-3754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6.7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69 133 13597,'-4'-14'1242,"0"1"0,-1-1-1,-1 1 1,0 0 0,-12-16-1,12 18-722,-10-14 4891,13 24-3015,5 16-1857,16 66-224,-4 1 0,-3 0 0,-1 126 1,-7-101-254,-2 309-441,-2-402 308,2-1-1,3 26 0,-3-27 37,0-11 33,-1 0-1,1 0 0,0 0 0,-1-1 0,1 1 0,0 0 0,-1-1 0,1 1 1,0 0-1,0-1 0,0 1 0,0-1 0,0 1 0,0-1 0,0 0 0,0 1 1,-1-1-1,1 0 0,0 0 0,0 1 0,1-1 0,-1 0 0,0 0 0,0 0 0,0 0 1,0 0-1,0-1 0,0 1 0,0 0 0,0 0 0,0-1 0,1 0 0,2-3 4,0 0 0,0 0 0,-1-1 0,1 1 0,-1-1 0,0 0 0,0 0 0,2-8 0,2 0 6,38-80 148,32-99 0,15-32 192,-73 185-193,2 1-1,1 1 0,43-55 1,-56 81-101,0 1 0,0 0 0,1 1 0,0 0 0,1 1 0,0 0 1,0 0-1,1 1 0,0 1 0,15-7 0,-19 10-27,0 1 1,0 0-1,0 0 1,0 1-1,1 0 1,-1 0-1,0 1 1,1 0-1,-1 1 1,0 0-1,0 0 1,1 0-1,-1 1 1,0 1-1,0-1 1,-1 1-1,13 7 1,-4-1-26,-2 0 0,1 2 0,-1-1 0,-1 2 0,0 0 0,-1 1 0,0 0 0,-1 1 0,0 0 0,-1 0 0,-1 1 0,10 21 0,-1 3 0,-2 1 0,-2 1 0,18 80 0,-25-73-537,-1 0 0,-3 90 0,0 1-1292,1-60-1675,2 24-7264,1-46-1303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7.0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 16526,'-2'1'-12,"0"0"259,1-1-1,0 1 1,0-1-1,0 1 1,0 0-1,0 0 1,0-1-1,0 1 1,0 0-1,1 0 1,-1 0-1,0 0 1,0 0-1,1 0 1,-1 0-1,0 0 1,1 0-1,-1 0 1,1 1-1,0-1 1,-1 0-1,1 0 1,0 0-1,0 1 1,0-1-1,0 0 1,0 0-1,0 0 1,0 1-1,0-1 1,0 0-1,1 2 1,3 33 2553,12 52 0,1-1-954,-6 33-1515,-7 235 0,-7-176-321,3-85-34,3 209-490,25-2-939,11-141-4716,-21-97 1767,0-12-2256,10-7-3905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7.3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 65 18058,'0'0'2271,"-2"3"-87,-1 0-1902,0 0-1,0 1 1,0-1 0,0 1-1,1 0 1,0 0-1,0-1 1,0 1-1,0 0 1,1 1-1,-1-1 1,1 0-1,0 0 1,0 1-1,1-1 1,-1 1-1,1-1 1,0 6 0,-1 20 274,1 177 2371,8-4-1758,11 41-854,-11-187-346,27 94-1,-28-127 32,2-1 0,0 1 0,2-1 0,14 23 0,-20-37 0,1 0 0,0 0 0,0-1 0,1 0 0,1 0 0,-1-1 0,1 1 0,0-2 0,1 1 0,0-1 0,18 9 0,-22-13 0,-1-1 0,1 0 0,0 0 0,-1-1 0,1 1 0,0-1 0,0 0 0,0 0 0,0-1 0,-1 1 0,1-1 0,0 0 0,-1-1 0,1 1 0,-1-1 0,1 0 0,-1 0 0,0 0 0,1-1 0,-1 1 0,0-1 0,-1 0 0,1 0 0,0 0 0,-1-1 0,6-7 0,1-3 0,0-1 0,0-1 0,-2 1 0,0-2 0,-1 1 0,0-1 0,6-29 0,-2 0 0,7-82 0,-16 84 0,-2-1 0,-1 0 0,-3 1 0,-1-1 0,-3 1 0,-1 0 0,-2 1 0,-2 0 0,-2 1 0,-33-66 0,15 43-573,-2 1 1,-75-101-1,104 158-55,1 1-1,-1-1 1,0 1 0,-1 1-1,1-1 1,-1 1 0,-1 1-1,1-1 1,0 1 0,-15-6 0,21 10 367,0-1 1,0 1 0,0-1 0,0 1-1,0-1 1,0 1 0,0-1 0,0 1-1,0 0 1,0 0 0,0 0 0,0-1 0,0 1-1,0 0 1,0 0 0,0 0 0,0 1-1,0-1 1,0 0 0,0 0 0,0 0 0,0 1-1,0-1 1,0 1 0,0-1 0,0 1-1,0-1 1,0 1 0,0-1 0,0 1-1,0 0 1,1 0 0,-1-1 0,0 1 0,1 0-1,-1 0 1,0 0 0,0 1 0,-16 19-10745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7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585 104 10709,'1'-5'281,"-1"0"-1,0 0 1,0 1-1,0-1 1,-1 0-1,1 0 1,-2-5 0,0 8 19,1-1 0,-1 0 0,1 0 0,-1 1 0,0-1 0,0 1 0,0 0 0,0 0 0,0-1 0,-1 1 0,1 1 0,0-1 0,-5-2 0,1 0 378,1 0 0,-1 1-1,0-1 1,-1 2-1,-10-5 1,14 6-573,1 1-1,-1 0 1,0-1-1,1 1 1,-1 0-1,0 0 1,1 1-1,-1-1 1,1 1-1,-1-1 1,1 1-1,-1 0 1,1 0-1,-1 0 1,1 0 0,0 0-1,-1 0 1,-3 4-1,-17 13 189,1 1-1,0 2 1,2 0 0,-28 36-1,-65 107 187,83-118-456,3-5-105,4-8-80,1 1-1,2 0 0,2 2 1,-17 43-1,13-2-107,20-71 250,1 0 0,0 0 0,0 0 0,0 0 0,1 0 0,0 0 0,0 0 0,0 0 0,1 0 0,0 0 1,0 0-1,1 0 0,2 6 0,-3-10 27,-1-1 1,1 0 0,-1 0-1,1 0 1,0 0 0,0 0-1,0 0 1,0 0-1,-1 0 1,1 0 0,0 0-1,0-1 1,1 1-1,-1 0 1,0-1 0,0 1-1,0-1 1,0 1-1,1-1 1,-1 1 0,0-1-1,0 0 1,1 0 0,-1 0-1,0 0 1,1 1-1,-1-2 1,0 1 0,0 0-1,1 0 1,-1 0-1,0-1 1,2 0 0,5-1 87,1 0 1,-1-1-1,13-7 1,-13 6-21,4-1 42,5-1 91,0-2 0,-1 0-1,0-1 1,-1 0 0,15-12-1,24-25 713,55-35 740,-103 77-1588,-1 0-1,1 1 1,0-1 0,-1 1-1,1 0 1,1 0 0,-1 1-1,0 0 1,1 0 0,-1 1-1,1-1 1,-1 1 0,9 0 0,-10 2-59,0 0 1,0 0 0,0 0 0,0 1 0,0-1 0,0 1 0,0 0 0,0 1 0,-1-1 0,1 1 0,-1 0 0,7 6 0,3 3-435,-1 1 0,0 0 0,-1 1-1,0 0 1,-1 1 0,10 17 0,14 36-3907,-8 0-4166,-10-26-2323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38.1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584 1099 12601,'-11'-11'1253,"0"0"1,0 0-1,-14-8 0,21 16-861,0 0 0,-1 1 0,1-1 0,-1 1 0,0 0 0,0 0 0,0 1 0,0 0 0,0 0 0,0 0 0,0 0 0,0 1 0,-9 0-1,1 0-100,1 2 0,-1-1 0,1 2 0,-1-1 0,1 2 0,0 0-1,0 0 1,1 1 0,-1 0 0,1 1 0,0 1 0,0 0 0,1 0-1,0 1 1,0 0 0,-12 14 0,-5 8-15,1 1 0,2 1 0,1 1 0,2 1-1,-32 68 1,36-58-117,2-1 1,-11 54-1,23-80-161,0 0 0,1 0 0,0 0 0,1 0 0,1 0 0,1 0 0,1 0 0,0 0 0,5 19 0,-6-32-30,0-1-1,1 1 0,-1-1 0,0 1 0,1-1 0,0 0 0,0 0 0,0 1 1,0-1-1,0-1 0,1 1 0,-1 0 0,1-1 0,0 1 0,0-1 0,0 0 1,0 0-1,0 0 0,0 0 0,1 0 0,-1-1 0,7 2 0,-6-2-4,1 0-1,0-1 0,0 0 0,0 0 0,0 0 0,-1-1 1,1 1-1,0-1 0,0 0 0,-1-1 0,1 1 1,0-1-1,-1 0 0,0 0 0,1 0 0,7-6 1,10-8-91,-2-1 0,1-1 1,-2-1-1,0 0 1,30-44-1,-15 12-78,42-82 0,68-205-217,-32-14 57,-85 248 579,20-164 0,-12-106 2050,-34 353-1549,-3 17 671,-11 33-331,-3 17-1001,3-1 0,-9 58 0,-8 107-70,17-111 6,-14 107-838,-41 267-4217,41-216-6526,23-130-684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1.4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0 127 8713,'7'-6'76,"12"-10"2985,-17 18-532,-10 15 4296,174-6-181,79-15-5496,-135 0-446,942-42-614,-349 2-7110,-354 22-819,-110 7-4098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1.7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1012 42 10849,'-149'-27'2574,"40"14"1955,99 12-3882,-1 1 0,1 0 0,0 0 0,-1 1 0,1 1 0,-15 3 0,23-4-517,-1 0 0,1-1-1,-1 1 1,1 0 0,0 0 0,-1 0 0,1 0-1,0 1 1,0-1 0,0 1 0,0-1 0,0 1-1,0 0 1,0 0 0,1 0 0,-1 0 0,1 0-1,-1 0 1,1 0 0,0 0 0,0 0-1,0 1 1,0-1 0,0 1 0,0-1 0,1 0-1,-1 1 1,1-1 0,-1 1 0,1 0 0,0 4-1,2 2 121,-1 0-1,1 0 0,1 0 1,0-1-1,0 1 0,0-1 1,1 0-1,7 11 0,7 8 298,21 25-1,-26-35-318,236 281 308,-5-7 128,-28 17-4,-180-247-534,-4 2 1,-2 1-1,27 84 1,-42-98-93,-2 1-1,-2 1 1,-2 0 0,-3 1-1,-1 60 1,-6-65-28,-2 0 0,-3-1 0,-1 0 0,-3 0 0,-1-1 0,-3 0 0,-1-1 0,-33 66 1,13-46-62,-3-2 0,-2-1 1,-3-2-1,-93 100 1,46-71-1194,-3-3 0,-4-4 1,-166 106-1,171-129-47,-182 121-3592,98-58-2209,25-14-4200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4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143 308 8401,'8'-41'1096,"-2"12"1767,4-51 0,9-73 8691,-18 149-10286,6 20 1480,-2 0-2524,-2 1-1,1 0 0,-2 0 1,-1 0-1,0 32 0,-12 90 411,-80 370-634,21-151 0,53-246 0,-2 136 0,18-195 0,2 0 0,2 0 0,3 0 0,2 0 0,3-1 0,20 59 0,-24-88 0,2 0 0,1 0 0,1-1 0,1-1 0,0 0 0,2-1 0,0 0 0,1-1 0,1 0 0,1-2 0,1 0 0,0-1 0,1 0 0,1-2 0,34 20 0,-19-18 9,1-1-1,0-2 1,1-2 0,1-1 0,0-2-1,0-1 1,0-2 0,72-1 0,-26-6-108,0-5 1,0-3 0,82-21-1,-92 13-1290,-1-4 0,-1-2 0,109-54-1,-80 24-5002,161-112 0,-137 75-4735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5.0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302 194 8393,'-144'-40'2381,"53"4"3437,81 32-4927,-1 0 0,1 0-1,-1-2 1,-10-6 0,21 12-884,-3-2 923,4-3-111,0 2-756,-1 0 1,1 0-1,0 0 1,1 0-1,-1 1 0,0-1 1,1 0-1,0 0 0,-1 1 1,1-1-1,0 1 0,0 0 1,0-1-1,1 1 0,-1 0 1,1 0-1,-1 0 1,1 1-1,2-2 0,6-2-77,0 2 0,0-1-1,0 2 1,16-3 0,-21 4-31,30-4-1057,-1 1 0,1 2 1,57 4-1,40 16-6902,-53-3-554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5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70 425 13229,'-60'-30'2580,"50"18"-227,24-12-421,6-12-448,10 6-212,20-3-260,17-4-248,20 4-808,27-6-640,13 3-644,14-3-1004,6 2-792,4 13-1933,13 9-4016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5.4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 16253,'4'0'2908,"13"-2"-1434,1 1 0,0 1 0,0 1 1,0 1-1,24 5 0,91 28 847,-88-22-1496,380 118-33,-381-119-1363,144 46-2850,-54-3-1776,-46-13-4263,-44-21-851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5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573 61 12053,'-64'-52'2968,"41"49"13,-28 0-409,35 0-244,-14 6-296,-4 3-404,1 6-375,-18 15-245,14-2-196,1 11-312,-5 6-588,11 6-832,-3 0-712,3-2-1081,3 14-435,3 6-3249,11 4-5856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5.7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 19214,'-27'48'3104,"27"15"-76,7-3-287,3-2-329,-7 5-440,-9 6-1676,-1 13-296,3 5 0,1 7 0,3-1 0,0 3 0,3 4 0,-3-4 0,7-8-948,0-7-2720,10 1-241,9 5-3215,1-12-7010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6.7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0 632 14609,'109'-17'2592,"80"-8"1709,-101 20-3240,332-27 1592,-293 17-2580,161-42 0,-250 47-215,0-2-1,-1-2 0,53-27 1,-70 30 84,-1 0 1,0-2-1,-1 0 1,0-1-1,-1-1 1,-1 0-1,23-27 1,-34 33 70,1 1 0,-1-1 0,0 0 0,-1-1 0,0 1 0,0-1 0,-1 1 0,0-1 0,-1 0 0,2-17 0,-4 24 26,0 0 1,0 0 0,0-1 0,0 1 0,-1 0 0,1 0 0,-1 0-1,0 0 1,0 0 0,0-1 0,0 2 0,0-1 0,-1 0-1,0 0 1,-3-4 0,3 5 16,0 0 1,-1 0-1,1 0 0,-1 0 0,0 1 1,0-1-1,1 1 0,-1 0 0,0 0 1,0 0-1,0 0 0,0 0 0,0 1 1,0-1-1,-1 1 0,1 0 0,0 0 1,0 0-1,-4 1 0,-4 0 74,0 1 1,0 0-1,0 0 1,0 1-1,1 0 0,-1 1 1,1 0-1,0 1 1,0 0-1,-9 7 0,6-3 63,1 1 0,0 0 0,1 1 0,0 0 0,0 1 0,-15 24 0,13-18-47,1 1 0,1 0 1,1 1-1,1 0 0,1 0 0,1 1 1,0 0-1,-5 34 0,-14 97 416,23-134-522,1 0 0,1 0 1,1 0-1,0 0 0,2 0 0,0 0 0,1-1 0,0 1 0,2 0 0,0-1 0,1 0 1,0 0-1,13 21 0,-12-27-99,0 0 0,1-1 0,0-1 0,1 1 0,0-1 0,0-1 0,1 1 0,0-2 0,0 1 0,1-2 0,0 1 0,0-1 1,0-1-1,1 0 0,0-1 0,0 0 0,22 4 0,-8-4-134,0-1 0,0-1 0,0-2 0,1 0 1,-1-2-1,0-1 0,0-1 0,0-1 0,-1-1 0,1-1 1,35-16-1,-32 10-50,1-2 1,-2-1-1,0-1 1,-1-1-1,-1-2 0,-1-1 1,-1 0-1,40-47 1,31-60-101,-33 43 764,-44 57-166,-15 22-203,0 1-1,1 0 0,-1 0 0,1 0 0,0 1 1,6-6-1,-7 8 45,-1 3-89,0 1 0,1 0 0,-1 0 0,0 0 0,0 0-1,0 0 1,0 0 0,-1 1 0,1-1 0,0 0 0,1 5-1,0 4 22,0 1 0,0 0 0,-1 0-1,1 23 1,2 13 10,7-4 37,1-1 0,38 82 0,-48-121-86,0 0-1,-1 1 0,2-1 1,-1 0-1,0-1 0,1 1 0,0 0 1,0-1-1,7 5 0,-10-8 17,0 1 0,1-1 0,-1 1 1,0-1-1,0 0 0,0 0 0,1 1 0,-1-1 0,0 0 0,0 0 0,1 0 0,-1 0 0,0-1 1,1 1-1,-1 0 0,0-1 0,0 1 0,2-1 0,2-1 12,1 1 20,0 0-1,-1-1 1,1 0-1,-1 0 1,1 0 0,-1-1-1,0 0 1,0 0-1,0 0 1,7-6-1,2-4 263,24-29 0,8-7 269,-19 25-175,1 1 1,34-21-1,-48 36-262,-1 0 1,1 1-1,1 1 0,-1 0 0,1 1 0,0 1 1,20-4-1,-26 8-68,1-1 0,-1 2 1,0-1-1,0 2 0,1-1 0,-1 1 1,0 0-1,0 1 0,-1 0 0,1 1 1,0 0-1,-1 0 0,0 0 0,13 11 1,12 11 120,-1 2 1,45 50-1,-21-18 38,-39-47-162,9 3-46,-16-14-14,-3-3-2,-3 2 2,0-1 0,0 0 0,0-1 0,0 1 0,0 0 0,0-1 0,0 0 0,0 0 0,-1-1 0,1 1 0,0-1 0,-1 1 0,1-1 0,-1 0 0,1 0 0,-1-1 0,4-3 0,1-1 0,0 0 0,-1 0 0,0-1 0,0 0 0,9-16 0,5-13 0,-2-1 0,-1-1 0,17-59 0,24-128 0,-36 133 0,25-91 0,-47 181 0,0 0 0,0 0 0,0 0 0,0 0 0,0 0 0,0 0 0,1 1 0,-1-1 0,1 0 0,0 1 0,0-1 0,0 1 0,0 0 0,0-1 0,1 1 0,-1 0 0,1 0 0,-1 1 0,6-4 0,-4 4 0,-1 0 0,1 1 0,0-1 0,-1 1 0,1-1 0,0 1 0,0 0 0,-1 1 0,1-1 0,0 1 0,-1-1 0,1 1 0,0 0 0,3 2 0,12 5 0,-1 1 0,-1 1 0,1 1 0,27 21 0,-44-30 0,46 35 0,-2 2 0,-1 3 0,43 52 0,-59-59 0,-1 2 0,-1 0 0,-3 1 0,35 77 0,-51-99 0,-1 0 0,-1 1 0,-1 0 0,0-1 0,-1 2 0,-1-1 0,-1 0 0,0 0 0,-1 1 0,-1-1 0,-5 25 0,4-31 0,-1 0 0,0-1 0,0 1 0,-2-1 0,1 0 0,-1 0 0,-1 0 0,1-1 0,-2 0 0,1 0 0,-1 0 0,-1-1 0,1 0 0,-2-1 0,1 0 0,-1 0 0,0 0 0,-17 8 0,-2-2-84,-1-2 0,0-1 0,-1-2 0,0 0 0,0-2 0,-45 3 0,-27 6-666,93-14-136,0 0 0,-1 0 0,1-1 0,0 0 0,0 0-1,0-1 1,-14-3 0,-9-5-8417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6.9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1 18474,'-17'36'3776,"17"-9"-264,7 21-635,0-12-541,-7-2-544,-4-19-1792,4 24 0,4 24 0,-4-18 0,-4 4 0,1 2 0,-4-6 0,4 0 0,3-2-2452,3-1-1357,1-3-3951,-1-21-8002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7.0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82 13681,'-30'-33'2268,"50"18"-451,-6 0-373,-1-3 28,7 27-1512,17 6-1076,-24-6-592,11 18-49,16 18-2939,-6-2-3685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7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73 15265,'-13'4'1039,"12"-4"-869,-1 1 1,1-1 0,-1 0-1,1 0 1,-1 1 0,1-1-1,0 1 1,-1-1 0,1 1-1,0 0 1,-1 0 0,1-1-1,0 1 1,0 0 0,-1 0-1,1 0 1,0 0 0,0 1-1,0-1 1,0 0 0,1 0-1,-1 0 1,0 1-1,0-1 1,1 0 0,-1 1-1,1-1 1,-1 1 0,1-1-1,0 1 1,-1-1 0,1 1-1,0 1 1,-12 64 5125,7-45-3813,1-1 0,-2 31-1,5-11-1253,2 0 1,2 0-1,13 67 0,-9-77-229,1 1 0,2-1 0,13 30 0,-18-49 0,2-1 0,-1 1 0,1-2 0,1 1 0,0-1 0,0 0 0,1 0 0,1-1 0,-1-1 0,17 12 0,-19-15 0,-1-1 0,1 1 0,0-2 0,1 1 0,-1-1 0,1 0 0,-1 0 0,12 2 0,-15-5 0,1 0 0,-1 0 0,0 0 0,1 0 0,-1 0 0,1-1 0,-1 0 0,0 0 0,0 0 0,1-1 0,-1 1 0,0-1 0,0 0 0,0 0 0,-1 0 0,1-1 0,3-2 0,5-5 0,-1 0 0,-1-1 0,0 0 0,0-1 0,-1 0 0,0 0 0,-1-1 0,-1 0 0,0-1 0,-1 1 0,0-1 0,-1 0 0,-1-1 0,0 1 0,-1-1 0,2-22 0,-2 12 0,-2 0 0,-1-1 0,-1 1 0,-1-1 0,-1 1 0,-2 0 0,0 0 0,-2 0 0,-11-28 0,5 19 10,-2 1 0,-27-42 1,33 60-31,-1 1 1,-1 1 0,0 0 0,0 0 0,-2 1 0,1 0 0,-17-10 0,25 19-309,0 1 0,0 0 1,0 0-1,0 0 0,0 1 0,0-1 1,-1 1-1,1 0 0,-1 0 0,1 0 0,-1 1 1,1 0-1,-8 0 0,8 0-600,1 1 0,-1-1 1,1 1-1,-1 0 0,1 0 0,-1 0 0,1 1 1,0-1-1,0 1 0,-4 2 0,-25 21-13938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8.0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39 222 14257,'-19'-37'2999,"16"23"1052,10 0-2542,-2 4 2877,9 19-2245,-11-5-1995,0-1 0,0 1-1,-1-1 1,1 1-1,-1 0 1,0 0 0,0 0-1,-1 0 1,1 0-1,-1 0 1,0 0 0,0 1-1,0-1 1,0 1-1,-1 4 1,4 73 715,-4-73-800,-5 92 25,-32 182 0,30-240-86,-17 63 0,24-105 0,0 0 0,0-1 0,-1 1 0,1 0 0,0-1 0,0 1 0,0 0 0,0-1 0,0 1 0,0 0 0,0 0 0,0-1 0,0 1 0,0 0 0,1-1 0,-1 1 0,0 0 0,0-1 0,1 1 0,-1 0 0,1 0 0,1-1 0,-1 1 0,1-1 0,0 0 0,0-1 0,-1 1 0,1 0 0,0 0 0,-1-1 0,1 1 0,0-1 0,-1 0 0,1 1 0,-1-1 0,1 0 0,1-1 0,26-17 0,-4-4 0,-1-1 0,0-1 0,28-42 0,-24 31 0,37-38 0,-30 40 0,1 2 0,71-49 0,-89 70 0,0 0 0,1 1 0,0 1 0,0 1 0,1 0 0,0 2 0,0 0 0,42-6 0,-53 12 0,0-1 0,0 1 0,0 1 0,-1 0 0,1 0 0,0 0 0,0 1 0,0 1 0,-1-1 0,1 2 0,-1-1 0,0 1 0,11 7 0,-9-4 0,1 1 0,-1 0 0,-1 1 0,0 1 0,0-1 0,-1 1 0,0 1 0,9 15 0,1 9 0,-1 1 0,-1 1 0,-3 1 0,18 76 0,-21-66 0,-3-16 0,1 1 0,21 53 0,-28-83 0,0-1 0,0 0 0,0 0 0,1 1 0,-1-1 0,1 0 0,-1 0 0,1 0 0,0 0 0,0-1 0,0 1 0,0 0 0,0-1 0,2 2 0,21 8 0,-14-12 0,-5-1 0,-1 1 0,0 0 0,1-1 0,-1 0 0,0 0 0,0 0 0,0 0 0,-1-1 0,1 0 0,0 0 0,-1 0 0,0 0 0,0-1 0,0 0 0,0 0 0,5-7 0,6-9 0,-1-1 0,14-26 0,-14 22 0,33-60 0,39-99 0,23-97 0,-58 143 0,-5 23 0,-46 113 0,1 1 0,-1-1 0,1 1 0,-1 0 0,1-1 0,0 1 0,0 0 0,0 0 0,0-1 0,0 1 0,0 0 0,1-1 0,0 1 0,-1 0 0,0 1 0,0-1 0,1 1 0,-1-1 0,0 1 0,1-1 0,-1 1 0,1 0 0,-1 0 0,1 0 0,-1 0 0,0 0 0,1 0 0,-1 0 0,1 0 0,-1 1 0,0-1 0,1 0 0,-1 1 0,0-1 0,1 1 0,-1-1 0,0 1 0,1 0 0,-1 0 0,0 0 0,0 0 0,0-1 0,0 1 0,0 0 0,0 1 0,0-1 0,0 0 0,0 2 0,5 5 0,0 1 0,-1-1 0,7 19 0,-6-14 0,54 127 0,-19-40 0,-13-38 0,-3 1 0,26 101 0,-45-140 0,-2-1 0,-1 1 0,0 1 0,-2-1 0,-1 0 0,-1 0 0,-1 1 0,-1-1 0,-1 0 0,-11 38 0,7-40 0,-1 0 0,-1-1 0,-1 0 0,-1-1 0,0 0 0,-2 0 0,0-2 0,-1 0 0,-1 0 0,-1-2 0,0 0 0,-1-1 0,-1 0 0,-38 21 0,-111 58-123,168-94 34,0 1 0,-1-1 0,1 1 0,-1-1 0,1 1 0,0-1 0,-1 0 0,1 1 1,-1-1-1,1 0 0,-1 1 0,1-1 0,-1 0 0,1 0 0,-1 0 0,0 1 0,1-1 0,-1 0 1,1 0-1,-1 0 0,1 0 0,-1 0 0,0 0 0,1 0 0,-1 0 0,1 0 0,-1 0 0,0 0 1,1-1-1,-1 1 0,1 0 0,-1 0 0,1-1 0,-1 1 0,1 0 0,-1 0 0,1-1 0,-1 1 0,1-1 1,-1 1-1,1 0 0,0-1 0,-1 1 0,1-1 0,0 1 0,-1-1 0,1 1 0,0-1 0,-1 0 1,1 1-80,0-1-1,-1 1 1,1 0 0,0-1 0,0 1 0,-1-1 0,1 1 0,0-1 0,0 1 0,0 0 0,0-1 0,0 1 0,0-1 0,-1 1 0,1-1 0,0 1 0,0-1 0,0 1 0,0-1-1,1 1 1,-1 0 0,0-1 0,0 1 0,0-1 0,0 1 0,0-1 0,0 1 0,1-1 0,18-5-7146,20-2-5713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48.2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63 16658,'30'0'13749,"-37"-12"-13781,0 0-1300,11-6-4761,-1-3-672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51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328 12 16005,'-23'-3'1351,"1"1"-1,-1 1 0,-40 3 1,41-1 637,-1-1 0,-36-4 0,-14-1 2570,55 7-4129,16 2-178,15 3-95,-11-7-154,18 8-2,0-2 0,1-1 0,0 0 0,0-1 0,1-2 0,35 1 0,-20-1 0,533 18 0,-353-16 0,678 6 0,-838-10-37,301 14-2278,-347-12 391,14 1-365,-7-6-8086,5-4-2468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5:51.5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279 30 11781,'-84'-28'2806,"82"28"-2601,0-1-1,0 1 1,0 0-1,0-1 1,0 1-1,0 0 1,0 0-1,0 0 1,0 1-1,0-1 1,0 0-1,0 1 1,0 0-1,1-1 1,-1 1-1,0 0 1,0 0-1,0 0 1,1 0-1,-1 0 1,-2 2-1,-13 7 2640,17-10-2741,-1 0 0,0 1 0,1-1 0,-1 1 0,0-1 0,1 0 0,-1 1 0,1-1 0,-1 1 1,1 0-1,-1-1 0,1 1 0,-1-1 0,1 1 0,-1 0 0,1-1 0,0 1 0,0 0 0,-1-1 0,1 1 0,0 0 0,0 0 0,0-1 0,0 1 0,0 0 0,-1 0 0,2-1 1,-1 1-1,0 0 0,0 0 0,0-1 0,0 1 0,0 0 0,1 0 0,-1-1 0,0 1 0,0 0 0,1-1 0,-1 1 0,1 0 0,-1-1 0,0 1 0,2 0 0,23 36 1766,-22-33-1680,43 48 1307,60 54 0,9 9-243,-23-9-1253,-4 4 0,104 170 0,-165-234 0,-2 2 0,-1 0 0,-3 1 0,-3 1 0,-1 1 0,-2 1 0,-3 0 0,-2 1 0,5 95 0,-14-83 0,-3 0 0,-2-1 0,-4 1 0,-2-1 0,-3-1 0,-3 0 0,-25 63 0,14-57 0,-4-1 0,-2-2 0,-3-1 0,-3-2 0,-89 110 0,-271 260-5234,312-337 229,33-31-1764,2 1-6006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4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209 49 11301,'1'0'129,"-1"0"-1,1 0 1,-1 0-1,1 0 1,-1 0 0,0-1-1,1 1 1,-1 0-1,1 0 1,-1-1 0,0 1-1,1 0 1,-1-1 0,1 1-1,-1 0 1,0-1-1,0 1 1,1-1 0,-1 1-1,0 0 1,0-1-1,1 1 1,-1-1 0,0 1-1,0-1 1,0 1-1,0-1 1,0 1 0,1-1-1,-1 1 1,0-1-1,0 1 1,0-1 0,-1 1-1,1-1 1,0 1-1,0-1 1,0 1 0,0-1-1,0 1 1,0 0-1,-1-1 1,1 1 0,0-1-1,0 1 1,-1-1-1,1 1 1,-1-1 0,-5-16 6071,-20 4-1666,19 23-4074,0 0 0,0 0 0,1 1-1,0-1 1,1 1 0,0 1 0,1-1 0,-4 16-1,-1-1-229,-17 62-198,-25 152-1,45-207-32,-8 51-745,3 0-1,1 112 1,11-150 138,2 0 0,1 0 1,3 0-1,2-1 0,28 84 0,-30-108-631,5 13-2782,5 1-3981,7 3-2633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5.4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46 10337,'12'-3'534,"-10"2"-44,-1 0 0,1 0 0,0 1 0,-1-1 0,1 0 1,-1 0-1,1 0 0,-1-1 0,0 1 0,1 0 0,-1-1 0,0 1 0,2-3 0,-1 2-398,-1 0-1,1 0 0,0 1 1,-1-1-1,1 1 0,0-1 1,0 1-1,0 0 0,1 0 1,-1 0-1,0 0 0,0 0 1,1 0-1,-1 1 0,0-1 1,4 0-1,47-2 501,-35 3-444,-11 0-110,27-1 242,61 7 0,-76-4-214,20 3 147,73 17 0,-87-14-173,1 0 0,-1 1 1,-1 2-1,0 0 0,0 2 0,-1 0 1,-1 2-1,0 1 0,-1 0 1,20 21-1,-37-32-33,1 0 0,-1 1 0,0 0-1,0 0 1,-1 0 0,1 1 0,-2-1 0,1 1 0,-1-1 0,0 1 0,0 0-1,0 0 1,-1 0 0,0 0 0,-1 0 0,0 0 0,-1 12 0,0-9-9,0 1 0,-2-1 1,1 0-1,-1 0 0,-1 0 0,0 0 1,0-1-1,-1 1 0,0-1 1,0 0-1,-8 9 0,-17 18-495,-1-1-1,-42 35 0,-28 10-9198,71-59 2208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6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1 7409,'0'0'8372,"-2"3"-7292,0 1-888,0 1 1,0 0-1,0 0 0,1 0 1,0 0-1,0 0 0,0 0 1,0 1-1,1-1 1,0 0-1,0 0 0,0 1 1,1-1-1,0 0 0,0 0 1,2 6-1,4 17 284,21 46 0,-23-61-334,-2-6-107,0 1-1,1-1 1,-1 0-1,1-1 1,0 1-1,1-1 1,0 0 0,0 0-1,0 0 1,1 0-1,0-1 1,0 0-1,0-1 1,8 5-1,-3-2-2,0-1 0,0-1-1,0 0 1,1-1 0,0 0 0,-1-1-1,2 0 1,16 1 0,-13-3-36,0-2 0,0 0 0,0-1 0,-1 0 0,1-1 0,24-8 0,-30 7 21,-1 0 1,1 0-1,-1-1 1,0 0-1,0-1 0,0 0 1,-1 0-1,0-1 1,0 0-1,0-1 1,7-10-1,-8 10 246,-1-1-1,0 0 1,-1 0 0,0-1-1,-1 1 1,7-21-1,-9 24 0,-1-1 0,0 1 0,0-1 0,-1 0 0,1 1 0,-2-1 0,1 0 0,-1 1-1,0-1 1,0 1 0,-3-9 0,4 12-127,-1 0 1,1 0-1,-1 0 0,1 0 0,0 0 0,0 0 1,0 0-1,1 0 0,-1 0 0,2-4 0,-1 2 60,0 1 517,-1 26-132,8 38-154,30 119 1,-14-81-297,3 29 23,19 222 0,-39-62-61,-9-248-92,-1 1 0,-2-1 0,-2 1 0,-2-2 0,-15 45 0,12-50-14,-2 0 1,-2-1 0,-34 54 0,43-75 17,-1 0-1,0-1 1,-1 0 0,-1 0 0,1-1 0,-1 0-1,-1-1 1,0 0 0,0 0 0,0-1 0,-1-1-1,-23 10 1,30-15-4,1 0 1,0 0-1,-1 0 0,1-1 0,-1 0 1,1 1-1,0-2 0,-1 1 0,1 0 1,-1-1-1,1 0 0,0 0 0,0 0 1,-1-1-1,1 1 0,0-1 0,0 0 1,-6-4-1,5 2 0,0 0 0,0 0-1,0 0 1,0-1 0,1 1 0,0-1 0,0 0 0,0-1-1,0 1 1,1-1 0,-4-8 0,2-1-8,0 0 1,1-1-1,0 1 1,1-1-1,1 0 1,0-27-1,3 5-34,9-64 0,1 41-295,3 2 0,2 0 0,3 1 1,3 0-1,2 2 0,55-94 0,72-73-3163,21 18-3354,-109 142 817,-5 10-3638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6.3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9 13525,'-17'-8'5700,"28"22"3083,1 0-5880,-2 0-4551,-2 3 1942,0 1 1,-1 1-1,-1-1 1,0 1 0,-2 0-1,4 26 1,2 119 1147,-17 107-1458,1-163-301,-4 21-2341,-2 12-3098,12-111 1178,3 34 1,6-6-7304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6.7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460 192 10737,'5'-7'320,"-2"4"-68,-1 0 0,0 0 0,0 0 1,0 0-1,-1 0 0,1-1 0,-1 1 0,1 0 0,-1-1 0,0 1 0,-1-1 0,1 1 0,0-1 0,-1 1 0,0-1 0,0 1 0,0-1 1,0 0-1,-1 1 0,1-1 0,-2-3 0,-2-7 1037,-1 0 1,-1 1-1,0-1 1,0 1-1,-1 1 1,-10-14-1,11 25-692,-6 4-466,1 0-1,0 1 0,0 0 0,0 1 0,0 0 0,1 1 0,0 0 0,0 0 1,0 1-1,-14 14 0,-3 4-2,0 1-1,2 2 1,1 0 0,-22 36 0,18-23-64,5-7-188,1 0-1,-21 48 1,37-68-106,1 0 0,0 0 1,2 0-1,-1 1 0,2 0 0,0-1 0,0 1 0,1 0 1,3 29-1,-2-43 216,0 0 0,0 1 0,1-1-1,-1 0 1,0 0 0,1 0 0,-1 1 0,0-1 0,1 0 0,0 0 0,-1 0 0,1 0 0,0 0 0,-1 0 0,1 0 0,0 0 0,0 0 0,0 0 0,0 0 0,0-1 0,0 1-1,0 0 1,0-1 0,1 2 0,1-2-8,0 1-1,-1 0 0,1-1 0,0 1 0,-1-1 1,1 0-1,0 0 0,0 0 0,-1 0 0,5-1 1,5-2-49,0-1 0,0 1 1,19-11-1,-3 0 269,-2-1 1,0-2 0,0-1-1,33-31 1,17-31 3185,-74 78-2055,-1 6-1009,8 113-1154,-5-97-494,0-2 117,0 1-1,7 17 1,15 15-9951,-4-17 273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7.3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467 68 11053,'-2'1'302,"-1"0"1,1-1-1,0 1 0,-1-1 0,1 0 1,-1 0-1,1 0 0,-1 0 1,1 0-1,-1 0 0,1-1 1,-1 1-1,1-1 0,-1 0 0,1 1 1,0-1-1,-1-1 0,1 1 1,-3-2-1,4 2-214,-1 1 0,1 0 0,0-1 0,0 1 0,-1 0 0,1 0 0,0 0 0,-1 0 0,1 0 0,0 0 0,0 0 0,-1 0 0,1 0 0,0 1 0,0-1 0,-1 1 0,-1 0 0,-1 0 132,-207 62 3078,198-60-2846,1 0 0,-1 0-1,0-1 1,0-1 0,0 0 0,0-1 0,0 0 0,0-1 0,1-1 0,-21-4 0,32 5-381,0 0 1,-1 0-1,1 0 0,0-1 1,0 1-1,0 0 0,0 0 1,1-1-1,-1 1 0,0 0 1,0-1-1,1 1 0,-1-1 1,1 1-1,-1-1 0,1 1 1,0-1-1,0-1 0,5 0-30,0 0-1,0 0 1,0 1-1,1 0 1,-1 0-1,1 0 0,0 1 1,-1 0-1,1 0 1,0 0-1,11 0 1,-6 2-16,0 0 1,-1 0 0,1 1-1,0 1 1,-1-1 0,12 6-1,-5-1-13,-1 1 0,0 0 0,-1 1 0,0 0 0,0 2 1,-1 0-1,23 23 0,-27-22-11,-2 0-1,1 1 1,-2 0 0,1 0 0,-2 1 0,0-1 0,-1 2 0,7 23 0,-10-25-23,-1 0 0,0-1 0,0 1 1,-1 0-1,-1-1 0,0 1 0,-1 0 1,-1-1-1,1 1 0,-2-1 0,0 0 1,0 0-1,-8 13 0,-25 18-48,35-41 68,-17-14 33,18 10-31,-1 1-1,1-1 0,0 0 1,0 0-1,0 1 1,0-1-1,0 0 0,0 0 1,0 0-1,1 0 1,-1 0-1,1 0 0,-1 0 1,1-1-1,0 1 0,0 0 1,0 0-1,0 0 1,0 0-1,0 0 0,1 0 1,-1 0-1,1-1 0,0-1 1,2-8-1,1-1 0,10-20 0,5-5-16,2 1 0,1 1 0,2 1 0,1 1 0,2 1 0,2 1-1,0 2 1,2 1 0,61-44 0,-79 64 69,1 0-1,-1 1 1,1 1-1,1 0 1,0 1 0,0 0-1,0 1 1,0 1-1,1 0 1,0 1 0,-1 1-1,1 1 1,18 0 0,-25 1 49,-1 1 0,1 0 0,0 1 0,0 0 0,0 0 1,-1 1-1,1 0 0,-1 0 0,0 1 0,0 0 1,0 0-1,-1 1 0,1 0 0,-1 1 0,0-1 1,-1 2-1,1-1 0,-1 0 0,-1 1 0,1 0 1,-1 1-1,0-1 0,-1 1 0,6 12 0,0 6 47,0 0-1,-2 0 0,-1 1 1,-2 0-1,5 50 0,-7 140-682,-4-124-583,0-62-2974,-10 53 0,5-46-4269,7-18-3355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7.5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234 9 10229,'0'0'403,"0"-1"0,-1 0 0,1 1 1,0-1-1,-1 1 0,1-1 0,-1 1 0,1-1 1,-1 1-1,1 0 0,-1-1 0,1 1 0,-1-1 0,1 1 1,-1 0-1,1 0 0,-1-1 0,0 1 0,1 0 1,-1 0-1,1 0 0,-1 0 0,0 0 0,1-1 0,-1 1 1,0 0-1,0 1 0,-19 8 2888,16-5-3011,0-1 0,0 1 0,0 0-1,0 1 1,1-1 0,-6 10 0,-33 69 1429,-39 110-1,70-164-1385,3 0 0,0 1 0,2-1-1,1 1 1,2 1 0,0-1-1,5 62 1,-2-85-611,1 0 0,1 1 1,0-1-1,0 0 0,0 0 0,1 0 1,0 0-1,0 0 0,0-1 1,1 0-1,0 1 0,1-1 0,-1-1 1,1 1-1,0-1 0,1 1 0,-1-1 1,1-1-1,0 1 0,0-1 0,0 0 1,1-1-1,6 4 0,-9-6-474,0 1 1,0-1-1,-1 0 1,1 0-1,0 0 1,0 0-1,0-1 0,0 0 1,0 0-1,0 0 1,5 0-1,0-1-1089,49-1-10036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7.9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58 312 12349,'-4'8'731,"-2"7"20,6-5 3809,0-7-4317,1-1 0,0 1 0,0 0 0,1-1 0,-1 0 1,0 1-1,1-1 0,0 0 0,-1 0 0,1 0 0,0 0 0,0 0 0,0 0 0,0 0 0,0-1 1,1 1-1,-1-1 0,0 1 0,1-1 0,-1 0 0,1 0 0,0 0 0,-1-1 0,1 1 0,0 0 0,-1-1 1,5 1-1,8-1 30,0 1 1,0-2-1,28-4 1,-19 2 161,-2 1-358,0-1 0,-1-2 0,0 0 0,0-1 0,0-1 0,-1-1 0,0-1 0,26-15 0,-38 20-75,0-1-1,-1 0 1,0-1 0,0 1-1,0-1 1,0-1-1,-1 1 1,0-1-1,-1-1 1,1 1 0,-1-1-1,-1 1 1,0-1-1,0-1 1,0 1-1,-1 0 1,0-1-1,-1 0 1,0 0 0,0 0-1,-1 0 1,0 0-1,0-9 1,-4-23-127,2 38 136,0-1 0,0 1 0,0-1 0,0 0 0,-1 1 0,1 0 0,-1-1 0,0 1 0,0 0 0,0 0 0,-1 0 0,1 0 0,-1 0 0,1 1 0,-1-1 0,-6-3 0,3 1 48,0 1-1,-1 1 1,1-1 0,-1 1 0,0 0 0,0 1 0,-7-2 0,6 2 38,0 2 0,0-1 1,0 1-1,0 0 1,0 1-1,0 0 1,0 0-1,1 1 1,-1 0-1,0 0 1,1 0-1,-1 1 0,1 1 1,0-1-1,0 1 1,0 0-1,-11 10 1,-4 4 336,1 1 1,1 0-1,-32 41 1,23-20-114,1 1 0,3 1 0,-32 70 0,50-96-331,0 0 1,1 1-1,1-1 0,1 1 1,1 0-1,0 1 0,1-1 1,0 0-1,2 1 0,0-1 1,3 20-1,-1-28-18,-1 0 1,2 0-1,-1 0 0,1 0 1,1-1-1,-1 1 0,1-1 1,1 0-1,0 0 1,0 0-1,0-1 0,1 0 1,0 0-1,1 0 1,-1-1-1,1 1 0,0-2 1,1 1-1,0-1 0,-1 0 1,2-1-1,13 6 1,10 2-873,0-3 0,0 0 1,1-2-1,59 4 1,140-4-8957,-195-7 7027,68-2-9020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08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208 0 13453,'0'0'6653,"-10"12"-4501,0 0 1444,0 0-2368,0 0-235,-7 9-173,1 0-504,2 7-716,1-1-1201,-21-27-1307,1 27-256,20 18-3093,-14 3-5640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3.1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58 321 12117,'-1'0'184,"0"0"1,0 1-1,1-1 0,-1 0 0,0 0 1,0 0-1,0 0 0,0 1 0,0-1 1,0 0-1,0-1 0,0 1 1,1 0-1,-1 0 0,0 0 0,0 0 1,0-1-1,0 1 0,0-1 0,1 1 1,-1 0-1,0-1 0,0 1 0,1-1 1,-1 1-1,0-1 0,1 0 0,-1 1 1,0-1-1,1 0 0,-1 1 0,1-1 1,-1 0-1,1 0 0,0 0 1,-1 1-1,1-1 0,0 0 0,-1 0 1,1 0-1,0 0 0,0-1 0,-8-15 1121,6 14-890,0 1-72,0-1 0,0 0 0,0 0 0,1 0-1,-1 0 1,1 0 0,-1 0 0,1-1 0,0 1 0,0 0 0,1-1 0,-1 1 0,1-1 0,-1 1-1,1 0 1,0-1 0,1 1 0,-1-1 0,2-5 0,0 2-180,1 1-1,-1-1 1,1 1 0,1 0 0,0 0-1,-1 1 1,2-1 0,-1 1 0,1-1-1,-1 1 1,2 1 0,-1-1 0,10-6-1,11-7 454,46-23-1,-68 40-562,22-13 78,2 1 0,50-16 1,-70 26-120,-1 1 0,1 0 0,0 1 0,0-1 0,0 1 0,0 1 0,1 0 0,-1 0 0,0 0 1,0 1-1,0 0 0,0 1 0,0 0 0,0 0 0,10 5 0,-15-5-12,0 0 0,0 1 0,0-1 0,0 0 0,0 1 0,-1 0 0,1-1 0,-1 1 0,0 0 0,0 0 0,0 1 0,0-1 0,-1 0 0,1 1 0,-1-1 0,0 1 0,0-1 0,0 1 0,0-1 0,-1 5 0,2 9 0,-2 0 0,0 0 0,-3 22 0,0-2 0,2-23 0,1-1 0,0 1 0,1-1 0,0 1 0,1-1 0,1 0 0,0 0 0,0 0 0,2 0 0,-1 0 0,2-1 0,0 0 0,0 0 0,1 0 0,0-1 0,1 0 0,18 19 0,-1-7 0,2 0 0,57 36 0,-52-39 0,-1 2 0,29 27 0,-55-44 0,0 0 0,0 0 0,-1 0 0,1 1 0,-1 0 0,5 11 0,-7-14 0,-1 0 0,0 0 0,0 0 0,0 1 0,-1-1 0,1 0 0,-1 0 0,1 1 0,-1-1 0,0 1 0,-1-1 0,1 0 0,-1 1 0,1-1 0,-1 0 0,-2 5 0,-1 2 0,0-1 0,-1 0 0,-1 0 0,0 0 0,0-1 0,0 0 0,-1 0 0,0 0 0,-1-1 0,-11 9 0,-14 8 0,-50 28 0,-10 6 0,29-13-221,36-28-145,2 2 0,0 1-1,1 1 1,-24 26-1,11-1-6522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3.5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853 1 13333,'-2'1'64,"-51"17"2528,-55 28-1,107-46-2535,-14 6 725,-1 1 0,1 1 0,0 0 0,1 1 0,0 1 0,0 0 0,-16 16 0,-15 24 98,3 1 0,2 2 0,3 2 0,-46 89 0,-89 255 2609,141-308-3488,3 2 0,5 0 0,4 2 0,4 1 0,4 0 0,4 0 0,5 1 0,17 173 0,-5-205 0,2 0 0,4-1 0,2 0 0,3-1 0,3-1 0,2-2 0,3 0 0,53 80 0,-48-90 0,3-2 0,2-1 0,1-2 0,3-2 0,1-1 0,2-3 0,2-2 0,2-1 0,73 38 0,-61-43 0,1-2 0,1-4 0,2-3 0,0-2 0,1-3 0,1-3 0,1-3 0,-1-4 0,1-2 0,0-3 0,1-3 0,-1-3 0,-1-3 0,119-28 0,-153 25-96,-1-1 1,0-2-1,0-1 1,-2-1-1,0-2 1,0-1-1,-2-2 1,0 0-1,49-48 1,-51 40-26,-2-1 1,-1-1-1,-1-1 1,-2-1 0,-1-1-1,-1-1 1,-2 0 0,23-71-1,-25 55 63,-2-1-1,-3 0 1,-2-1-1,-2 0 1,-2 0-1,-3 0 1,-2 0-1,-2 0 1,-2 0-1,-3 0 1,-17-60-1,7 49 148,-3 2 0,-3 0 0,-2 2 0,-3 0 0,-2 2 0,-3 2 0,-3 1 0,-67-78 0,44 64-5,-3 4-1,-3 2 1,-2 3 0,-3 3 0,-3 4 0,-1 2-1,-3 4 1,-159-69 0,189 98-69,-98-24 0,121 36-189,1 1-1,-1 2 1,1 0 0,-1 2-1,0 0 1,-25 5-1,44-4-63,0 0 0,1 0 0,-1 1 1,0-1-1,1 2 0,-1-1 0,1 0 0,0 1 0,0 0 0,0 1 0,0-1 0,1 1 0,-1 0 1,1 0-1,0 0 0,0 0 0,0 1 0,-5 8 0,7-9-223,0 0 0,1 0-1,-1 0 1,1 1 0,0-1 0,0 0-1,0 1 1,1-1 0,0 0 0,0 1-1,0-1 1,0 0 0,0 1-1,1-1 1,0 0 0,0 1 0,0-1-1,1 0 1,-1 0 0,1 0 0,0 0-1,0 0 1,0 0 0,1-1 0,4 6-1,2 2-3169,1-1 0,19 15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3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22 15617,'-23'-21'15554,"24"24"-14221,11 43-1171,9 69 0,-1 2-223,54 338 61,-63-365 0,11 83 0,27 186 0,-25-192 2,23 126 0,-33-231-10,1-2 0,40 98 0,-48-142-614,1 0-1,1 0 1,0-1-1,1 0 1,16 20 0,-19-28-1124,0 0-1,1 0 1,-1 0 0,1-1 0,1 0 0,9 5 0,3 0-12060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4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392 141 13045,'-56'-18'879,"-127"-50"3511,152 55-3199,9 3 839,0 1 0,-1 1 0,-32-7 0,101 30 271,-16-3-1978,39 11 176,-1 3 0,71 37 0,-128-57-467,90 45 350,107 71 0,-162-90-350,-1 2 0,-2 1 0,-1 3 0,45 51 0,-69-67-26,0 1 0,-1 0 0,-2 1 0,0 1 0,-1 0 0,-2 1-1,-1 1 1,-1 0 0,-1 0 0,6 30 0,-13-41-5,0 0 0,0 1-1,-2-1 1,0 0 0,-1 0-1,0 0 1,-2 0 0,0 0 0,0 0-1,-9 21 1,3-16 1,0 0-1,-2-1 0,-1 0 1,0 0-1,-1-2 0,-25 28 1,5-11-6,-1-2 0,-51 38 0,-80 45-52,130-92 35,-69 44-548,40-28-2178,-83 68-1,105-67-1227,20-15-3213,13-11-5297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4.5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31 438 14829,'-4'-6'523,"0"0"402,0 0 0,0-1 0,1 1 0,0-1 0,0 0 0,-2-10 1,4 15-736,1 0 0,0 0 0,0 1 1,0-1-1,0 0 0,0 0 0,1 0 0,-1 1 1,1-1-1,-1 0 0,1 0 0,-1 1 1,1-1-1,0 0 0,0 1 0,0-1 1,0 1-1,0-1 0,0 1 0,0-1 0,0 1 1,1 0-1,-1 0 0,0-1 0,1 1 1,-1 0-1,1 0 0,-1 1 0,1-1 1,0 0-1,-1 0 0,4 0 0,2-1 71,-1 0-1,0 1 1,1 0 0,-1 0-1,1 0 1,0 1-1,-1 0 1,11 2 0,53 9 552,-55-8-652,11 4-58,1 1 0,-1 1 1,-1 1-1,0 1 0,0 2 0,-1 0 1,-1 1-1,0 2 0,-1 0 0,-1 1 1,-1 1-1,25 28 0,-29-25-103,-2 0 0,0 1 0,-1 1 0,-1 0 0,-2 1 0,0 0 0,-1 0 0,-2 1 0,9 48 0,-11-38 0,-1 0 0,-3 1 0,0-1 0,-3 1 0,0-1 0,-11 48 0,7-50 0,-15 44 0,17-70 0,0-12 0,0-10 0,2-5 0,1 0 0,1 1 0,1-1 0,0 0 0,2 0 0,6-25 0,40-118 0,-30 107 0,17-60 32,66-180-633,-68 223-2189,44-71 1,13 11-8121,-43 73-1815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4.9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1 403 11597,'33'-12'9227,"-29"14"-8554,0 0 0,1 0 0,-1-1 1,0 1-1,9 0 0,13 2-123,1-2-1,0-1 1,0-1 0,0-2 0,0 0 0,46-11-1,-55 10-454,0-2 0,0 0 0,0-1 1,-1 0-1,0-2 0,17-9 0,-24 11-49,-1-1 0,1 0 0,-1-1 0,-1 1 0,1-2 0,-1 1 1,-1-1-1,0 0 0,0-1 0,-1 0 0,6-10 0,-6 7 86,1-1-1,-2 0 1,0 0 0,-1 0-1,0 0 1,2-27 0,-5 37-73,-1 0 1,1 0-1,-1 0 1,0 0-1,-1 0 1,1 0-1,-1 0 1,1 0 0,-1 0-1,0 1 1,-1-1-1,1 0 1,-1 0-1,1 1 1,-1-1 0,0 1-1,-1 0 1,1-1-1,-1 1 1,1 0-1,-1 0 1,0 1 0,0-1-1,0 1 1,0-1-1,0 1 1,-1 0-1,1 0 1,-1 0 0,1 1-1,-6-3 1,1 3-60,1 0 1,0 0 0,-1 1-1,1 0 1,-1 0 0,1 0-1,-1 1 1,1 0 0,0 1 0,0-1-1,0 2 1,-1-1 0,2 1-1,-1 0 1,0 0 0,-7 5-1,-5 4 0,0 0-1,1 1 1,1 1-1,-19 19 1,17-14 0,1 1 0,1 1 0,0 1 0,2 0 0,1 1 0,1 1 0,1 0 0,-18 49 0,25-57 0,1-1 0,0 1 0,1 0 0,1 1 0,0-1 0,1 0 0,1 1 0,1-1 0,0 0 0,1 0 0,1 1 0,0-1 0,1-1 0,1 1 0,13 29 0,-8-28-64,0-1 1,1 0-1,0 0 1,1-1-1,1 0 1,1-1-1,0-1 0,0 0 1,1-1-1,1-1 1,0 0-1,1-1 1,0-1-1,0-1 1,1 0-1,24 7 0,-6-5-297,0-1-1,1-2 0,0-2 1,0-1-1,0-2 0,0-1 0,61-8 1,38-9-4994,-46 2-1468,18-6-6808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7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55 10529,'-1'-3'782,"-1"-1"1,-1 0-1,1 1 1,0-1-1,-1 1 1,1 0-1,-1 0 1,0 0-1,0 0 1,-1 1-1,1-1 1,0 1-1,-1 0 1,1 0-1,-6-2 1,-1-2 4772,9 11-3884,1 8-1449,-1 1 0,1-1 0,1 1 0,1-1-1,3 18 1,23 73 754,-11-46-791,6 24-185,27 115 0,-44-168 0,99 569 0,-41-249 0,-59-326-626,1 0 0,1-1-1,1 0 1,2 0 0,0-1 0,1 0-1,13 19 1,-22-38-183,-1 0-1,1 0 0,-1 0 1,1 0-1,0 0 0,0-1 1,0 1-1,0-1 1,0 1-1,0-1 0,1 0 1,3 2-1,-2-1-829,22 7-10970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7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27 504 14101,'-22'-21'2955,"18"17"1882,6 2-3057,3-3-1493,0 1-1,0 0 0,0 0 0,1 0 0,0 0 0,0 1 0,0 0 0,0 1 0,12-5 0,68-13 531,-49 13-442,188-42-123,295-73-3341,-266 40-1884,-8-24-3327,-147 55-332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7.8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196 121 9465,'-3'-12'708,"3"9"-470,0 0 1,-1 0 0,0 0 0,1 0-1,-1 1 1,0-1 0,-1 0-1,1 0 1,0 1 0,-1-1-1,1 1 1,-1-1 0,0 1 0,0 0-1,0 0 1,-3-3 0,-6-3 1281,0 0 0,0 0 0,0 2 0,-1-1 0,0 1 0,-1 1 0,1 1 0,-19-5 0,29 9-1264,0 0 0,-1 0 1,1 1-1,0-1 0,0 1 1,0 0-1,0 0 0,0 0 1,0 0-1,0 0 0,0 0 1,1 0-1,-1 1 1,0-1-1,1 0 0,-1 1 1,-2 3-1,2 3-217,0 1 0,1 0 0,0 0 1,0 0-1,1 0 0,1 12 0,-1 4-71,14 422 32,-5-282 0,-5-85 10,11 161 25,-9-189-114,2 0-1,23 77 1,-25-107-262,41 113-5199,-39-119 2849,0 0 0,1 0 0,12 16 0,17 10-10254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8.1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86 574 15433,'-64'-28'3041,"48"25"-95,11 1 1091,9-5-1588,2-2-2998,0 2 740,0 1 1,1 0-1,0 0 0,-1 1 0,2 0 0,-1 0 0,0 1 1,1 0-1,0 0 0,0 1 0,0-1 0,11-1 0,13-7 48,300-99-1110,-65 24-1642,-184 57 1682,310-129-1827,-333 136 2968,-40 15 668,33-16-1,-52 23-882,0 1-1,0-1 1,0 0-1,1 0 1,-1 1-1,0-1 1,1 1-1,-1-1 1,0 1-1,1 0 1,-1-1-1,1 1 1,-1 0-1,1 0 1,-1 0-1,0 0 1,1 0-1,-1 0 1,1 1-1,-1-1 1,1 0-1,-1 1 1,0-1-1,1 1 1,-1-1-1,0 1 1,0 0-1,1 0 1,-1-1-1,0 1 1,0 0-1,0 0 1,0 0-1,0 0 1,0 0-1,0 1 1,1 1-1,2 5 355,-1-1 1,1 1-1,-2 0 0,1 0 0,1 12 0,-1-8-344,38 193 905,-30-134-1540,4 0-1,40 119 0,-43-160-1269,9 25-3600,-3-19-2381,4 0-5536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8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31 133 12181,'-10'-45'1852,"0"24"-380,6 3-299,-3 3-341,28-4-2197,-5 4-1187,11 15-1376,27 9-2753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8.5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1 470 12633,'1'-1'169,"0"1"0,0-1 0,1 0 0,-1 0 0,0 1-1,0-1 1,0 0 0,0 0 0,-1 0 0,1 0 0,0 0 0,0 0 0,-1-1-1,1 1 1,0 0 0,-1 0 0,1 0 0,-1-1 0,1 1 0,-1 0 0,0-3-1,1-1 1187,2 2-1031,0 1 1,0-1 0,0 1-1,1 0 1,-1 0-1,0 1 1,1-1-1,-1 1 1,1-1-1,3 0 1,-4 1-90,13-5 567,0-1 0,-1-1 0,20-13-1,3-2 6,-13 9-472,-1-1 0,-1-1 0,-1-1-1,26-26 1,-39 35-287,-1 0 0,-1-1 0,0 0 0,0 0 0,0 0 0,-2-1 0,1 0 0,-1 0 0,0-1 0,-1 0 0,-1 1 0,1-1 1,1-15-1,-4 23-32,-1-1 1,0 1 0,1-1 0,-2 1 0,1 0-1,0-1 1,-1 1 0,1 0 0,-1-1 0,0 1 0,0 0-1,0 0 1,0 0 0,-1-1 0,0 2 0,1-1-1,-1 0 1,0 0 0,0 0 0,0 1 0,-1-1 0,1 1-1,-1 0 1,1 0 0,-1-1 0,0 2 0,0-1-1,0 0 1,0 1 0,-4-3 0,1 3 80,0-1 1,0 1-1,0-1 1,0 2-1,0-1 1,0 1-1,-1 0 1,1 0-1,0 0 1,0 1-1,0 0 1,0 0-1,0 1 1,0 0-1,0 0 1,-5 3-1,0 1 33,0 0 0,1 1-1,-1 1 1,2 0 0,-1 0 0,1 1-1,1 0 1,-1 1 0,2 0-1,-1 0 1,-6 13 0,0 3 161,1 0-1,1 1 1,-14 45 0,22-54-390,0 1-1,1-1 1,0 1-1,2 0 1,0 0-1,1 0 1,1 0-1,1 0 1,1 0-1,1-1 1,0 1-1,1-1 1,1 0-1,1 0 1,0-1-1,1 0 1,1 0-1,1-1 1,0 0-1,1 0 1,1-1-1,0-1 1,1 0-1,1-1 1,0 0-1,1-1 1,0-1-1,0 0 1,33 16-1,-25-17-1600,-1-1 0,2-1 0,40 8 1,-42-13-1335,0 0 0,27 0 0,10-5-7863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8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59 462 12157,'-17'-42'1264,"10"26"-124,1 0 1,1 0-1,-6-33 0,8 38-648,-6-46 4153,9 54-4371,0 1 0,-1-1 0,1 1-1,1-1 1,-1 1 0,0-1 0,0 1 0,1-1 0,0 1-1,-1-1 1,1 1 0,0-1 0,0 1 0,0 0 0,1-1-1,-1 1 1,0 0 0,4-3 0,-3 4-206,-1 0 1,1 0 0,0 0-1,0 0 1,0 0-1,0 1 1,0-1-1,0 1 1,0 0-1,0-1 1,0 1-1,0 0 1,0 0-1,0 0 1,0 1-1,0-1 1,0 0-1,0 1 1,0-1-1,0 1 1,0 0-1,0 0 1,-1 0 0,1 0-1,0 0 1,1 1-1,5 1 71,18 10-20,0 1 0,0 2 1,-2 0-1,0 2 0,-1 0 0,0 2 1,-2 0-1,-1 1 0,0 1 0,-1 2 1,24 38-1,-17-18 52,-1 1 0,-2 2-1,-3 0 1,-1 1 0,23 97 0,-31-95-171,-3 0 0,-2 1 0,-1 66 0,-6-80 0,-2 1 0,-1-1 0,-2 0 0,-1 0 0,-16 45 0,14-63 0,2-9 0,3-13 0,2-15 0,2 15 0,-1-30 0,1 0 0,2 0 0,7-44 0,28-103 0,-20 105 0,13-63-2918,70-194 0,-78 274 1067,3 1 1,2 2-1,3 1 1,2 1-1,73-93 0,-44 79-10992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49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807 36 15273,'-19'-35'3437,"19"35"-3317,-1 0 0,1 0-1,0 0 1,0 0 0,-1 0 0,1-1 0,0 1 0,0 0 0,-1 0 0,1 0 0,0 0 0,0 0 0,-1 0-1,1 0 1,0 0 0,0 0 0,-1 1 0,1-1 0,0 0 0,0 0 0,-1 0 0,1 0 0,0 0 0,0 0 0,0 0-1,-1 1 1,1-1 0,0 0 0,0 0 0,0 0 0,-1 1 0,1-1 0,0 0 0,0 0 0,0 0 0,0 1-1,0-1 1,-1 0 0,1 0 0,0 1 0,0-1 0,0 0 0,0 0 0,0 1 0,0-1 0,0 0 0,0 0 0,0 1-1,-8 17 1505,7-16-786,-12 22 130,-1-1 0,-1 0 0,-1-1 0,-25 26 0,-5 7-88,-46 72-880,-85 156 0,31 22-1210,110-223 131,-69 186-10044,95-241 9199,-49 127-12523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10.0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108 372 8169,'-15'-15'2047,"1"0"0,1-1 0,1-1 0,0 0 0,-13-24-1,22 36-1765,1 0-1,0-1 0,0 1 1,0 0-1,1-1 0,-1 1 0,1-1 1,1 0-1,-1 1 0,1-1 0,0 0 1,0 1-1,0-1 0,1 0 0,0 1 1,0-1-1,1 1 0,-1-1 1,1 1-1,1 0 0,-1 0 0,1 0 1,-1 0-1,5-6 0,1 2 9,0 0 0,0 1 0,1 0 0,0 0 0,0 1 0,1 0 0,0 0 0,0 1 0,1 1 0,-1 0 0,1 0 0,19-5 0,-14 6-123,1 0 0,-1 1-1,1 1 1,0 0 0,0 2 0,0 0-1,-1 0 1,23 5 0,-33-5-163,1 2 1,-1-1-1,0 1 0,0 0 1,-1 0-1,1 1 1,0-1-1,-1 1 1,1 0-1,-1 1 0,0 0 1,0-1-1,0 2 1,-1-1-1,0 0 1,1 1-1,-1 0 0,-1 0 1,6 8-1,-5-4-3,-1-1-1,0 1 1,0-1-1,-1 1 1,0 0-1,-1 0 0,0 0 1,0 0-1,-1 0 1,0 0-1,0 0 1,-4 18-1,-2 6 1,-2-1 0,-2 0 0,-1-1 0,-1 0 0,-19 34 0,-92 138 0,64-110 0,9-15 0,-58 101 0,103-169 0,0 0 0,1-1 0,0 2 0,1-1 0,1 0 0,-1 1 0,0 14 0,3-23 0,-1 1 0,1 0 0,0 0 0,1 0 0,-1 0 0,0 0 0,1 0 0,0 0 0,-1 0 0,1 0 0,1-1 0,-1 1 0,0 0 0,0-1 0,1 1 0,0-1 0,-1 1 0,1-1 0,0 0 0,0 0 0,0 0 0,1 0 0,-1 0 0,0 0 0,1 0 0,-1-1 0,1 1 0,0-1 0,-1 0 0,6 2 0,10 1-17,0 0 0,1-1-1,-1 0 1,1-2 0,0 0 0,0-1-1,-1-1 1,25-5 0,150-37-613,-167 36 486,241-77-4167,-230 69 2542,-1-2 0,-1-1 0,-1-1 1,-1-2-1,44-37 0,23-30-12161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10.4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724 181 10841,'-55'-25'1059,"27"12"246,0-1 0,-34-22 0,29 13 792,-38-22 2960,64 41-4459,0 0 1,0 1-1,-1 0 1,1 0-1,0 1 1,-1 0-1,-12-2 1,15 5-382,0 0 0,0 0 0,0 0 0,0 0 0,0 1 0,1 0 0,-1 0 1,1 0-1,-1 1 0,1 0 0,-6 4 0,3-1-83,0 0 0,1 0 0,-1 1 0,1 0 0,1 0 0,-1 0 0,1 1 0,0 0 0,-5 14 0,-3 8 368,-11 44 0,16-48-441,-107 369-61,83-263 0,-14 140 0,40-213 0,2-1 0,2 1 0,3 0 0,13 81 0,-9-110 0,1 1 0,2-1 0,1-1 0,1 0 0,2 0 0,1-1 0,1 0 0,1-1 0,1-1 0,21 25 0,-17-27-3,2-1 1,0-1-1,1-1 0,2-1 0,0-1 1,1-1-1,0-1 0,30 13 0,-19-13-11,1-2 1,1-2-1,0-1 0,1-2 0,62 8 0,-37-12-38,1-3 1,118-8-1,123-42-190,-227 29-40,-2-4 0,0-3-1,-2-3 1,-1-4-1,-1-3 1,-2-3 0,87-61-1,-118 69 206,-2-3 0,-1-1 0,-1-1 1,-2-2-1,40-56 0,-52 61 82,-2-1 0,-2-1 0,-1-1 0,-1-1 0,-3 0 0,0-1 0,13-62 0,-20 58 37,-2-1-1,-2 0 1,-1 0 0,-2 0 0,-3 0-1,0 1 1,-3-1 0,-2 1-1,-1 0 1,-2 1 0,-2 0 0,-2 0-1,-21-40 1,21 52-61,-1 0 1,-1 0-1,-2 2 0,-1 0 0,-1 2 1,-1 0-1,-41-34 0,43 42-219,-1 1 0,0 1 1,-1 2-1,-1 0 0,0 1 0,0 1 0,-1 1 0,-1 1 0,1 1 0,-36-4 0,43 8-511,-1 2 0,1 0 0,0 1-1,-1 1 1,-17 3 0,24-2-624,0 0 0,-1 1 1,2 1-1,-1 0 0,-11 6 0,-30 24-10310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19.2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125 0 11681,'-12'8'1219,"-1"0"-1,0-2 1,0 1-1,-23 7 1,33-14-931,0 1-1,1 1 1,-1-1 0,1 0 0,-1 1 0,1-1 0,-1 1 0,1 0 0,0-1 0,0 1 0,-3 3 0,0 11 4223,5-15-4390,0 0 0,1 1 0,-1-1 0,1 0 0,-1 1 0,1-1 1,0 0-1,0 0 0,-1 1 0,1-1 0,0 0 0,0 0 0,0 0 0,0 0 1,0 0-1,0 0 0,1 0 0,-1-1 0,0 1 0,3 1 0,28 11 415,0-5-228,0-2 1,0-1-1,1-2 1,52-1-1,-27-1-88,491-3 794,2-26-635,-244 11-313,26-6-612,-320 22 284,-1 1 0,0 1 0,1 0 0,18 5 0,-15-3-194,4 4-2307,-19-7 2676,-1 0-1,0 0 0,1 1 1,-1-1-1,0 0 1,0 1-1,1-1 0,-1 0 1,0 1-1,0-1 0,1 0 1,-1 1-1,0-1 0,0 0 1,0 1-1,0-1 0,0 1 1,0-1-1,1 0 1,-1 1-1,0-1 0,0 1 1,0-1-1,0 0 0,-1 2 1,0 0-738,0 0 0,0 0 1,0 0-1,0 0 0,-1 0 0,1 0 1,-1 0-1,1-1 0,-4 4 0,2-3-1188,-16 18-9429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19.6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878 40 12025,'-4'0'732,"-1"-1"-1,1 0 1,-1 0 0,1 0 0,-1 0-1,1-1 1,0 1 0,0-1-1,0 0 1,0 0 0,0-1-1,0 1 1,1-1 0,-1 0-1,-4-5 1,7 7-543,1 1 0,-1-1 1,1 1-1,-1-1 0,1 1 0,-1 0 0,1-1 0,-1 1 1,1 0-1,-1-1 0,0 1 0,1 0 0,-1-1 0,1 1 1,-1 0-1,0 0 0,1 0 0,-1 0 0,0 0 0,1 0 0,-1 0 1,0 0-1,1 0 0,-1 0 0,0 0 0,1 0 0,-2 1 1,1 0-13,0 0 0,0 0 1,0 0-1,0 0 0,0 0 1,1 0-1,-1 0 0,0 0 1,1 0-1,-1 1 0,1-1 1,-1 0-1,1 0 1,-1 1-1,1-1 0,0 2 1,-1 10-62,1-1 1,0 0-1,1 0 1,0 1 0,6 18-1,-3-6-92,9 128-24,-6-47 0,27 170 0,15 209 0,-47-421 0,-3-1 0,-2 1 0,-3-1 0,-3-1 0,-28 101 0,32-148 0,-1-1 0,0-1 0,-1 1 0,0-1 0,-1 0 0,-1-1 0,0 1 0,-1-2 0,0 0 0,-1 0 0,0 0 0,0-2 0,-1 1 0,-1-1 0,1-1 0,-2-1 0,-16 9 0,10-8 0,-1 0 0,0-1 0,0-1 0,0 0 0,0-2 0,-1-1 0,0-1 0,1 0 0,-1-2 0,0 0 0,-30-6 0,29 2-889,1-1 0,-1-2 0,1 0 0,0-1 0,0-2 0,1 0-1,-37-24 1,45 25 56,1 0-1,0 0 1,1-1-1,0 0 1,0-1-1,1-1 1,1 1-1,0-2 1,0 1-1,1-1 1,1 0-1,0-1 1,-5-14-1,4-10-10167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0.1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 5 12873,'-11'1'1363,"-1"-1"0,1-1 0,-1 1-1,-11-4 1,20 4-1124,1 0 0,-1 0-1,0 0 1,1 0 0,-1 0-1,1 0 1,-1 1 0,1-1-1,-1 1 1,1 0 0,0 0-1,-1 0 1,1 0 0,0 0 0,-1 0-1,1 1 1,0-1 0,0 1-1,0-1 1,0 1 0,1 0-1,-1 0 1,0 0 0,1 0-1,-1 0 1,1 0 0,0 0 0,0 1-1,0-1 1,0 0 0,0 1-1,-1 2 1,-2 10 288,0 0 0,1 0 0,0 0 0,0 16 0,2-20-363,-3 25 361,0-9-219,1 0 0,2-1 0,0 1 0,7 53 0,-2-58-247,1-1 0,1 1 0,1-1 1,0 0-1,2-1 0,20 35 1,-23-45-126,1 0 0,0 0 0,1-1 0,0 0 0,0 0 1,1-1-1,0 0 0,0-1 0,1 0 0,0 0 0,0-1 1,1 0-1,21 7 0,-25-10 3,1-2 1,0 1-1,1-1 0,-1 0 1,0 0-1,0-1 0,0-1 1,0 1-1,0-1 1,1 0-1,-1-1 0,-1 0 1,1 0-1,0-1 0,0 0 1,11-7-1,-4 2 116,-1-2 0,0 0 0,-1 0 0,0-2 0,-1 1 0,0-2 0,-1 1 0,0-1 0,-1-1 0,0 0 0,-2-1 0,1 0 0,-2 0 0,11-29 0,0-13 310,-2-2 1,14-108-1,-23 120-327,-3 23-36,-1 142 0,0-46 0,-2-37-718,2-1 1,1 0-1,2 0 1,1-1-1,1 1 0,17 39 1,-21-60 351,2-1 0,0 0 0,0-1 0,1 1 0,0-1 0,1-1 0,1 1 0,-1-2 0,1 1 0,1-1 1,0 0-1,0-1 0,1 0 0,0-1 0,0 0 0,1-1 0,0 0 0,0-1 0,17 6 0,17-3-6232,1-6-4245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0.3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232 85 11457,'-12'-47'2692,"12"45"-2399,-1 0-1,1 0 0,-1 0 0,0 0 1,1 1-1,-1-1 0,0 0 0,0 1 0,0-1 1,0 0-1,0 1 0,-1-1 0,1 1 1,0 0-1,-1-1 0,1 1 0,-1 0 1,1 0-1,-1 0 0,-2-1 0,-1-1 782,4 2 676,-19 14 1445,17-11-3011,0 1-1,1 1 1,0-1 0,0 0-1,0 1 1,0-1 0,0 1-1,1-1 1,-1 1 0,1 0-1,-1 6 1,-4 49 1313,5-33-911,-72 746 1589,53-629-2175,-23 276 0,42-403-645,1 0 0,1 0 0,0 0 0,2 0 0,0 0-1,0 0 1,1-1 0,7 17 0,-7-24-7,0 0-1,1-1 1,-1 1 0,1-1-1,1 0 1,-1-1 0,1 1-1,0-1 1,1 0-1,-1 0 1,1-1 0,1 0-1,-1-1 1,1 1 0,-1-1-1,13 4 1,20 7-12235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0.6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212 55 12185,'-1'-3'422,"1"0"1,-1 0-1,0 1 0,0-1 1,-1 0-1,1 1 0,0-1 1,-1 0-1,0 1 0,1 0 0,-1-1 1,0 1-1,0 0 0,-4-3 1,40-7 3578,-19 11-3731,0 0-1,0 1 1,0 1 0,0 1 0,0 0 0,0 1 0,0 1-1,14 5 1,-9-2-97,-1 1 0,0 0-1,-1 2 1,0 0-1,24 18 1,-37-25-144,0 1 1,-1-1-1,0 1 1,1 0-1,-1 0 0,-1 0 1,1 1-1,-1 0 1,0-1-1,0 1 1,0 0-1,0 1 0,-1-1 1,0 0-1,0 1 1,0-1-1,-1 1 0,0-1 1,0 1-1,-1 0 1,1-1-1,-1 1 0,0 0 1,-1 0-1,1-1 1,-1 1-1,-3 9 0,1-6 0,-1 0-1,0 0 0,-1 0 1,0 0-1,-1-1 0,1 0 0,-2 0 1,1 0-1,-1-1 0,0 0 0,-9 6 1,-13 9 66,-55 32 0,66-43-87,-134 77-203,3-1-3839,96-65-7207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1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91 164 11973,'0'0'3538,"0"3"-2051,3 19 78,-2-15-1329,0 0 0,0 0 0,1-1 0,-1 1 0,1 0 0,1-1-1,-1 1 1,1-1 0,0 0 0,6 8 0,4 3-189,0-1 0,1-1 0,1 0 0,1-1-1,32 24 1,-38-32-101,139 84-3439,-144-87 3377,0-1 1,1 1-1,0-1 0,-1 0 0,1-1 0,0 1 0,0-1 0,0 0 0,0 0 0,0-1 1,0 0-1,0 0 0,0 0 0,0-1 0,0 0 0,0 0 0,8-3 0,-9 2 206,0-1-1,0 0 1,0 0-1,0 0 0,0-1 1,0 1-1,-1-1 1,0 0-1,0 0 0,0-1 1,0 1-1,-1-1 1,0 0-1,0 0 0,0 0 1,0 0-1,2-9 1,2-5 436,-1 1 1,-1-1 0,-1 0 0,-1 0 0,2-37-1,-13-93 4217,2 71-1899,4 47-1671,3 29-492,0 6-7,6 46 901,-5-36-1771,8 94 604,4 20-119,27 116-289,88 624 0,-114-604-2025,-7-92 341,-7-154 1383,2 21-715,-3 63 1,0-93 885,-1 0 1,0 1 0,-1-1-1,0 0 1,-1-1 0,1 1-1,-2 0 1,1-1 0,-1 1-1,0-1 1,-1 0 0,-9 12-1,12-19 127,0 1-1,0-1 0,1 0 1,-1 0-1,0 0 1,-1 0-1,1 0 0,0 0 1,0-1-1,0 1 0,0-1 1,-1 1-1,1-1 1,0 0-1,0 0 0,0 0 1,-5-1-1,-39-7 263,36 6-179,-9-3 121,0 0 1,1-1 0,-1-2 0,2 0-1,-28-16 1,-77-59 681,116 78-839,-40-29 373,2-2 1,2-2-1,1-2 1,2-1-1,1-2 1,-36-57-1,59 76-332,1-1 0,1 0 0,1-1 0,1-1 0,2 0 0,-7-29 0,12 35-180,1 0 0,0-1-1,2 1 1,0 0 0,2-1-1,0 1 1,2 0-1,9-41 1,0 22-457,3 1 0,0 0 0,3 1 0,1 1 0,2 1 0,36-48 0,5 4-1982,108-106-1,-81 105-547,143-103 0,-126 104 1180,88-59-3694,-106 78 1061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1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292 182 6269,'0'-2'73,"0"1"1,1 0 0,-1 0 0,0 0 0,1 0 0,-1 0-1,1 0 1,-1-1 0,1 1 0,0 0 0,-1 0 0,1 1-1,0-1 1,0 0 0,0 0 0,0 0 0,-1 0 0,1 1 0,0-1-1,0 0 1,1 1 0,-1-1 0,0 1 0,0-1 0,0 1-1,0 0 1,2-1 0,-3 1-54,1 0 0,-1 0 0,0 0 0,0 0 0,0 0 0,0 0 0,0 0 0,0 0 0,0 0 0,1 0 0,-1 0 0,0 0 0,0 0 0,0 0 0,0 0 0,0 0 1,0 0-1,1 0 0,-1 0 0,0 0 0,0-1 0,0 1 0,0 0 0,0 0 0,0 0 0,0 0 0,0 0 0,0 0 0,0 0 0,0 0 0,1-1 0,-1 1 0,0 0 0,0 0 0,0 0 0,0 0 0,0 0 0,0 0 0,0 0 0,0-1 0,0 1 0,0 0 0,0 0 0,0 0 0,0 0 0,0 0 0,0 0 0,0-1 0,0 1 0,0 0 0,0 0 0,-1 0 0,1 0 0,0 0 0,0 0 0,0-1 1,-2-109 8979,1 108-8685,1 0 0,-1 0 0,1 0 0,-1 1 0,0-1-1,0 0 1,0 0 0,0 0 0,0 0 0,-3-2 0,3 3-107,0 0 0,0 0 0,1 0 0,-1 0-1,0 0 1,1 0 0,-1-1 0,0 1 0,1 0 0,0 0-1,-1 0 1,1-1 0,0 1 0,-1-2 0,-3 4 1508,-1 1-1409,0 0-1,1 0 0,-1 0 0,1 0 1,-1 1-1,1 0 0,0 0 0,0 0 1,0 0-1,1 1 0,-1 0 0,-4 5 0,2 1 67,0 1 0,0-1-1,1 1 1,-6 20-1,-15 39-221,-43 142-155,59-176 4,-38 163 0,9 78-1313,35-213 266,3 0 1,8 88 0,-3-129-1984,0-1 1,1 0 0,15 37 0,3 2-10185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1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1 124 12729,'3'-15'2056,"4"0"-167,3-10-117,0 4-460,10 15-260,4-3-216,6 3-200,27 0-468,-10 0-356,6 0-272,-6 0-848,0 3-500,3 3-384,1 0-2653,-1 3-3820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1.9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38 391 10037,'48'-26'6965,"-37"19"-5965,0 0 0,1 1-1,22-8 1,17-1-391,-1-2 0,-1-1 0,64-35 0,-109 50-583,1 0-1,-1 0 0,0-1 0,0 1 0,0-1 1,-1 0-1,1 0 0,-1 0 0,0-1 0,0 1 0,0-1 1,-1 0-1,1 0 0,-1 0 0,0 0 0,-1 0 0,1 0 1,-1 0-1,0-1 0,-1 1 0,1 0 0,-1-11 1,0 11 41,-1 0 1,1 0-1,-1 1 1,0-1-1,0 0 1,-1 1 0,1-1-1,-1 1 1,0-1-1,0 1 1,-1 0-1,1 0 1,-1 0 0,0 0-1,0 1 1,0-1-1,-1 1 1,1-1-1,-1 1 1,0 0 0,0 1-1,0-1 1,0 1-1,0-1 1,0 1-1,-6-1 1,2 0 40,0 0 1,0 1-1,0 1 0,0 0 0,-1 0 1,1 0-1,0 1 0,-1 0 0,1 1 1,0-1-1,-1 2 0,1-1 0,0 1 1,-11 4-1,9-1 37,0 0 1,0 1-1,0-1 1,1 2-1,-1 0 1,2 0-1,-1 0 1,1 1-1,-11 14 1,2 1 109,1 0 1,1 2-1,1-1 0,2 2 1,0 0-1,2 0 0,-12 46 1,-18 113 553,37-159-730,1-1 0,1 0 1,1 1-1,1-1 0,7 37 0,-4-39-129,2 0 0,0 0 0,1-1 0,1 0 0,1-1 0,23 39 0,-24-48-179,2 1-1,-1-1 1,2 0-1,0-1 1,0-1-1,1 1 1,0-2-1,0 0 1,1 0-1,1-1 1,20 9-1,-1-4-784,1-1 0,1-1 0,0-3 0,0 0 0,68 4 0,-18-8-4654,116-11-1,-94-1-3069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2.2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138 109 11005,'-22'-21'918,"-20"-19"1272,12 16 2137,28 22-3984,0 1 0,0 0 1,0 0-1,0 0 0,1 0 1,-1 1-1,0-1 0,0 0 0,-1 1 1,1 0-1,-3-1 0,-11-3 3281,26 18-2309,-5-5-1076,66 79 1091,-41-52-901,28 41 0,-35-40-354,-2 2 1,-2 0 0,-1 2-1,-2 0 1,-2 0 0,-2 2 0,10 56-1,-15-46-87,-2 0-1,-2 1 0,-3 0 0,-1-1 1,-15 87-1,9-106-11,-1-1 0,-2 0 0,-1-1-1,-2 0 1,-1-1 0,-1 0 0,-1-1 0,-2-1-1,-1 0 1,-38 42 0,54-68 85,1 0 1,-1 0-1,0 0 0,0-1 1,0 1-1,-1-1 0,1 0 0,-1 0 1,1 0-1,-1 0 0,0-1 1,1 1-1,-8 1 0,10-3-25,-1 0 1,1 0-1,0 0 0,0 0 0,0 0 0,0 0 0,0-1 1,0 1-1,0 0 0,0 0 0,0-1 0,0 1 1,0-1-1,0 1 0,0-1 0,0 1 0,0-1 0,0 0 1,0 1-1,0-2 0,-1 0 10,1 0 0,0 0-1,0 0 1,0 0 0,0 0 0,0 0-1,1 0 1,-1 0 0,1 0 0,-1-1 0,1 1-1,0 0 1,0-4 0,0-15-6,1 0-1,1 0 1,1 0 0,0 0 0,9-23-1,40-105 39,-35 103-74,121-294 31,-90 239-254,78-121 0,-93 173-1184,1 1 0,63-65 0,-73 88-896,53-39 0,-58 51 117,1 0 0,0 1 0,34-14 0,33-1-9663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6:22.4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60 5641,'20'-60'-64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3.3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113 166 10233,'3'-30'2091,"-3"29"-1982,0 0 0,0 1 0,0-1-1,0 0 1,-1 1 0,1-1 0,0 0 0,-1 1 0,1-1 0,0 0 0,-1 1 0,1-1 0,-1 1 0,1-1 0,-1 1-1,1-1 1,-1 1 0,1-1 0,-1 1 0,1-1 0,-1 1 0,0 0 0,1-1 0,-1 1 0,0 0 0,1 0-1,-1-1 1,0 1 0,-1 0 0,1 0 308,0-1-180,-1 0-1,1-1 0,0 1 1,-1 0-1,1 0 0,0-1 1,0 1-1,0 0 1,0-1-1,0 1 0,0-1 1,0 1-1,1-1 1,-1 0-1,0 1 0,1-1 1,-1 0-1,1 1 1,0-1-1,0 0 0,0 0 1,0-3-1,-1-5 176,-1 7-116,1 0 1,0 0-1,-1 0 0,1 0 0,-1 0 0,0 1 0,0-1 0,0 0 0,0 1 0,-1 0 1,1 0-1,-4-3 0,3 2 186,-23-28 3780,25 29-2265,0 6-1721,-8 58-267,2 0-1,3 0 1,3 0-1,7 69 1,1-81-9,2 1 0,3-2 0,1 1 0,26 59 0,-30-88 0,1 0 0,0-1 0,2 0 0,0-1 0,1-1 0,1 0 0,1 0 0,0-1 0,1-1 0,1-1 0,1 0 0,19 12 0,-29-22 0,0-1 0,0 0 0,0-1 0,1 1 0,-1-1 0,1-1 0,0 0 0,-1 0 0,1-1 0,0 0 0,0 0 0,0-1 0,0 0 0,0-1 0,0 0 0,0 0 0,0-1 0,-1 0 0,1-1 0,0 0 0,-1 0 0,0-1 0,0 0 0,0 0 0,12-9 0,0-2 0,-1-1 0,0 0 0,-1-2 0,-1 0 0,-1-1 0,0-1 0,-1 0 0,13-25 0,36-76 0,12-19 0,-75 139 0,-1 1 0,0-1 0,0 1 0,1-1 0,-1 1 0,0-1 0,1 1 0,-1 0 0,0-1 0,1 1 0,-1 0 0,1-1 0,-1 1 0,1 0 0,-1-1 0,1 1 0,-1 0 0,1 0 0,-1-1 0,1 1 0,-1 0 0,2 0 0,-1 0 0,0 1 0,0-1 0,0 1 0,0-1 0,0 1 0,0 0 0,0-1 0,0 1 0,0 0 0,0 0 0,0 0 0,0 0 0,0 0 0,-1 0 0,1 0 0,0 0 0,-1 0 0,1 0 0,-1 0 0,1 1 0,-1-1 0,0 0 0,1 0 0,-1 0 0,0 1 0,0 1 0,3 39 0,-32 300-511,8-156-390,14-124-2279,-20 76 0,-6-8-6660,30-119 8587,-11 44-9665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3.7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374 0 11637,'0'4'383,"0"0"-1,0 0 0,0-1 1,0 1-1,-1 0 1,1 0-1,-1-1 1,0 1-1,0 0 0,-1-1 1,1 1-1,-1-1 1,1 1-1,-6 5 1,-21 47 2365,1 2 1,-26 86 0,-12 62-962,9 3-1,10 2 1,-26 279 0,66-408-1787,3 0 0,4 0 0,3 0 0,4-1 0,3 0 0,39 143 0,-35-176 0,3 1 0,1-2 0,3 0 0,1-2 0,3-1 0,1 0 0,2-2 0,2-1 0,2-2 0,1-1 0,2-2 0,42 33 0,-35-37-222,1-3 0,1-1 0,2-2 0,0-3 0,1-1 0,2-3 0,0-1 0,1-3 0,0-2 0,1-3 0,1-2 0,-1-2 1,69 0-1,-73-7-4,-1-2-1,0-2 1,0-2 0,0-1 0,-1-3 0,0-2 0,-1-2 0,0-2 0,-2-2 0,0-2 0,-1-1 0,-1-2 0,-2-3 0,0 0 0,37-36 0,-39 25-52,-1-2 0,-2-1-1,-1-2 1,-3-1 0,-1-1 0,-3-2 0,-1 0-1,-3-2 1,20-62 0,-17 28 70,-2-2 1,-5 0-1,-3-1 0,6-166 1,-20 184 241,-4 0 1,-3 0-1,-2 1 0,-4 0 1,-2 0-1,-3 2 1,-4 0-1,-2 1 0,-2 1 1,-4 1-1,-2 2 1,-2 1-1,-4 2 1,-1 1-1,-52-57 0,48 66 66,-3 1 0,-1 2-1,-2 3 1,-90-61 0,113 86-76,-2 1 0,0 1 0,0 1 1,-1 2-1,-1 0 0,0 2 0,0 1 0,-1 2 1,1 0-1,-2 2 0,-58 1 0,67 4-153,0 2 1,0 0-1,0 2 0,1 0 0,-1 2 0,1 0 1,1 2-1,-1 0 0,1 1 0,1 1 0,-25 18 1,29-17-932,0 0 1,1 1 0,0 0 0,1 2-1,1-1 1,0 1 0,1 1-1,-12 23 1,-11 35-8440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4.1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634 155 10465,'-2'-1'202,"0"1"0,0-1-1,0 0 1,0 0 0,0 0 0,0 0-1,0 0 1,0-1 0,0 1 0,1 0-1,-1-1 1,1 1 0,-1-1 0,1 0 0,-1 0-1,1 1 1,0-1 0,0 0 0,0 0-1,0 0 1,0 0 0,0 0 0,1 0-1,-2-5 1,-13-27 3374,7 26-2748,1 1 0,-1 0 0,-1 1 0,1 0 0,-1 0 1,0 1-1,0 0 0,-1 0 0,-14-4 0,8 2 477,12 5-1222,1 1-1,-1 0 1,0 0 0,0 0-1,0 1 1,0-1-1,1 1 1,-1 0-1,0 0 1,0 0 0,0 1-1,0-1 1,0 1-1,0 0 1,1 0-1,-1 1 1,0-1 0,1 1-1,-1-1 1,1 1-1,-1 0 1,1 1-1,0-1 1,0 0 0,-5 6-1,-6 6 388,0 1 0,2 0 0,-21 31 0,23-31-401,-29 46-69,2 2 0,3 2 0,3 1 0,3 2 0,2 0 0,4 2 0,-24 131 0,39-155 0,1 0 0,3 0 0,2 0 0,2 0 0,1 0 0,10 49 0,-6-64 0,2 0 0,0-1 0,2 0 0,2-1 0,0 0 0,2-1 0,1 0 0,1-1 0,37 46 0,-26-43-384,1-1-1,1-1 1,1-2-1,2-1 1,0-1-1,1-2 1,2-1-1,0-1 1,1-3 0,1-1-1,61 18 1,-65-24-49,1-3 0,1-1 0,-1-1 0,1-2 0,0-1 0,0-2 1,0-1-1,-1-2 0,1-2 0,-1-1 0,1-1 0,-2-2 0,54-21 0,-64 19-910,-1-1-1,0 0 1,0-2-1,-1 0 1,-1-2-1,21-19 0,36-44-8360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4.5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333 257 8873,'-68'-127'3653,"59"112"-2583,0 1 1,-1 0 0,-1 1-1,0 0 1,-1 0 0,-1 1-1,0 1 1,-15-10-1,27 20-972,-1 0-1,0 1 0,1-1 1,-1 1-1,1 0 0,-1-1 1,0 1-1,0 0 0,1 0 1,-1 0-1,0 0 1,1 1-1,-1-1 0,0 0 1,1 1-1,-1-1 0,0 1 1,1-1-1,-1 1 0,1 0 1,-1 0-1,1-1 0,-1 1 1,1 0-1,0 1 0,-1-1 1,0 2-1,-3 0 84,1 1 0,0 1-1,0-1 1,1 1 0,-1-1 0,1 1-1,-5 9 1,0 8 276,1 0 0,0 0 1,1 0-1,-2 27 0,-6 98 1039,11-102-1074,-12 198 693,22 333 0,-4-516-1115,3 1 0,3-1 0,2-1 0,24 74 0,-32-124 0,1 1 0,0-2 0,1 1 0,-1 0 0,1-1 0,1 0 0,0 0 0,0-1 0,0 1 0,13 9 0,-17-15 0,1-1 0,-1 0 0,1 0 0,0 0 0,-1 0 0,1 0 0,0-1 0,0 1 0,-1-1 0,1 0 0,0 0 0,0 0 0,0 0 0,-1 0 0,1 0 0,0-1 0,5-1 0,0 0 0,-1-1 0,0 1 0,1-1 0,7-5 0,-6 1 0,0 1 0,-1-1 0,0-1 0,0 1 0,8-12 0,4-3 0,123-145 0,38-38 0,-178 202 0,1 1 0,0-1 0,-1 0 0,1 1 0,0 0 0,0 0 0,1 0 0,-1 0 0,0 1 0,0-1 0,1 1 0,-1 0 0,1 1 0,-1-1 0,1 1 0,-1 0 0,1 0 0,0 0 0,-1 1 0,1-1 0,-1 1 0,0 0 0,1 0 0,-1 1 0,0 0 0,7 2 0,-2 1 0,-1-1 0,1 1 0,-1 1 0,0-1 0,0 1 0,-1 1 0,0 0 0,0 0 0,12 15 0,-1 4 0,25 46 0,-40-66 0,50 89 0,127 172 0,-176-261-195,0-1-1,1 1 1,0-1-1,0 0 1,0 0 0,0-1-1,1 1 1,0-1-1,0 0 1,0-1 0,0 0-1,1 0 1,-1 0-1,1 0 1,0-1 0,0 0-1,-1-1 1,1 0-1,1 0 1,-1 0 0,0-1-1,0 0 1,0 0-1,0-1 1,0 0 0,0 0-1,0 0 1,9-4-1,-2 0-1155,0-1-1,-1 0 0,0-1 0,0 0 0,13-10 0,9-6-4234,13-4-4833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5.0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601 143 10009,'-2'-4'667,"-1"0"-1,1 0 1,-1 0 0,0 0 0,0 1-1,0-1 1,-7-5 0,-10-13 1919,14 13-1579,0 1 0,-1 0 0,0 1 0,0-1 0,-1 1 0,0 1 0,0-1 0,-17-9 0,21 15-888,1-1 1,-1 1 0,0 0 0,0 0-1,0 0 1,1 0 0,-1 1-1,0-1 1,0 1 0,0 0-1,0 1 1,0-1 0,0 0-1,0 1 1,0 0 0,1 0-1,-1 0 1,0 1 0,1-1 0,-1 1-1,1 0 1,-1 0 0,1 0-1,0 0 1,0 1 0,-5 3-1,-9 10 98,0 1-1,1 1 0,1 0 0,1 1 0,-18 31 0,-51 113 267,46-85-309,19-43-169,-51 113-417,57-119 200,2 0 0,1 0 0,-6 41 0,14-67 192,1 0 0,-1 0 0,1 0 0,0 0 1,0 0-1,0-1 0,1 1 0,-1 0 0,1 0 0,-1 0 0,1 0 0,0 0 0,0 0 0,2 4 0,-1-5 10,-1-1 0,0 1-1,1-1 1,-1 1-1,1-1 1,-1 1 0,1-1-1,0 0 1,0 1 0,0-1-1,-1 0 1,1 0-1,0-1 1,0 1 0,0 0-1,3 0 1,0 0-2,1-1 0,0 1 0,-1-1 0,1-1 0,0 1 0,-1-1-1,1 0 1,-1 0 0,1 0 0,-1-1 0,0 0 0,1 0 0,8-5 0,44-29-24,-3-3 0,67-61 0,-63 50-32,82-54 0,-137 102 75,-1 0 1,0 0-1,1 1 0,0-1 1,-1 1-1,1 0 0,0 0 1,0 0-1,0 0 0,0 0 1,0 1-1,-1 0 0,1 0 1,0 0-1,0 0 0,0 1 1,0-1-1,0 1 0,0 0 1,0 0-1,-1 1 0,1-1 1,0 1-1,-1 0 0,0 0 1,1 0-1,-1 0 0,0 0 0,3 4 1,8 7 23,0 1 1,-1 1-1,-1 0 0,18 28 1,-7-10 32,-18-26-59,0 0 0,1 0 0,0-1 0,0 0 0,1 0 0,0 0 0,0-1 0,0 0 1,1 0-1,14 6 0,-18-10-20,1 1 0,-1-1 0,0 0 0,0 0 0,1-1 0,-1 1 0,1-1 0,-1 0 0,0-1 1,1 1-1,-1 0 0,0-1 0,1 0 0,-1 0 0,0-1 0,0 1 0,0-1 0,0 0 0,0 0 0,0 0 0,0 0 1,-1-1-1,7-5 0,17-16 18,-2-1 1,0-1 0,-1-1-1,-2-1 1,25-41 0,-31 45 661,0 1 0,28-31 0,-41 51-313,-1 5-331,1-1-1,0 0 1,-1 1-1,1 0 0,-1-1 1,1 1-1,-1 0 1,0 0-1,0 1 1,4 3-1,-5 1-20,0-1 0,-1 0 0,1 0 0,-1 0 0,0 1 0,-1 7 0,-1 23 0,3-5-11,-1 1-229,2 1 1,1 0 0,2-1-1,11 44 1,-10-61-1120,0 0 1,2 0-1,12 22 1,17 14-9274,-14-27-1877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5.2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10 14773,'-13'9'2985,"-7"-18"-541,3 0 4444,24 27-7524,3 3-592,0-3-1148,3 18-216,-3-2-3421,-6-16-5248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5.7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62 729 12741,'-53'-28'3400,"44"23"-1831,10 1-105,3-1-933,0 0 0,0 0 1,0 0-1,1 0 0,0 1 1,0 0-1,0 0 0,1 0 0,-1 1 1,8-4-1,11-4 641,34-11 0,-47 19-900,339-94 2805,-221 64-2480,191-46 347,214-58-589,-449 113-405,220-65 17,-216 59-256,113-56 0,-147 57-597,-54 29 741,1 0 1,-1 0-1,0 0 0,1 0 1,-1 1-1,0-1 0,0 0 0,0 1 1,1-1-1,-1 1 0,0-1 0,0 1 1,0 0-1,0-1 0,0 1 0,0 0 1,0 0-1,0 0 0,0 0 1,0 0-1,-1 0 0,1 0 0,0 0 1,-1 0-1,1 0 0,0 2 0,-3 2-352,0 1 0,-1-1 0,1 0 0,-1 0 0,-1 0 0,1 0 0,-1-1 0,-3 5 0,-4 5-1107,-16 25-5230,3 10-4423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5.9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57 15353,'-7'-8'770,"-16"-21"967,23 29-1650,0 0 0,-1-1 0,1 1 0,0-1 0,-1 1 0,1 0 0,0-1 0,0 1 0,-1-1 0,1 1 0,0-1 0,0 1 0,0-1 0,0 1 0,0-1 0,0 1 0,0-1 0,0 1 0,0 0 0,0-1 0,0 1 0,0-1-1,0 1 1,0-1 0,0 1 0,0-1 0,0 1 0,1-1 0,-1 1 0,0-1 0,0 1 0,1 0 0,-1-1 0,0 1 0,0-1 0,1 1 0,-1 0 0,1-1 0,-1 1 0,0 0 0,1 0 0,-1-1 0,1 1 0,-1 0 0,0 0 0,1 0 0,-1-1 0,6 0 5737,12 6-2125,-12-2-3479,-1 1-1,0-1 1,1 1-1,8 9 1,-4 0-205,0 1 1,-1 0-1,-1 0 1,0 1-1,-1 0 0,-1 1 1,6 19-1,4 7-27,-4-8 12,-1 1 0,-1 0 0,-2 1 0,-2 0 0,2 40 0,-5 184 0,-4-198 0,-7 100-1933,-1 64-4992,10-191 5272,2 1 0,1-1 0,2 0 1,12 44-1,4-15-11008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6.3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46 12841,'-67'-38'3242,"53"30"4579,29 22-4755,-12-10-2549,1 1-205,0 0-1,-1 1 0,0-1 1,0 1-1,0 0 0,0 0 1,-1 0-1,2 9 0,10 58 1365,-8-35-1175,11 76-356,5 176 0,-24 118-134,2-385-11,-5 63 0,2-55 0,1 1 0,1 0 0,2 0 0,10 62 0,-10-91 0,0 0 0,-1 0 0,1 0 0,1-1 0,-1 1 0,0 0 0,1 0 0,-1-1 0,1 1 0,0-1 0,0 1 0,0-1 0,0 0 0,0 0 0,0 0 0,1 0 0,-1 0 0,1 0 0,-1 0 0,1-1 0,0 0 0,-1 1 0,1-1 0,0 0 0,0 0 0,0-1 0,0 1 0,0-1 0,0 1 0,0-1 0,0 0 0,0 0 0,0 0 0,1-1 0,-1 1 0,5-2 0,5-2 0,-1-1 0,0-1 0,0 0 0,-1 0 0,0-2 0,0 1 0,20-18 0,-6 5 0,136-113 0,-87 69 0,105-70 0,-169 128 0,0 0 0,1 0 0,-1 1 0,1 0 0,0 1 0,1 0 0,21-4 0,-28 7 0,-1 1 0,0 0 0,1 0 0,-1 0 0,1 0 0,-1 1 0,1 0 0,-1 0 0,0 0 0,1 0 0,-1 1 0,0 0 0,0-1 0,0 1 0,0 1 0,0-1 0,-1 1 0,1-1 0,-1 1 0,0 0 0,1 0 0,-1 1 0,0-1 0,3 6 0,11 20-33,-1-1 0,21 55 0,10 19-734,-42-92-922,0 0-1,0-1 1,1 0 0,1 0 0,-1-1 0,2 1-1,-1-1 1,1-1 0,11 9 0,14 4-10336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6.6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73 361 11453,'3'-4'557,"-1"0"0,1 0 0,0 1 1,0-1-1,1 0 0,-1 1 0,1 0 0,-1 0 0,1 0 0,0 0 0,0 1 1,1 0-1,-1 0 0,7-3 0,13-4 432,36-8-1,-25 7-90,-28 7-777,29-9 554,43-22-1,-70 30-615,-1 0 0,0-1 0,0-1 0,0 1-1,-1-1 1,0-1 0,0 1 0,0-1 0,10-15 0,-14 19-11,-1-1 0,0 0 0,0 0 1,0 0-1,0 0 0,0-1 0,-1 1 1,0 0-1,0-1 0,0 1 0,0-1 1,-1 1-1,0-1 0,0 1 0,0-1 0,-1-7 1,0 8 10,-1 1 0,1-1 0,-1 0 0,0 0 0,0 1 0,0-1-1,0 1 1,0 0 0,-1 0 0,0 0 0,1 0 0,-1 0 0,0 0 0,-1 1 0,1-1 0,0 1 0,-5-2 0,3 1 37,0 1-1,-1-1 0,1 1 1,-1 1-1,1-1 1,-1 1-1,1 0 0,-1 0 1,0 1-1,0-1 1,1 1-1,-1 1 0,0-1 1,1 1-1,-1 0 1,0 0-1,1 1 0,-1-1 1,1 1-1,0 1 1,-1-1-1,1 1 1,0-1-1,-5 5 0,-5 4 224,0 1 0,1 0 0,0 1-1,1 1 1,0 0 0,-11 17 0,-1 3-124,1 2 1,2 1 0,2 1 0,-26 68-1,36-78-126,1-1-1,2 1 0,1 1 1,1-1-1,1 1 0,2 0 1,2 54-1,1-72-223,1 0 1,0-1-1,0 1 1,1 0-1,0-1 1,1 1-1,1-1 1,-1 0-1,2-1 1,-1 1-1,1-1 0,1 0 1,-1 0-1,1-1 1,1 0-1,0 0 1,10 7-1,-7-7-134,0-1-1,0 0 1,0-1 0,1 0-1,0-1 1,1 0-1,-1-1 1,1-1 0,-1 0-1,1 0 1,0-2 0,0 1-1,0-2 1,17 0-1,3-3-4929,52-13 0,-82 15 4713,63-13-11210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7.2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105 301 9597,'3'-25'2258,"-3"24"-2123,0 1-1,0-1 1,-1 0 0,1 0-1,0 0 1,-1 1 0,1-1-1,0 0 1,-1 0 0,1 1-1,-1-1 1,1 0 0,-1 1-1,1-1 1,-1 1-1,0-1 1,1 0 0,-1 1-1,0 0 1,1-1 0,-1 1-1,0-1 1,0 1 0,1 0-1,-2-1 1,0 0 344,-2-2 110,0 0 0,0 0 0,1 0-1,-1-1 1,1 0 0,0 1-1,-4-8 1,5 9 678,2 2-1173,-1 0 0,1 0 0,-1 0-1,0-1 1,1 1 0,-1 0 0,1 0 0,-1-1 0,1 1-1,-1 0 1,1-1 0,-1 1 0,1 0 0,-1-1 0,1 1-1,-1-1 1,1 1 0,-1-1 0,1 1 0,-1-2 0,1 1 93,-1 1 1,1-1-1,-1 0 1,0 0-1,0 1 1,1-1-1,-1 0 1,0 1 0,0-1-1,0 0 1,1 1-1,-1-1 1,0 1-1,0 0 1,0-1-1,0 1 1,-1-1-1,-7 0-104,-8-1 322,17 2-396,-1 0 0,1 0 0,0 0 0,-1 1 1,1-1-1,0 0 0,-1 0 0,1 1 1,0-1-1,-1 0 0,1 1 0,0-1 0,0 0 1,-1 1-1,1-1 0,0 0 0,0 1 1,0-1-1,0 1 0,-1-1 0,1 0 0,0 1 1,0-1-1,0 1 0,0-1 0,0 1 1,0-1-1,0 0 0,0 1 0,0-1 0,0 1 1,0-1-1,1 0 0,-1 1 0,0-1 0,0 1 1,0 0-1,6 32 409,0 69-1,-5-67-360,1-1-1,8 41 1,-1-30 25,-2-9-73,0-1 1,25 64-1,-31-97 23,1-2-34,0 0 0,-1 0 1,1-1-1,0 1 0,0-1 0,-1 0 0,1 1 0,0-1 0,-1 0 0,1 0 0,0 0 0,-1 0 0,1 0 0,-1 0 1,0-1-1,1 1 0,-1 0 0,0-1 0,1-1 0,19-33 8,-19 33-8,63-114 2,-23 45 28,-14 22-51,2 2-1,68-84 0,-93 126 12,0 0-1,1 0 1,0 1 0,1 0-1,13-8 1,-19 12 11,1 0 1,-1 0 0,1 0-1,0 0 1,-1 1 0,1-1-1,0 1 1,0-1 0,0 1-1,-1 0 1,1 0 0,0 0-1,0 0 1,0 0 0,0 0-1,-1 0 1,1 1 0,0-1-1,0 0 1,0 1 0,-1 0-1,1-1 1,0 1 0,-1 0-1,1 0 1,-1 0 0,1 0-1,-1 0 1,1 0 0,-1 1-1,0-1 1,2 2 0,3 5-1,-1 0-1,0 0 1,-1 1 0,1 0 0,-2 0 0,1 0 0,-1 0 0,-1 0 0,1 1-1,-2-1 1,2 11 0,0 19-2,-3 56 0,-1-46 9,-9 177 130,10-222 84,17-14-152,-12 6-56,3-3-5,-1-1-1,1 0 1,-1 0-1,-1 0 1,1-1-1,-1 0 1,6-13-1,32-76-13,-24 50 29,16-35-18,1-4-30,84-144-1,-115 221 27,1 1-1,0 0 1,0 1-1,0-1 1,1 1-1,0 1 1,13-10-1,-18 15 1,0 0 0,-1 1 0,1-1 0,0 1 0,0 0 0,-1 0 0,1 0-1,0 0 1,0 0 0,1 1 0,-1-1 0,0 1 0,0 0 0,0 0 0,0 0 0,0 0 0,0 1 0,0-1 0,0 1 0,0 0-1,0 0 1,0 0 0,0 0 0,0 0 0,-1 0 0,1 1 0,0 0 0,-1-1 0,1 1 0,-1 0 0,4 4 0,3 3-3,-1 0-1,-1 1 1,1-1 0,-2 2 0,1-1 0,-1 1 0,-1 0 0,7 19-1,1 11-74,9 50 0,5 17-227,-25-101 118,57 166-3804,-10-62-7457,-29-77 1133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7.5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181 338 10677,'0'-1'191,"0"0"0,0-1 0,0 1 0,0 0 0,0-1 0,-1 1 1,1 0-1,-1 0 0,1-1 0,-1 1 0,1 0 0,-1 0 0,0 0 0,1 0 0,-1-1 0,0 1 0,0 0 0,-1-1 0,-11-1 4159,10 1-3544,0 0 0,0 0 1,0-1-1,0 1 0,1-1 0,-1 0 0,-2-4 0,11-1-512,0 1-1,0 0 0,1 0 0,0 0 1,1 1-1,-1 0 0,1 0 1,0 1-1,10-5 0,39-30 198,-45 28-332,-2-1 0,19-26 0,-14 17-97,-13 19-37,0 0 1,-1 0 0,1 0 0,0-1-1,-1 1 1,0 0 0,0-1 0,0 1-1,0 0 1,0-1 0,-1 0 0,1 1-1,-1-1 1,0 1 0,0-1-1,0 1 1,-1-1 0,1 1 0,-1-1-1,0 1 1,0-1 0,0 1 0,-1-1-1,-1-2 1,3 6-12,0-1 0,0 1 0,-1 0 0,1 0 0,0-1 0,0 1 0,0 0 0,-1 0-1,1 0 1,0-1 0,0 1 0,-1 0 0,1 0 0,0 0 0,-1 0 0,1 0 0,0 0 0,-1-1 0,1 1 0,0 0 0,0 0 0,-1 0 0,1 0 0,0 0-1,-1 0 1,1 0 0,0 0 0,-1 1 0,1-1 0,0 0 0,-1 0 0,1 0 0,0 0 0,0 0 0,-1 0 0,1 1 0,0-1 0,0 0 0,-1 0 0,1 0-1,0 1 1,-12 2 227,1 0-1,-1 1 0,1 0 0,0 0 0,1 2 0,-1-1 0,1 1 0,0 1 0,-16 13 0,4 2-233,2 1 0,0 0 0,1 2 0,1 0 0,2 1 0,1 1-1,0 0 1,2 1 0,-15 50 0,22-58-146,1 0-1,1 0 1,1 0 0,1 0 0,1 1-1,1-1 1,0 1 0,2-1 0,0 0-1,7 29 1,-5-36-14,0-1 0,0 0 0,1 0 0,0 0 0,1 0 0,1-1 0,0 0 0,0 0 0,1-1 1,0 0-1,1 0 0,0-1 0,1 0 0,0 0 0,0-1 0,1-1 0,13 8 0,7 1-1783,0-1 0,1-2 0,0-1 0,42 10 1,-55-18-546,-1-2 1,35 2 0,1-6-5898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7:27.7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0 149 11357,'17'-25'5121,"-24"4"-3305,4 3 988,10 3-1788,-1 0 464,-2-3-2388,-1 0-964,-13 9-5865,-3 0-2356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6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582 107 11557,'1'-3'380,"-1"1"0,1-1 0,-1 0 0,0 1 0,0-1 0,0 0-1,0 1 1,0-1 0,-1 0 0,1 1 0,-1-1 0,0 1 0,1-1 0,-1 1 0,0-1 0,-1 1 0,1 0 0,0-1-1,-1 1 1,1 0 0,-1 0 0,-3-3 0,-4-8 2461,-17-21 2441,25 34-5150,0 0 0,0 0-1,0 0 1,0 1 0,0-1 0,0 0 0,0 0 0,0 1-1,0-1 1,0 0 0,0 1 0,0-1 0,0 1-1,0 0 1,-1 0 0,1 0 80,-6 3-100,0 0 0,0 0 0,0 1 0,0 0 0,1 0-1,0 1 1,0 0 0,1 0 0,-6 8 0,-7 11 308,-16 30-1,19-29-349,-48 79-70,5 4 0,-79 204 0,110-233 0,3 1 0,4 1 0,4 1 0,3 0 0,-4 154 0,18-188 0,3-1 0,1 1 0,3-1 0,23 78 0,-19-89 0,2-1 0,1 0 0,2-1 0,2-1 0,1-1 0,36 47 0,-19-37-390,2-2-1,1-1 1,2-2 0,2-2-1,1-2 1,2-2 0,1-2-1,1-2 1,1-2-1,2-3 1,65 21 0,-52-24-398,2-3-1,-1-2 1,2-4 0,0-3 0,0-2 0,0-4 0,1-2-1,132-19 1,-73-11-6023,-1-12-4383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7.1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214 57 12509,'-13'-8'754,"6"4"-117,1 0 0,-1-1 0,1 0 0,0 0 1,1 0-1,-6-6 0,9 10-282,-1-1-1,0 1 1,1 0 0,-1 0 0,0 0-1,1 1 1,-1-1 0,0 0-1,0 1 1,0 0 0,1 0 0,-1 0-1,0 0 1,0 0 0,0 1 0,0-1-1,1 1 1,-1-1 0,0 1-1,1 0 1,-1 0 0,0 1 0,1-1-1,-1 0 1,1 1 0,0 0-1,-3 2 1,1 1-9,0 2 1,0-1-1,1 0 0,-1 1 0,2-1 1,-1 1-1,-2 12 0,0-4 113,-4 16-163,1 1-1,1-1 1,-3 50-1,3 97 371,7-132-631,25 631-35,-16-520 0,11 114 0,-5-92-4171,-3-37-1348,-2-86-2047,5-14-4961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7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31 182 15197,'-30'-27'8225,"43"21"-6097,21-7-608,13 7-399,20-3-181,13 3-324,17-3-508,14 0-408,19-3-564,14 3-508,4-6-261,6 3-779,-7-9-544,-6 6-3073,-10 3-5276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7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0 263 14177,'0'-1'129,"0"1"-1,0-1 1,0 1-1,0-1 1,0 1-1,1-1 0,-1 1 1,0-1-1,0 1 1,0-1-1,0 1 1,1-1-1,-1 1 1,0-1-1,0 1 1,1 0-1,-1-1 1,0 1-1,1-1 0,-1 1 1,0 0-1,1-1 1,-1 1-1,1 0 1,-1-1-1,0 1 1,1 0-1,-1 0 1,1-1-1,-1 1 0,1 0 1,0 0-1,21 2 2884,23 16-513,-42-17-2514,18 9 362,-1 1 0,0 0 0,0 2 0,-1 0 0,-1 1 0,-1 1 0,0 0 0,-1 2 0,27 34 1,-39-47-322,15 21 123,-1 1 0,0 0-1,-2 2 1,15 35 0,-17-23-51,-1-1 0,-2 1 0,-2 1 0,-2 0 1,2 54-1,-6-18 16,-13 148-1,1-162-59,5-38 562,1 1 0,1 0 0,1 1 0,2 29 1,0-56-584,0 0 0,-1 0 0,1-1 0,0 1 0,0-1 1,-1 1-1,1 0 0,-1-1 0,1 1 0,0-1 0,-1 1 1,1-1-1,-1 0 0,1 1 0,-1-1 0,0 0 1,1 1-1,-1-1 0,1-1 0,11-22-33,-1-1 0,16-52 0,-3 6 0,185-433-2766,-148 377 645,144-221-1,-124 240-2479,-22 41-1663,15-4-5645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7.9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17 16822,'0'-1'65,"8"-13"3015,-8 12-1286,-8 7 3176,6 8-972,-2 4-3284,-27 284 228,24 18-598,4-121-306,-26 686-38,24-670-3190,30 272-1,-8-368-5467,5-10-6086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8.6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19 12889,'-92'4'3227,"-46"7"7215,134-10-7240,23 5-1007,-1 3-1855,19-2-245,0-1-1,0-2 1,0-1 0,50-3-1,-31 0-95,1386-29 1,-891 11 0,-317 8 0,120-2 0,-336 12 49,-12-1-97,0 2-1,-1-1 0,1 1 1,0 0-1,-1 0 1,1 0-1,7 3 1,-9-3-1713,0 12-4644,1-1-1475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39.0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79 16698,'-11'-22'1115,"7"13"2482,0-1 1,1 0-1,-4-18 0,-3 56-3032,5 3-565,2 0 0,2 0 0,1 1 0,4 34 0,-1 12 0,-27 608 0,12-484 0,-15 169-7714,7-126-733,7-92-5175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0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533 1493 12505,'-38'-1'2782,"23"0"1766,1 0 8009,17-17-12182,18-47-375,47-102 0,44-57 0,-88 176 0,32-97 0,2-59 0,-39 135 0,4-18 0,11-95 0,-32 168 0,9-45 0,3-111 0,-14 168 0,0 0 0,0 0 0,0 0 0,0 0 0,0 1 0,-1-1 0,1 0 0,-1 0 0,1 0 0,-1 1 0,0-1 0,0 0 0,0 0 0,0 1 0,0-1 0,0 1 0,-1-2 0,1 2 0,0 0 0,-1 1 0,1-1 0,0 1 0,0 0 0,0-1 0,0 1 0,0 0 0,0 0 0,-1 0 0,1 0 0,0 0 0,0 0 0,0 0 0,-1 0 0,1 0 0,0 0 0,0 1 0,0-1 0,0 0 0,0 1 0,0-1 0,0 1 0,-1-1 0,1 1 0,1 0 0,-1 0 0,0-1 0,-2 3 0,-27 21 0,1 2 0,1 2 0,1 0 0,2 2 0,1 0 0,1 2 0,1 1 0,2 0 0,-16 39 0,-6 24 0,3 3 0,-28 115 0,52-156 0,2 0 0,2 0 0,4 1 0,1 0 0,5 90 0,3-109 0,2-1 0,2 1 0,2-1 0,2 0 0,1-1 0,2 0 0,1-1 0,2 0 0,24 38 0,-19-41 0,3-1 0,1-1 0,1-1 0,1-1 0,32 26 0,163 114 0,-196-149 0,-26-21 0,1 1 0,-1-1 0,0 0 0,0 0 0,0 0 0,1 1 0,-1-1 0,0 0 0,0 0 0,0 1 0,0-1 0,1 0 0,-1 0 0,0 1 0,0-1 0,0 0 0,0 0 0,0 1 0,0-1 0,0 0 0,0 1 0,0-1 0,0 0 0,0 0 0,0 1 0,0-1 0,0 0 0,0 1 0,0-1 0,0 0 0,0 1 0,0-1 0,0 0 0,-1 0 0,1 1 0,0-1 0,0 0 0,0 0 0,-1 1 0,-3 0 0,0 0 0,0 0 0,-1 0 0,1-1 0,-1 0 0,1 0 0,-9-1 0,-7 1 0,-457 6 0,361-2 76,-84 1-565,189-6-417,0 1 0,0-2-1,0 1 1,1-2 0,-18-5-1,27 8 661,-1 0 0,1-1 0,0 1 0,0 0 0,0-1 0,0 0 0,0 1 0,0-1 0,0 0 0,0 1 0,1-1 0,-1 0 0,0 0 0,0 0-1,-1-1 1,2 1-91,0 1-1,0-1 1,0 0-1,0 0 1,0 0-1,0 0 1,1 1-1,-1-1 1,0 0-1,0 0 1,0 0-1,1 1 1,-1-1-1,0 0 1,1 0-1,-1 1 1,1-1-1,-1 0 1,1 1-1,-1-1 1,2-1-1,24-23-12232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1.0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288 97 12513,'-22'-65'2813,"22"64"-2686,0 0-1,0 1 1,0-1-1,0 0 1,0 1-1,-1-1 1,1 0 0,0 0-1,0 1 1,-1-1-1,1 0 1,0 1-1,-1-1 1,1 1-1,-1-1 1,1 0 0,-1 1-1,1-1 1,-1 1-1,1-1 1,-2 0-1,-31-14 4567,29 14-1361,-16 12-614,16-6-2456,-1 0 0,1 0 1,0 0-1,0 1 1,0-1-1,1 1 0,0 0 1,0 0-1,1 0 1,-3 7-1,-17 72 721,18-65-974,-70 419 36,28 7-54,33-142 9,14-242 0,4 0 0,22 114 0,-26-170 0,1 0 0,0 0 0,0 0 0,0 0 0,0 0 0,1-1 0,0 1 0,0-1 0,0 0 0,1 0 0,0 0 0,0 0 0,0-1 0,1 1 0,-1-1 0,10 6 0,-8-7 0,0 0 0,0-1 0,0 0 0,0 0 0,0-1 0,0 1 0,0-1 0,0-1 0,1 1 0,-1-1 0,0 0 0,0-1 0,1 0 0,-1 1 0,0-2 0,9-2 0,7-3 0,0 0 0,-1-2 0,0-1 0,23-13 0,76-57 0,-39 25 0,-27 19 0,-21 13 0,0 1 0,1 3 0,47-21 0,-70 35 0,-1 2 0,1-1 0,0 2 0,0-1 0,0 2 0,0-1 0,0 1 0,0 1 0,1 0 0,-1 1 0,0 0 0,0 0 0,0 1 0,0 1 0,0 0 0,14 6 0,5 7 0,0 1 0,-1 2 0,-1 1 0,-1 1 0,25 25 0,68 51 0,-105-87 0,0-1 0,0 0 0,1-1 0,0-1 0,0 0 0,1-1 0,-1-1 0,36 6 0,-43-10 0,0-1 0,0 0 0,1 0 0,-1-1 0,0 0 0,0 0 0,0-1 0,0 0 0,-1-1 0,1 0 0,0 0 0,-1-1 0,0 0 0,0-1 0,0 1 0,0-2 0,-1 1 0,12-12 0,3-7 0,0-1 0,-2-1 0,27-45 0,-29 43 0,-18 27 0,0 0 0,1 1 0,-1-1 0,0 0 0,1 0 0,-1 0 0,1 1 0,-1-1 0,1 0 0,-1 1 0,1-1 0,0 0 0,-1 1 0,1-1 0,0 1 0,-1-1 0,1 1 0,0-1 0,0 1 0,0-1 0,-1 1 0,1 0 0,0 0 0,0-1 0,0 1 0,1 0 0,3 6 0,-3-4 0,-1-1 0,1 1 0,-1 0 0,0 0 0,1 0 0,-1 0 0,0 0 0,0 0 0,-1 1 0,1-1 0,0 0 0,-1 0 0,1 1 0,-1-1 0,0 0 0,0 1 0,0 2 0,-3 50 0,1-30 0,1-1-622,1 0 1,3 29-1,-1-42 191,0-1 0,1 1 0,0-1 0,0 0 0,1 0 0,1 0 0,7 14 1,-5-11-1975,7 10-6804,-1-12-3648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1.1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57 142 16398,'-40'-114'7428,"33"102"-5836,-3-3 341,23 30-1789,1-3-993,-4-3-763,7-3 188,9 15-5524,8 18-6730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1.6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9 923 12401,'-1'0'105,"1"0"0,-1-1 0,1 1 0,-1-1 0,0 1 0,1-1 0,-1 0 0,1 1 0,0-1 0,-1 0 0,1 1 0,-1-1 0,1 0 0,0 1 0,0-1 0,-1 0 0,1 0 0,0 1 0,0-1 0,0 0 0,0 0 0,0 1 0,0-1 0,0 0 0,0 0 0,0 1 0,0-2 0,1 0 172,0-1 0,0 1-1,0-1 1,0 1-1,1 0 1,-1 0 0,1 0-1,2-4 1,8-6 845,1 1 0,16-12 0,-19 15-692,27-22 242,-2 0 0,0-3-1,-3-1 1,39-50 0,-65 75-553,-1 1 0,-1-1-1,1-1 1,-2 1 0,1-1-1,-1 1 1,-1-1 0,0 0-1,2-20 1,-2-8 479,-4-52 1,-1 19 78,10-65 1097,7-29 1172,-16 324-2946,-56 514 0,1-29 0,53 0 0,5-629 0,31 301 0,-25-281 0,1 0 0,1 0 0,2-1 0,1 0 0,2-1 0,32 54 0,-43-81-106,1-1 0,0 1 0,0-1 0,0 0 0,1-1 0,0 1 0,0-1 0,0 0 0,0 0 0,1 0 0,-1-1 0,1 0 0,11 4 0,-13-6 6,0 1-1,0-2 0,0 1 1,1 0-1,-1-1 0,0 0 1,0 0-1,1 0 1,-1-1-1,0 1 0,0-1 1,1 0-1,-1 0 0,0-1 1,0 1-1,0-1 0,0 0 1,-1 0-1,1 0 1,0 0-1,5-6 0,0 0-190,-1 0 0,0-1 0,-1-1-1,0 1 1,0-1 0,-1 0 0,0-1-1,-1 0 1,0 1 0,-1-2 0,5-17-1,-3 4-40,0 0 1,-2 0-1,-1-1 0,0-32 0,-4 29 187,-2 0-1,-1 0 1,-1 0 0,-1 1-1,-1 0 1,-2 0 0,-1 0-1,-1 2 1,-1-1 0,-2 1-1,-23-35 1,8 21 351,-1 1-1,-2 2 1,-2 1 0,-1 1-1,-77-58 1,42 45 757,-50-41 1379,119 88-2303,0-1 1,0 1-1,0-1 1,0 1-1,0-1 1,0 0-1,0 1 1,0-1-1,1 0 1,-1 0-1,1 0 1,-1 1-1,1-1 1,0 0-1,0 0 1,-1 0 0,1 0-1,1-3 1,7-28 182,-4 28-227,-1 1 1,1-1 0,0 1 0,0 0 0,1 0 0,-1 1-1,1-1 1,0 1 0,0 0 0,0 0 0,9-3 0,-4 0-70,155-79-2128,38-20-2556,-69 26-2636,-31 14-2827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1.8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224 19 14593,'-45'-15'2995,"37"12"-102,5 7-3,-8 12-2354,2 1 1,0 1 0,1-1 0,1 2-1,1-1 1,0 1 0,-3 20-1,-16 145 3955,18-109-3879,-17 223-612,8-67 0,8-151-283,-14 243-5247,21-273 3604,3-1 1,2 1-1,3 0 0,17 69 1,-11-77-12417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2.0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41 170 17010,'-41'-37'9040,"45"19"-7087,-1 0-401,21 9-384,23-3-688,3-3-864,17 9-1000,6-9-644,15-6 219,9 9-5695,17 6-7606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2.4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 15 15273,'-3'-15'11766,"28"23"-7700,-22-6-4007,0 0 1,0 1-1,0-1 1,0 0-1,0 1 1,0 0-1,-1 0 0,1 0 1,-1 0-1,0 0 1,0 0-1,0 1 1,0-1-1,0 1 1,-1-1-1,0 1 1,1 0-1,0 5 0,2 13 105,-1-1 0,2 27 0,-3-15-123,7 118-41,-21 270 0,9-377 0,-2 36 11,-7 288-177,14-248-1615,-1-1-3097,8-2-5348,3-44-2517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2.6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51 151 18042,'-50'-9'6696,"50"-12"-3911,3 0-461,10 12-468,28-9-792,9 9-1064,20-3 0,24 3 0,30-3 0,30 3-2176,24 0-928,16 0-1137,10 6-2603,17 6-6574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5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151 579 8057,'0'0'176,"-1"0"1,1-1-1,-1 1 1,1-1 0,-1 1-1,1-1 1,-1 1-1,1-1 1,0 1 0,-1-1-1,1 1 1,0-1-1,-1 1 1,1-1 0,0 0-1,0 1 1,-1-1-1,1 1 1,0-1-1,0 0 1,0 1 0,0-1-1,0 0 1,0 1-1,0-1 1,0 0 0,0 1-1,0-1 1,1 0-1,-1 1 1,0-1-1,0 1 1,0-1 0,1-1-1,17-21 9601,-8 11-8429,-9 11 445,-5 0-1493,-7-1-16,0 0 0,1-1 1,-1 0-1,-14-7 0,20 7-131,2 0-108,1 0-1,-1 0 1,0 0-1,0 0 1,0 1-1,0 0 1,-7-4-1,-15-4 30,23 9-38,0-2-20,-3-5 20,0-1-1,0 0 0,1 0 0,0 0 0,1 0 1,0-1-1,0 1 0,1-1 0,0 0 1,0-16-1,2 23 32,2-2-24,0 0 0,-1-1 0,1 1 0,-1 0 0,1-11 0,-2 12-36,1-1-1,0 1 1,-1-1-1,1 1 1,1 0 0,-1 0-1,1 0 1,0 0 0,0 0-1,2-5 1,1 1 13,0 1-1,0-1 1,5-16 0,-7 17 36,0-1 1,0 1 0,1 0-1,0 0 1,9-10-1,-8 10 40,2-2-53,0 1-1,0 1 1,0-1-1,1 1 0,0 0 1,0 1-1,1 0 1,-1 0-1,18-8 1,-16 10-42,9-5 4,0 2-1,0 0 1,0 1-1,1 0 0,0 2 1,38-4-1,-8 5-9,-34 2-1,-1 0 0,28 2 0,-38-1 6,0 1-1,0 0 0,0 0 0,0 1 1,0 0-1,0 0 0,-1 0 0,1 0 1,0 0-1,-1 1 0,0 0 0,6 5 1,4 6 9,0 1 1,16 23-1,-18-22 4,1 0-1,21 20 0,-9-11 2,21 27 1,-27-29-20,1-2 0,26 24 1,109 90 241,-120-104-275,41 35 92,-12-27 127,-47-26-103,36 19 1,-40-26-36,0 0 0,0-1 0,0 0 0,1-1 0,-1-1 0,1 0 0,0-1 0,0 0 0,0-1 0,0-1 0,0 0 0,0-1 0,0-1 0,0 0 0,0 0 0,0-2 0,-1 1 0,1-2 0,21-10 0,-21 8-43,0-1 0,-1 0 0,1-1 0,-2-1 0,1 0 0,13-15 0,62-77 0,-56 63 0,42-66 0,-63 88 0,4-6 0,-5 8 0,0 0 0,-1-1 0,0 0 0,-1 0 0,-1-1 0,0 0 0,-2-1 0,0 1 0,4-27 0,-5 23 0,-4 9 0,-7-17 0,0-5-701,7 30-868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7.8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 7153,'1'-3'2511,"11"-24"9527,-12 29-10607,-1 5-978,0-1 0,1 0 1,0 1-1,0-1 0,0 1 1,1-1-1,0 0 0,2 7 0,18 55 1187,-8-30-773,17 79 628,18 144-1,-18-85-2507,11-29-3308,-15-62-3053,-16-55 864,6-2-3996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8.2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0 7781,'-20'25'2023,"16"-19"3400,5 0-4714,0 0 0,0 0-1,0 0 1,1 0-1,0 0 1,0 0 0,0-1-1,5 8 1,26 42 1248,-22-41-1701,1 0-1,1 0 1,0-1-1,1-1 0,0 0 1,31 19-1,-14-12 180,1-2 0,54 21-1,-40-22-891,0-2 0,57 9 0,98 5-2068,-115-17 1687,238 14-7654,-157-19-1952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8.3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630 0 10289,'-37'9'7245,"14"-9"-4925,-4 0-280,0 0-292,0 0-128,-3 9-504,-13 3-228,3 3-167,6 4-161,-6 11-340,0-3-676,-7 0-729,-7 6-939,4 6-788,0 10-3613,-11 2-6056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9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36 13249,'-19'-30'2879,"15"24"-159,-2 13 1200,5-7-3679,0 1 0,0 0-1,1-1 1,-1 1-1,0 0 1,0-1 0,1 1-1,-1 0 1,1 0 0,-1 0-1,1-1 1,-1 1-1,1 0 1,0 0 0,-1 0-1,1 0 1,0 0-1,-1 0 1,1 0 0,0 2-1,14 150 3032,-1-20-1598,-6 47-1674,33 406 0,-20-426-267,0-30-4319,0-65-7425,-13-45-908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9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97 152 13489,'-64'27'2120,"63"-27"-1976,0 0-1,0 1 0,-1-1 1,1 0-1,0 1 0,0-1 0,0 0 1,0 0-1,-1 0 0,1 0 0,0 0 1,0-1-1,0 1 0,-1 0 1,1 0-1,0-1 0,0 1 0,0-1 1,0 1-1,0-1 0,0 1 1,0-1-1,0 0 0,-4-2 4683,23 6-4402,-1-1-1,1-1 1,1 0-1,22-2 1,81-13 237,-75 8-445,767-135-331,-785 135 262,35-3 0,-55 8-18,-1 1 1,1 0-1,-1 0 0,1 1 1,-1 0-1,1 0 0,-1 1 1,14 4-1,-18-4-65,0 1 0,0-1 0,-1 1 0,1 0 0,-1 0 0,1 0 0,-1 0 0,0 0 0,0 1 0,0 0 0,0-1 0,-1 1-1,0 0 1,0 0 0,3 6 0,2 8 158,-1 0-1,5 25 0,-8-27-113,3 16-43,-1-1 1,1 38-1,0 13-2066,-4-25-911,-5-18-3588,2-23 1476,1 7-5758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49.8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76 15529,'-4'-42'3029,"-16"30"-425,4 3 5337,39 3-8393,4 0-1001,10 15-975,13 12-960,-13 9-2941,6 3-5740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50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20718,'2'2'210,"2"2"1215,1 0 0,-1 0 0,1 1 0,-1-1 0,-1 1 0,1 0 1,3 6-1,0 15-1015,13 106-382,16 549-751,-36-657-162,1 75-4740,1-69 750,6 37 0,8 3-7925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50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469 877 5549,'19'-12'2169,"-15"3"1108,-7-4-2547,3 12-299,-1-4 278,0 1 1,-1-1-1,1 1 1,-1 0-1,0 0 1,0 0-1,0 0 1,0 0-1,-5-5 1,1 2-19,0 1-1,0 0 1,0 0 0,-10-6 0,-2-1 405,-2 2 1,-28-13 0,40 20-998,1 1-1,-1 0 1,0 0-1,0 1 1,0 0-1,0 0 1,0 1-1,-1 0 1,1 1-1,0-1 1,-1 2-1,1-1 1,0 1-1,0 0 1,-12 4-1,11-2 91,0 1 1,0 0-1,0 1 0,1 0 0,0 0 0,0 1 1,0 0-1,0 1 0,1-1 0,0 1 0,-9 12 1,4-3 53,1 1 1,1 1 0,0-1 0,1 2-1,1-1 1,1 1 0,1 0 0,0 1 0,1-1-1,2 1 1,-4 37 0,7-39-374,1 0-1,1 0 1,0 0 0,1 0-1,1-1 1,1 0 0,1 1 0,0-1-1,1-1 1,0 0 0,17 26-1,-20-35 56,1 0 0,1 0 0,-1 0 0,1 0-1,0-1 1,0 0 0,1 0 0,0-1 0,0 0 0,0 0-1,0 0 1,1-1 0,0 0 0,0-1 0,0 0-1,0 0 1,1-1 0,-1 1 0,1-2 0,-1 0 0,1 0-1,0 0 1,-1-1 0,1 0 0,16-3 0,-14 1-106,-1-1 1,0 0-1,1 0 0,-1-1 1,-1-1-1,1 0 1,0 0-1,-1-1 1,0 0-1,8-7 0,-4 1 17,-1 0-1,0 0 0,-1-2 0,-1 1 0,16-26 0,-7 4 20,-2-1-1,-2-1 1,-1 0 0,16-68-1,-3-19 29,19-194 0,-41 242 703,-3 0-1,-3 0 1,-21-142 0,21 214-544,1 0 61,-1 0-1,1 1 1,-1-1-1,0 0 1,0 1-1,0-1 1,0 1-1,0-1 1,-1 1-1,0 0 1,0 0-1,0 0 1,0-1-1,0 2 0,0-1 1,-5-4-1,0 6 338,-5 19 207,0 4-276,1 1 0,1 1 0,1 0 0,1 1 0,-8 40 0,-4 62-361,-5 166-1,23-215-10,4 0 0,3 0 0,22 109 0,-23-167-50,1 0-1,1 0 1,1-1 0,0 1-1,1-1 1,2-1 0,0 0-1,22 31 1,-27-43 20,1 1 0,0-1 1,0 0-1,0-1 0,1 1 0,0-1 1,0 0-1,1-1 0,-1 0 0,1 0 1,0-1-1,0 0 0,0 0 0,0-1 1,0 0-1,1 0 0,-1-1 0,1 0 1,-1 0-1,1-1 0,-1 0 0,1-1 1,15-3-1,-8 0-125,0 0-1,0-2 1,0 0 0,-1-1 0,0 0-1,0-1 1,-1-1 0,0 0-1,-1-1 1,0 0 0,20-22 0,-9 6 13,-1-1 1,-1 0 0,-2-2-1,27-50 1,-35 55 225,-2-1 1,9-30-1,7-19 865,-26 72-858,0 1-1,0-1 1,0 0-1,0 1 1,-1-1-1,1 1 1,-1-1-1,1 1 1,-1-1 0,1 1-1,-1 0 1,0-1-1,0 1 1,0 0-1,0-1 1,0 1-1,-2-2 1,3 2 118,-1 2-184,0-1 0,0 1 0,0-1 0,0 1 1,0-1-1,0 1 0,0-1 0,1 1 1,-1 0-1,0-1 0,1 1 0,-1 0 0,0 0 1,1-1-1,-1 1 0,1 0 0,-1 0 1,1 0-1,-1 0 0,1 0 0,-1 2 0,-10 25 212,11-27-235,-5 13-1,1 0 0,1 0 0,1 1 0,-1-1 0,2 1 0,0-1 0,1 1 0,1 0 0,0-1 0,1 1 0,4 15 0,-4-20 0,1 0 0,1 0 0,0 0 0,0-1 0,1 1 0,1-1 0,-1 0 0,1 0 0,1-1 0,-1 0 0,2 0 0,-1-1 0,1 1 0,0-1 0,0-1 0,11 7 0,2-2-691,0 0 1,1-2-1,-1 0 1,2-1-1,-1-1 0,1-2 1,0 0-1,0-1 0,34 0 1,-17-3-1626,0-3 1,-1-1-1,1-1 1,67-18-1,-43 4-8983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51.1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97 13745,'-47'9'2665,"21"-18"-121,-1 3-444,10-6-328,0 3 768,4-6-1644,0 3-244,13-9-5632,3 0 2288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55.6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188 303 7669,'-11'14'1821,"6"-13"799,8-31 5629,-1 30-7422,47 1 752,0 0-589,96-11 1,-88 3-642,-35 6-132,1-2 1,24-6 0,-39 7-138,0-1 1,-1 1-1,0-2 1,1 1-1,-1-1 1,0 0 0,-1 0-1,1-1 1,-1 0-1,6-6 1,-8 7-41,0 0 1,0 0-1,-1-1 1,1 1-1,-1-1 1,0 0-1,-1 0 1,1 0-1,-1-1 1,0 1-1,0-1 1,-1 1-1,0-1 1,0 1-1,0-1 1,0 0-1,-1 1 1,0-1-1,0 0 1,-2-9-1,0 10-23,1 1 0,0-1-1,-1 1 1,0 0 0,0 0-1,0 0 1,0 0-1,-1 0 1,0 0 0,1 1-1,-1-1 1,-1 1 0,1 0-1,0 0 1,-1 0-1,0 0 1,1 0 0,-1 1-1,0 0 1,-1 0 0,1 0-1,0 0 1,0 1-1,-1-1 1,1 1 0,-7-1-1,-19-3 282,1 2 0,-60 0 0,74 3-134,1 2 0,-1 0 0,1 0-1,0 2 1,0-1 0,0 2 0,0 0 0,-19 10-1,5 1 69,2 2-1,0 0 0,1 1 0,1 2 0,-28 29 0,37-34-111,2 0 0,-1 1 0,2 1 0,0 0 0,2 1-1,0 0 1,1 0 0,-12 37 0,19-49-121,0 1 0,1 0 0,0 0 0,0 0 0,0 0 0,1 0 0,1 0-1,-1 0 1,1 0 0,0 0 0,1 0 0,0 0 0,5 13 0,-2-11-8,1 0 0,-1 0 0,2 0 0,-1-1 0,1 0 0,1-1 0,0 1 0,15 12 0,7 1-108,1-1 1,1-2-1,1-1 1,65 25-1,-35-18-1342,2-3 0,0-2 0,98 15 1,-109-28-1080,76 1 1,-80-9-2128,86-12 0,-49 1-4199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8:56.3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148 622 12221,'-102'11'2081,"99"-11"-1905,1 0 0,0 0 0,0 1 0,0-1 1,0 0-1,0 1 0,0-1 0,0 1 0,0 0 0,0 0 0,0-1 1,0 1-1,0 1 0,0-1 0,0 0 0,1 0 0,-1 1 0,-2 1 0,1 1 560,1-2 1213,6-2-88,110-10 1679,-44 2-2738,297-23 948,347-36-551,-390 31-1122,973-119-1032,-9-56-4613,-1040 151 2000,-88 9-3899,-87 26-1553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1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0 148 15369,'0'0'4848,"1"3"-2474,121 385 2666,31 83 96,-134-427-5136,2-1 0,1-1 0,46 63 0,-64-99 0,1 1 0,1-1 0,-1 0 0,1 0 0,0 0 0,1-1 0,-1 0 0,1-1 0,0 1 0,0-1 0,0 0 0,13 4 0,-15-7 0,0 0 0,0 0 0,0 0 0,0-1 0,1 0 0,-1 0 0,0 0 0,0 0 0,0-1 0,0 0 0,1 0 0,-1-1 0,0 1 0,-1-1 0,1 0 0,0 0 0,-1-1 0,1 1 0,-1-1 0,7-6 0,0 0 0,0-1 0,-2 0 0,1-1 0,-1 0 0,-1 0 0,0-1 0,0 0 0,10-24 0,2-11 0,14-54 0,-24 71 0,20-75 0,17-111 0,1-111 0,-33 221 0,6-3-2990,-18 96 2044,1 0 0,1 0 0,0 0 1,1 1-1,12-21 0,-1 17-6890,8 1-5446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1.3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644 57 12317,'-67'-38'3352,"62"35"-2977,1 1 0,0-1 0,-1 1-1,0 1 1,1-1 0,-1 0 0,0 1-1,0 0 1,0 0 0,0 1 0,0-1-1,0 1 1,0 0 0,0 1 0,0-1 0,0 1-1,0 0 1,0 0 0,1 0 0,-1 1-1,0 0 1,1 0 0,-1 0 0,-5 4-1,-1 2 730,0 1 0,0 1 1,1 0-1,1 1 0,-1-1 0,-10 19 0,9-13-1104,2 0 0,0 0 0,1 1 0,1 0 0,0 0 0,1 1 0,1 0 0,1 0 0,1 0 0,0 0 0,1 1 0,1 0 0,1-1 0,4 35 0,6 12 0,2-1 0,38 114 0,-44-160 0,25 78 0,46 167 0,-73-245 0,-1-1 0,-1 1 0,0 0 0,-1 0 0,-1 1 0,-2 19 0,1-29 0,-1 0 0,0 0 0,0 0 0,-1 0 0,0-1 0,0 1 0,-1-1 0,-1 1 0,1-1 0,-1-1 0,0 1 0,-1-1 0,-10 12 0,-2-3-299,-1-1 0,-1-1 1,0 0-1,-1-2 0,0 0 0,-1-1 1,0-2-1,0 0 0,-1-1 0,-1-1 0,1-2 1,-1 0-1,0-1 0,-38 0 0,47-4-1097,-17 1-1578,11 1-4934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1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80 9917,'31'-45'2267,"-25"36"2427,-7 6-3897,-1 0 1,1 1 0,-1-1-1,0 1 1,0-1 0,0 1-1,0 0 1,-4-4 0,2 9-438,-1 1-1,1-1 1,0 0 0,0 1 0,0 0-1,1 0 1,-1 0 0,1 1 0,0-1-1,-4 9 1,-25 57 1594,16-31-986,-88 235 863,93-239-1831,1 0 0,3 2 0,0-1 0,3 1 0,0-1 0,3 1 0,1 0 0,6 46 0,-3-61 0,1-1 0,0-1 0,2 1 0,0-1 0,2 1 0,0-2 0,1 1 0,1-1 0,0-1 0,2 0 0,0-1 0,1 0 0,1 0 0,0-2 0,28 24 0,-35-33-10,1-1-1,-1 0 1,1 0 0,1 0-1,-1-1 1,1 0 0,-1-1-1,1 0 1,0 0-1,0-1 1,1 0 0,-1-1-1,0 0 1,1 0 0,-1-1-1,0 0 1,1-1 0,11-2-1,-8 0-8,0-1-1,0 0 1,-1-1 0,1 0-1,-1-1 1,0-1-1,-1 0 1,0 0-1,0-1 1,0 0-1,-1-1 1,11-12 0,12-18-123,48-73-1,5-5-206,-85 115 336,0 3 12,-1 1 0,1-1 0,-1 1 0,1-1 0,0 1 0,0-1 0,-1 0 0,1 1 0,0-1 0,0 0 0,2 2 0,4 5 0,42 76 157,-33-54-163,1 0-1,1-1 1,2-2 0,37 42 0,-55-67 9,16 16-16,1-1-1,30 22 1,-44-35 41,0-1-1,1 0 1,-1 0-1,1 0 1,-1-1-1,1 0 0,0 0 1,0 0-1,0-1 1,0 1-1,0-1 1,0-1-1,0 1 1,0-1-1,0 0 0,7-2 1,-10 2-17,0-1-1,-1 1 1,1-1 0,0 0 0,-1 0-1,1 0 1,-1-1 0,1 1 0,-1 0-1,0-1 1,0 0 0,1 1 0,-1-1-1,0 0 1,0 0 0,-1 0 0,1-1-1,2-3 1,-2 2 6,0 0 0,-1 0-1,0 0 1,0 0 0,0 0 0,0 0-1,-1 0 1,0 0 0,1 0-1,-1 0 1,-1-6 0,-2-6 18,0 0 1,-2 0-1,1 0 0,-2 0 1,-7-15-1,4 11-34,0 1 0,-1 0 0,-1 0 0,-1 2 0,-19-24 0,2 5 0,-55-91-5308,83 125 3887,-6-8 1322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2.4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452 687 13473,'-31'-16'1107,"-22"-12"1516,13 9 2299,35 18-4559,0 0-1,0 0 1,0 0 0,0 0 0,0 1 0,0 0 0,0 0-1,-1 0 1,1 1 0,0 0 0,0 0 0,0 0 0,0 0-1,1 1 1,-1 0 0,0 0 0,1 0 0,-1 1 0,1 0 0,0-1-1,-5 5 1,-3 2-3,0 1-1,0 0 1,1 0 0,0 1-1,1 1 1,-9 12-1,1 7-346,0 0 0,2 1 0,2 1 0,1 1 0,1 0 0,2 0 0,2 1 0,1 0 0,1 1 0,-1 70 0,7-90-13,0 0 0,1 0 0,1 0 0,0-1 0,2 1 0,0 0 0,11 28 0,-14-41 0,0-1 0,1 1 0,0-1 0,-1 0 0,1 1 0,0-1 0,0 0 0,0 0 0,0 0 0,0 0 0,1-1 0,-1 1 0,1-1 0,-1 1 0,1-1 0,-1 0 0,1 0 0,0 0 0,0 0 0,-1 0 0,1-1 0,0 1 0,0-1 0,0 0 0,5 0 0,-3 0 0,0-1 0,0 0 0,0 0 0,0 0 0,0 0 0,0-1 0,0 0 0,-1 0 0,1 0 0,-1-1 0,0 1 0,1-1 0,-1 0 0,4-4 0,4-5 0,-1-1 0,0-1 0,-1 0 0,0 0 0,13-29 0,31-87 0,-34 78 0,38-104 0,-7-3 0,40-223 0,-16 36 0,-75 346 0,0 0 0,0 0 0,1 0 0,-1 0 0,0 0 0,0 0 0,0 0 0,0 0 0,0 0 0,0 0 0,0 0 0,0 0 0,0 0 0,0 0 0,0 0 0,0 0 0,0 0 0,1 0 0,-1 0 0,0 0 0,0 0 0,0 0 0,0 0 0,0 0 0,0 0 0,0 0 0,0 0 0,0 0 0,0 0 0,0 0 0,0 0 0,0-1 0,0 1 0,0 0 0,0 0 0,1 15 0,-2 22 0,-10 390 0,15-314 0,34 199 0,-30-274 0,1-1 0,3 0 0,30 70 0,-37-96 0,-3-5 0,1 0 0,-1 0 0,1 0 0,0-1 0,1 1 0,0-1 0,-1 0 0,2 0 0,-1-1 0,0 1 0,1-1 0,0 0 0,0 0 0,0 0 0,1 0 0,-1-1 0,1 0 0,0-1 0,-1 1 0,1-1 0,0 0 0,1 0 0,-1-1 0,0 0 0,1 0 0,-1 0 0,0-1 0,1 0 0,-1 0 0,0-1 0,10-1 0,-2-1 0,-1-1 0,1-1 0,-1 0 0,0 0 0,0-2 0,-1 1 0,0-2 0,0 1 0,0-2 0,-1 1 0,17-19 0,-1-5 0,-1-1 0,-2-2 0,-2 0 0,29-61 0,-47 89 0,0 0 0,-1 0 0,0 1 0,0-2 0,-1 1 0,0 0 0,0 0 0,-1-1 0,0 1 0,0-1 0,-1 1 0,0-11 0,0 17 0,0 0 0,-1 0 0,1 1 0,0-1 0,0 0 0,0 1 0,0-1 0,0 0 0,-1 1 0,1-1 0,0 1 0,-1-1 0,1 0 0,0 1 0,-1-1 0,1 1 0,-1-1 0,1 1 0,-1-1 0,1 1 0,-1-1 0,0 0 0,-2 1 0,1-1 0,-1 1 0,1 0 0,-1 0 0,1 0 0,-1 0 0,0 0 0,1 0 0,-1 1 0,1-1 0,-1 1 0,1 0 0,-1 0 0,1 0 0,0 0 0,-1 0 0,1 0 0,-3 3 0,0-1 0,1 0 0,-1 1 0,1 0 0,0-1 0,0 1 0,1 1 0,-1-1 0,-3 6 0,-1 6 0,-1 1 0,2-1 0,0 1 0,1 0 0,1 1 0,1 0 0,0 0 0,1 0 0,1 0 0,1 0 0,0 0 0,2 0 0,0 1 0,1-1 0,1 0 0,4 18 0,-4-28-198,-1-1 1,1 0-1,0 1 1,0-1-1,1-1 1,0 1-1,0 0 0,1-1 1,0 0-1,0 0 1,0-1-1,1 1 1,0-1-1,0 0 0,0 0 1,1-1-1,-1 0 1,1 0-1,0-1 1,0 0-1,0 0 0,1 0 1,-1-1-1,12 2 1,13 1-1820,0-2-1,1-1 1,-1-1 0,50-6 0,-50 2 308,42 0-11340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3.6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1109 0 13577,'0'5'421,"1"0"-1,-1 0 1,1 0 0,0 0-1,0 0 1,0 0-1,1-1 1,0 1 0,0 0-1,0-1 1,0 1-1,1-1 1,5 7-1,5 12 902,4 12 1318,21 68 0,-13-33-1308,13 31 146,11 23 397,50 202 0,-77-220-1831,-5 0 0,-4 1-1,-3 211 1,-13-254-48,-4 0 0,-2-1 0,-3 0 0,-2-1 1,-3 0-1,-3-1 0,-3-2 0,-31 60 0,18-56-708,-2-2 0,-3-1 0,-3-3 0,-2-1 0,-2-3 0,-3-1 0,-110 85 0,47-55-2049,-4-6 1,-2-4-1,-148 62 1,37-29-10285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08.9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682 76 13241,'-21'-13'2310,"-1"0"0,0 2-1,-37-14 1,45 21-1414,0 1 0,0 1 0,0 0 0,-1 0 0,1 2 0,-1 0 0,1 1 0,-17 2 0,16-1-819,1 1 0,-1 1 0,1 0-1,-1 1 1,1 0 0,0 1 0,1 1 0,0 0-1,0 1 1,0 0 0,1 1 0,0 0 0,1 1-1,0 1 1,1 0 0,0 0 0,-10 14 0,12-14-33,0 1 0,1 0 0,0 0 1,0 1-1,2 0 0,-1 0 0,2 0 0,0 0 1,0 1-1,1 0 0,1 0 0,0 0 1,1 0-1,1 0 0,0 0 0,1 0 1,0 0-1,6 21 0,-1-15-115,1 1 0,0-1 0,2-1 0,0 0 0,2 0 0,0-1 0,1 0 1,0-1-1,2 0 0,17 16 0,-19-22 2,0 0 0,1 0 0,1-2 1,0 0-1,0 0 0,1-1 0,0-1 0,0 0 1,0-1-1,1-1 0,0-1 0,0 0 0,24 3 1,-32-7 26,-1 1 1,0-1-1,0 0 1,0-1-1,1 0 1,-1 0-1,0 0 1,0-1-1,0 0 1,0-1-1,-1 1 1,1-1-1,-1 0 1,1-1-1,-1 0 1,0 0-1,0 0 1,-1-1-1,1 0 1,-1 0-1,0 0 1,0 0-1,-1-1 1,0 0-1,0 0 1,4-8-1,4-9 0,-2-2 0,0 1 0,-2-1 0,0-1 0,6-46 0,-2-6 144,-8 46 257,1 0 0,1 1-1,2-1 1,19-50 0,-25 79-148,2 6 37,6 6-204,-1 0 0,-1 0 1,1 1-1,-1 1 1,-1 0-1,0 0 1,-1 0-1,0 0 0,9 25 1,32 122 272,-46-154-317,26 111 0,-6 0 0,9 141 0,-27-212 0,1 15 0,-3 62 0,-2-104 0,-1 0 0,0 0 0,-1 0 0,-1 0 0,-1-1 0,0 1 0,-1-1 0,-10 18 0,11-26 0,1 0 0,-1-1 0,0 1 0,-1-1 0,0-1 0,0 1 0,-13 10 0,2-6 0,0 0 0,0-2 0,-1 0 0,-19 7 0,-128 45 0,102-41 0,-1-3 0,-100 14 0,117-23 0,28-5 6,-91 12 59,96-14-125,-1 0-1,1-1 1,-1-1-1,1 0 1,-20-4 0,31 4-214,1 0 1,-1 1 0,0-1-1,0 0 1,1-1-1,-1 1 1,0 0 0,1-1-1,-1 0 1,1 1 0,0-1-1,-4-4 1,-1-12-4309,12-6-3334,11-2-5524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09.7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93 218 12037,'20'-24'8159,"-23"20"-5865,2 3-2080,1 0 1,-1 0-1,0-1 1,0 1-1,0 0 1,1 0-1,-1 0 1,0 1-1,0-1 1,0 0-1,0 0 1,-1 0-1,1 1 1,0-1-1,0 1 1,0-1-1,-1 1 1,0-1-1,-2 2-101,1 1 1,0 0-1,0-1 0,-1 2 1,1-1-1,0 0 0,1 0 0,-1 1 1,0 0-1,1-1 0,0 1 1,-1 0-1,1 0 0,0 0 0,1 1 1,-1-1-1,0 0 0,1 1 1,-2 4-1,-3 13 173,0 0 1,-3 27-1,3-13-115,2-9-85,0 0 0,2 1 0,1-1 0,1 1 1,1-1-1,2 0 0,7 38 0,-9-63-84,-1 0 0,0 1 0,0-1 0,1 0 0,-1 0 0,0 0 0,1 0 0,-1-1 0,1 1-1,-1 0 1,1 0 0,0 0 0,-1 0 0,1 0 0,0-1 0,0 1 0,-1 0 0,1 0 0,0-1 0,0 1 0,0-1 0,0 1 0,0-1-1,0 1 1,0-1 0,0 0 0,0 1 0,0-1 0,0 0 0,0 0 0,0 0 0,0 0 0,0 0 0,0 0 0,0 0 0,0 0 0,0 0-1,0 0 1,0 0 0,0-1 0,0 1 0,0-1 0,0 1 0,0 0 0,0-1 0,2-1 0,2 0 4,-1-1 0,1 0 0,-1 0 0,1 0 0,-1 0 0,0-1 0,-1 0 0,6-6 0,2-5-9,48-74 58,-43 61-47,74-117-1,-80 133-6,-1 0 0,2 1 1,-1 0-1,17-13 0,-25 22 13,1 0 0,-1 0 0,1 0 0,0 0 0,0 0 0,0 1 0,0-1-1,1 1 1,-1 0 0,0 0 0,0 0 0,1 0 0,-1 1 0,0-1 0,1 1 0,-1 0 0,1 0 0,-1 0 0,1 0 0,-1 1 0,0 0 0,1-1 0,-1 1 0,0 0 0,6 3 0,0 2 57,0 0 0,0 0 1,0 1-1,-1 1 0,0-1 1,-1 1-1,9 12 0,40 68 237,-38-58-187,22 30 0,-29-45-101,-6-8 6,0-1-1,0 1 1,1-1 0,0 0-1,0 0 1,10 7 0,-13-12-20,0 1 0,0-1-1,0 0 1,0 0 0,0 0 0,0 0 0,1 0 0,-1-1-1,0 0 1,0 1 0,1-1 0,-1 0 0,0-1 0,1 1 0,-1-1-1,0 1 1,0-1 0,0 0 0,1 0 0,4-3 0,0 0-4,-1 0 1,1-1 0,-1 1-1,0-2 1,-1 1 0,1-1-1,-1 0 1,0 0 0,0 0-1,-1-1 1,0 0 0,0 0-1,-1-1 1,0 1 0,4-11 0,6-16 17,-1-1 0,9-48 1,-6 26-15,43-147 77,-58 202-83,-1 1 0,0 0 0,1 0 0,-1 0 0,1 0 0,-1-1 0,1 1 0,-1 0 0,1 0 0,0 0 0,0 0 0,-1 0 0,1 1 0,0-1 0,0 0 0,1-1 0,8 2 0,-8 0 0,0 0 0,1 0 0,0 0 0,-1 0 0,1 1 0,0-1 0,-1 1 0,1 0 0,-1 0 0,1-1 0,-1 2 0,0-1 0,1 0 0,-1 0 0,0 1 0,0-1 0,0 1 0,4 3 0,35 41 0,-25-27 0,-11-14 0,31 33 0,-2 1 0,-2 2 0,33 54 0,-57-82 0,-1 0 0,-1 0 0,0 1 0,-1 0 0,0 0 0,-1 0 0,-1 1 0,0-1 0,-1 1 0,-1-1 0,0 1 0,-1 0 0,0 0 0,-1-1 0,-1 1 0,-4 17 0,-10 22 0,-41 96 0,205-396-1553,-113 197 1245,3 1 0,1 2 0,51-45-1,-88 89 323,0 0 0,0 0 0,0 0 0,1 0 0,-1 1 0,0-1 0,1 1 0,0-1 0,-1 1 0,1 0 0,0 0 0,-1 0 0,1 0 0,0 1 0,3-1 0,-3 1 19,-1 0 0,0 0 0,0 0 0,0 1-1,0-1 1,0 1 0,0 0 0,0-1 0,0 1-1,0 0 1,0 0 0,0 0 0,-1 1 0,1-1 0,0 0-1,1 2 1,2 3 44,-1-1 1,1 1-1,-1 0 0,0 0 0,-1 0 0,0 1 0,0-1 1,0 1-1,3 12 0,1 16 101,-1-1 0,2 40 0,-1 1-1215,9-16-2466,1-25-3821,7-15-9897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09.9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40 10625,'-13'-33'2384,"-4"27"5429,20 21-11297,0 6-1649,4 3-4088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0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302 637 14689,'-18'-6'1050,"14"5"-572,-1-1 1,1 1-1,-1-1 0,1 0 0,0-1 1,0 1-1,-1-1 0,2 1 0,-1-1 1,-5-5-1,6 6-84,1 0 0,-1 1 0,1-1 0,-1 1 0,0 0 0,0 0 0,0 0 0,0 0 0,0 0 0,0 1 0,0-1 0,0 1 0,0 0 0,0 0 0,0 0 0,0 0 0,0 0 0,0 1 0,0 0 0,0-1 0,-4 2 1,1 0-68,0 1 1,0-1-1,0 1 1,0 0-1,0 0 1,0 1-1,1 0 1,-7 5-1,2 2-310,1 0 1,0 1-1,0 0 0,1 0 0,1 1 0,0 0 0,1 0 0,0 1 0,1 0 1,-4 17-1,2-5-25,2 0 1,1 1-1,1-1 1,2 47-1,2-47 8,1 0 0,1 1 0,10 34 0,-10-50 0,0 0 0,1 0 0,1 0 0,0 0 0,0-1 0,1 1 0,1-2 0,-1 1 0,16 15 0,-20-22 0,2 0 0,-1-1 0,0 1 0,0-1 0,1 0 0,0 0 0,-1 0 0,1 0 0,0-1 0,0 1 0,0-1 0,0 0 0,0 0 0,0-1 0,0 1 0,0-1 0,0 0 0,0 0 0,0 0 0,0-1 0,0 1 0,0-1 0,0 0 0,0 0 0,0 0 0,0-1 0,0 0 0,-1 1 0,6-4 0,1-1 0,1-1 0,-1 0 0,-1-1 0,1 0 0,-1 0 0,-1-1 0,0 0 0,11-16 0,2-9 0,-1-1 0,-2-1 0,-1-1 0,-2 0 0,13-49 0,35-199 0,-61 275 0,31-207 0,-9 30 0,-4 7 0,-22 281 0,15 133 0,-11-202 0,36 292 0,-31-287 0,2 0 0,2-1 0,1 0 0,2 0 0,1-2 0,31 51 0,-41-76 0,2-1 0,-1 0 0,1 0 0,0-1 0,1 0 0,9 7 0,-14-12 1,1 0-1,0 1 1,-1-1-1,1-1 1,0 1 0,1-1-1,-1 1 1,0-1 0,0 0-1,0 0 1,1-1-1,-1 1 1,0-1 0,1 0-1,-1 0 1,1-1-1,-1 1 1,0-1 0,6-2-1,-2 1-6,-1-1 0,1 0 0,-1 0 0,1-1-1,-1 0 1,0 0 0,-1 0 0,1-1 0,7-7 0,-1-2-119,-1-1 0,0 0 0,-1-1 0,0 0 0,-2-1 0,0 0 0,-1 0 0,0-1 0,-1 0 0,6-31 0,-6 19 39,-2 0 1,0 1-1,-3-1 1,0-1 0,-2 1-1,-4-34 1,3 58 130,0-1 1,0 1 0,0-1-1,-1 1 1,0 0 0,-6-12-1,7 17-10,1 0-1,-1 0 0,0 0 1,0 0-1,1 0 0,-1 0 1,0 0-1,0 0 1,0 0-1,0 0 0,0 0 1,0 1-1,0-1 1,0 0-1,-1 1 0,1-1 1,0 1-1,0-1 0,0 1 1,-1 0-1,1 0 1,0-1-1,-1 1 0,1 0 1,0 0-1,0 0 1,-1 0-1,1 0 0,0 1 1,-1-1-1,1 0 0,0 1 1,0-1-1,-1 0 1,1 1-1,0 0 0,0-1 1,0 1-1,0 0 1,0-1-1,-2 3 0,-2 1-11,-1 0 0,2 1 0,-1 0 0,0 0-1,1 0 1,0 1 0,0-1 0,1 1 0,-5 8-1,-23 62 10,24-57-33,-2 7 1,1 1 0,1-1 0,1 1 0,-4 45 0,9-54 0,1-1 0,0 1 0,2-1 0,0 0 0,1 0 0,0 0 0,2 0 0,9 25 0,-11-34-192,1-1 0,1 0 0,-1 0 0,1 0 0,1 0 0,-1 0 0,1-1 0,0 0 0,0-1 0,1 1 0,0-1 0,0 0 0,0-1 0,0 0 0,1 0 0,0 0 0,0-1 0,10 3 0,14 3-1402,1-2 0,0-1 0,42 2 0,-70-7 1436,79 5-7253,11-3-4779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3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381 1 11585,'-1'0'70,"0"0"0,-1 1 1,1-1-1,0 0 0,0 1 0,0-1 0,0 1 0,0-1 1,0 1-1,0 0 0,0-1 0,1 1 0,-1 0 0,0 0 1,0-1-1,0 1 0,1 0 0,-2 2 0,5 13 1014,-1-13-946,-1-1-1,-1 0 1,1 0-1,0 1 1,0-1-1,-1 0 1,0 1 0,1-1-1,-1 0 1,0 1-1,0-1 1,0 1-1,0-1 1,-1 3-1,-2 5 425,-1-1 0,0 0 0,-8 16 0,-4 6 417,-46 111 2392,-63 164 1050,85-181-2438,-43 235-1,73-288-1649,3-1-1,3 1 1,3 0-1,17 143 1,-5-152-410,3-1 1,2 0-1,4-1 1,1-1-1,4-1 0,2-1 1,2-2-1,3-1 1,2-1-1,3-1 1,1-3-1,3-1 1,3-2-1,1-2 1,2-1-1,1-3 1,3-3-1,68 41 1,-30-31-1257,2-3 0,2-5 0,164 49 0,-80-44-4052,211 28-1,-62-36-6785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4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31 251 14129,'-14'28'2244,"1"-36"2317,13 7-4516,0 1 0,-1 0 0,1-1-1,0 1 1,0 0 0,-1-1-1,1 1 1,0 0 0,0-1 0,0 1-1,-1 0 1,1-1 0,0 1-1,0-1 1,0 1 0,0 0 0,0-1-1,0 1 1,0-1 0,0 1 0,0-1-1,0 1 1,0 0 0,0-1-1,0 1 1,0-1 0,0 1 0,0 0-1,1-1 1,-1 1 0,0 0 0,0-1-1,0 1 1,1-1 0,-1 1-1,0 0 1,0 0 0,1-1 0,-1 1-1,0 0 1,1-1 0,-1 1 0,0 0-1,1 0 1,-1 0 0,1-1-1,-1 1 1,0 0 0,1 0 0,-1 0-1,1 0 1,-1 0 0,1 0-1,26-8 1414,0 2 0,0 1-1,42-3 1,-4 1-893,830-106 1531,-783 99-2556,316-44-5582,-333 44 2795,-4 0-5736,-44 8-1142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4.7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365 59 11333,'-44'-13'965,"13"4"594,1 1 0,-54-7 0,50 10 285,22 2-717,-1 1 0,0 1 1,1-1-1,-1 2 0,0 0 1,0 1-1,-21 3 0,33-4-1051,1 0 0,-1 0 0,0 0 0,0 1-1,0-1 1,1 0 0,-1 0 0,0 1 0,0-1 0,1 0-1,-1 1 1,0-1 0,1 1 0,-1-1 0,0 1 0,1-1-1,-1 1 1,1-1 0,-1 1 0,1 0 0,-1-1 0,1 1-1,-1 0 1,1-1 0,0 1 0,-1 0 0,1 0 0,0-1-1,-1 1 1,1 0 0,0 0 0,0 0 0,0 0 0,0 1-1,2 2 71,-1-1-1,1 1 0,0 0 1,0 0-1,1-1 0,-1 0 0,1 1 1,4 3-1,180 169 806,-151-145-934,15 14-17,-2 3 0,-3 1 0,-1 3 0,-3 1 0,-2 2 0,60 112 0,-84-134 0,-1 0 0,-2 0 0,-1 1 0,-2 1 0,-1 0 0,-2 0 0,-2 1 0,-1 0 0,-1 0 0,-2 0 0,-2 0 0,-1 0 0,-2 0 0,-14 58 0,-3-23-819,-3-2 0,-4-1 0,-35 66 0,-121 184-5235,147-257 5018,14-20-6310,16-19-4725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5.0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81 132 15337,'-15'9'698,"-1"1"1281,0 0 0,-15 13-1,29-21 113,355-11 4076,-2-15-4635,347-49-2990,-646 67 1503,75-8-339,331-43-1957,-440 55 2359,-7 1-3477,-25 9-7400,-7-2-20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5.2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144 1 15881,'4'3'723,"-1"-1"0,0 1-1,-1 0 1,1 1-1,0-1 1,-1 0-1,0 1 1,1 0-1,-2-1 1,1 1-1,0 0 1,-1 0-1,1 0 1,0 6-1,1 7 1029,-1 0-1,1 21 0,-2-9-1194,3 31-459,-3-1 0,-3 1-1,-2-1 1,-17 79 0,-69 232-1237,35-164-5542,40-133-1654,9-6-5532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5.6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95 361 13637,'24'-11'5282,"21"7"-1533,-6 0-1935,-10-1-1395,-1-1 0,0-1 0,0-2 0,-1-1 0,0-1 0,0-2 0,35-22 0,-56 31-330,-1-1 0,0 0-1,-1 0 1,1-1 0,-1 1 0,0-1 0,-1 0 0,1 0 0,-1 0-1,0 0 1,-1 0 0,0-1 0,0 1 0,0-1 0,1-10-1,-2 11 8,0 0-1,0 0 0,-1 0 1,0 0-1,0 0 0,-1 0 1,0 0-1,0 0 0,0 0 1,0 0-1,-1 0 0,0 1 1,-1-1-1,1 0 0,-1 1 1,0 0-1,0 0 1,-5-6-1,5 8-56,0 0 1,-1 1-1,1-1 0,-1 1 1,1 0-1,-1 0 0,0 0 1,0 0-1,1 1 0,-1 0 1,-1-1-1,1 1 1,0 1-1,0-1 0,0 1 1,0-1-1,-1 1 0,1 0 1,0 1-1,0-1 0,0 1 1,0 0-1,0 0 1,-7 2-1,0 1 50,0 1 1,0 0-1,0 0 1,1 1-1,0 0 1,0 1-1,-14 12 1,2 2-90,2 1 0,0 1 0,1 1 0,-15 26 0,-55 110 0,75-131 0,1 1 0,1 0 0,2 0 0,1 1 0,2 0 0,1 1 0,-4 48 0,10-65 0,0 0 0,1 0 0,1 0 0,0 0 0,1-1 0,0 1 0,11 26 0,-10-31 0,1 0 0,1 0 0,0-1 0,0 1 0,1-1 0,0-1 0,0 1 0,1-1 0,0-1 0,1 1 0,15 9 0,-7-8 0,0 0 0,1-2 0,0 0 0,0-1 0,0 0 0,1-2 0,0 0 0,0-1 0,0-1 0,0-1 0,30-2 0,-28 0-483,0-1 0,37-9 0,123-34-6491,-149 36 2723,36-16-1,0-7-8605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5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49 148 12181,'-39'-13'887,"29"10"7088,19 6 479,2 1-8256,-1 1-1,1 1 1,-1 0-1,0 0 1,0 1-1,0 0 1,-1 1-1,-1 0 1,1 0-1,7 10 1,2 5-17,0 0 0,-2 1 1,15 27-1,-18-25-149,-1 1 0,-1-1 1,-1 2-1,-1-1 0,-2 1 0,-1 1 0,6 56 1,-11-61-57,-1-1 1,-1 0 0,-1 1 0,-1-1-1,-1 0 1,-1 0 0,-1-1 0,-1 0-1,-1 0 1,-19 36 0,-2-7 301,29-49-274,-1-1 1,1 1-1,-1-1 0,0 1 1,0-1-1,0 0 1,1 1-1,-1-1 0,0 0 1,0 0-1,-1 0 0,1 1 1,0-1-1,0 0 0,-1-1 1,1 1-1,0 0 1,-1 0-1,1 0 0,-1-1 1,-1 1-1,-3 1-8,5-2 4,1 1 0,-1-1 0,1 0 0,0 0 0,-1 1 0,1-1 0,-1 0 0,1 0 0,-1 0 0,1 0 0,-1 0 0,1 0 0,-1 0 0,1 0 0,-1 0 0,1 0 0,-1 0 0,1 0 0,-1 0 0,1 0 0,-1 0 0,1 0 0,-1-1 0,1 1 0,-1-1 0,-1-2 0,0-1 0,0 0 0,1 0 0,0 0 0,0-1 0,0 1 0,0 0 0,1 0 0,-1-1 0,1 1 0,0 0 0,1 0 0,-1-1 0,2-3 0,3-21 0,2 0 0,1 1 0,1 1 0,2-1 0,14-26 0,-7 14 0,21-43-1722,4 2 1,3 2-1,4 2 1,85-101-1,-122 162 961,17-21-4141,48-45-1,-21 36-5706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6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84 141 9157,'-3'0'228,"1"1"1,0 0-1,0-1 1,-1 0 0,1 0-1,0 0 1,-1 0-1,1 0 1,0 0-1,-4-1 1,2 0 995,0-1 1,0 0 0,0 0 0,0 0-1,0 0 1,1 0 0,-5-5-1,-9-4 4920,15-8-3510,2 6-1914,6 25 110,4 26 141,-3 13-971,-2 1 0,-3 81 0,-3-80 0,-2-4 0,0-23 0,6-20 0,0-3 0,-3-2 0,0-1 0,0 1 0,1-1 0,-1 1 0,0-1 0,0 0 0,0 1 0,0-1 0,1 1 0,-1-1 0,0 0 0,0 1 0,1-1 0,-1 0 0,0 1 0,1-1 0,-1 0 0,0 1 0,1-1 0,-1 0 0,0 0 0,1 1 0,-1-1 0,1 0 0,-1 0 0,0 0 0,1 0 0,-1 0 0,1 1 0,-1-1 0,1 0 0,-1 0 0,1 0 0,-1 0 0,0 0 0,1 0 0,-1-1 0,1 1 0,-1 0 0,1 0 0,-1 0 0,1 0 0,-1 0 0,0-1 0,1 1 0,-1 0 0,0 0 0,1-1 0,-1 1 0,0 0 0,1 0 0,-1-1 0,0 1 0,1-1 0,-1 1 0,0 0 0,0-1 0,1 1 0,-1 0 0,0-1 0,0 1 0,0-1 0,0 1 0,1-1 0,-1 0 0,92-105 0,-1 0 0,-78 93 0,1 0 0,0 1 0,1 1 0,0 0 0,19-10 0,-30 19 0,-1 0 0,1 0 0,0 1 0,-1 0 0,1-1 0,0 1 0,0 1 0,-1-1 1,1 0-1,0 1 0,0 0 0,0 0 0,0 0 0,0 1 0,0-1 0,0 1 0,-1 0 0,1 0 0,7 3 0,-1 1-1,-1 1 0,0 0 0,0 1-1,0 0 1,10 11 0,13 9-12,-4 4-191,-21-23 196,-5-5-5,4-7 21,1 1 1,-1-1-1,0 0 1,-1-1-1,1 1 1,-1-1-1,0 0 0,0 0 1,0-1-1,-1 0 1,6-8-1,-2 4-34,-1 0 8,1 0 0,0 1 0,1 0 0,0 0 0,0 1 0,1 1 0,0-1 0,18-9 0,-23 15 17,1 0-1,0-1 1,-1 2-1,1-1 0,0 1 1,0 0-1,0 0 1,0 1-1,0-1 0,0 1 1,0 1-1,0-1 1,0 1-1,0 0 0,0 1 1,0-1-1,0 1 1,-1 0-1,9 4 0,0 1-21,3 2 46,2 0 1,-1-1-1,1-2 0,23 7 0,-36-12-20,0 0 0,0-1 0,0 0 0,-1 1 0,1-2 0,0 1 0,0-1 0,0 0 0,0 0 0,-1 0 0,1-1 0,-1 0 0,1 0 0,-1 0 0,0-1 0,1 0 0,-1 0 0,8-7 0,14-14 85,35-42 0,-37 39-54,-16 18-33,2 0-1,-1 0 1,1 1 0,13-8-1,-15 10 0,10-3 0,-16 9 0,0-1 0,0 1 0,0 0 0,-1 0 0,1 0 0,0 1 0,0-1 0,0 0 0,0 1 0,0 0 0,-1 0 0,1 0 0,0 0 0,-1 0 0,1 1 0,-1-1 0,1 1 0,-1 0 0,0-1 0,1 1 0,-1 0 0,0 0 0,0 1 0,0-1 0,-1 0 0,1 1 0,-1-1 0,1 1 0,-1-1 0,0 1 0,0 0 0,0-1 0,1 4 0,1 7 0,0 1 0,0-1 0,-2 0 0,1 1 0,-2-1 0,-1 17 0,0-3-390,-1 87-7439,2-98 5756,2 0 1,0 0-1,1 0 1,8 29-1,5-13-9128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6.7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52 15641,'0'-18'2837,"-16"-7"4727,36 19-7716,3 3-828,11 12-1104,-1-6-1004,-9 19-2781,19 14-5016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7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61 863 16241,'2'-3'376,"-1"0"0,1-1 0,-1 1 0,0 0-1,0-1 1,0 1 0,0-6 0,-1 8-130,0-1 1,0 1-1,-1-1 0,1 1 1,0-1-1,-1 1 1,0-1-1,1 1 1,-1 0-1,0-1 1,1 1-1,-1 0 1,0 0-1,0-1 0,0 1 1,0 0-1,0 0 1,-2-1-1,-6 36 4461,-17 171-619,17-159-4074,3-1 0,0 69 0,6-113-14,0 0 0,-1 0 0,1 0 0,0 0 0,0 0 0,1 0 0,-1 0 0,0 0 0,0 0 0,0 0 0,1 0 0,-1 0 0,0 0 0,1 0 0,-1 0 0,1 0 0,-1 0 0,1 0 0,0 0 0,-1-1 0,2 2 0,7-2 0,-8-1 0,1 1 0,0 0 0,1 0 0,-1-1 0,0 1 0,0-1 0,0 0 0,0 1 0,0-1 0,-1 0 0,1 0 0,0 0 0,0-1 0,0 1 0,-1 0 0,1-1 0,-1 1 0,3-3 0,28-37 0,-13 15 0,17-17 0,-9 10 0,1 2 0,1 0 0,38-31 0,-58 55 0,0 1 0,0 0 0,1 0 0,-1 0 0,1 2 0,0-1 0,1 1 0,-1 0 0,1 1 0,0 0 0,0 1 0,0 1 0,0-1 0,0 1 0,0 1 0,22 2 0,-23 0 0,1 0 0,-1 1 0,0 0 0,0 0 0,0 1 0,0 1 0,-1 0 0,0 0 0,0 0 0,0 1 0,-1 1 0,9 7 0,-5-2 0,-1 0 0,-1 1 0,0 0 0,0 1 0,-2 0 0,0 0 0,7 17 0,39 71-595,-21-43-384,-26-45-64,1-2-1,0 1 1,0-1 0,1 0 0,1-1-1,20 20 1,-27-29 901,0 1 0,0-1 0,0 0 0,0 0 0,0 0 0,1 0 0,-1-1 0,1 1 0,-1-1 0,1 0 0,-1 0-1,1 0 1,0-1 0,-1 1 0,1-1 0,0 0 0,0 0 0,-1 0 0,1 0 0,0-1 0,-1 1 0,1-1 0,0 0 0,-1 0 0,1-1 0,-1 1 0,1-1 0,-1 1 0,0-1 0,0 0 0,0-1 0,0 1-1,3-3 1,7-7 332,0-1 0,-1 0-1,-1 0 1,0-1-1,-1-1 1,-1 0-1,13-25 1,-11 14 592,0-2 0,-1 1 0,11-57 0,-19 70-381,-1-1-1,0 0 1,-1 0 0,-1 0-1,0 0 1,-1 0 0,-1 0-1,-6-21 1,9 34-375,-1 1-1,1 0 1,-1 0-1,1-1 1,-1 1-1,1 0 1,-1 0-1,0 0 1,1 0-1,-1 0 1,0 0-1,0 0 1,0 0-1,0 0 1,0 0 0,0 0-1,0 1 1,0-1-1,-1 0 1,1 1-1,0-1 1,0 1-1,0-1 1,-3 0-1,2 1 3,-1 0 1,1 0-1,-1 1 0,1-1 0,-1 0 0,1 1 1,-1-1-1,1 1 0,0 0 0,-1 0 0,1 0 1,-3 2-1,-6 4 49,0 0 0,1 1-1,-19 18 1,21-17-154,1 0 1,0 1-1,1-1 0,0 1 0,0 1 0,-7 20 0,7-18-192,0 0-1,0 0 1,-9 12 0,14-23 228,0 0 0,0 0 0,0 0 1,1-1-1,-1 1 0,1 0 0,0 0 0,-1 0 1,1 0-1,0 0 0,0 1 0,1 1 0,-1 2-46,0-6 85,-1 0 0,1 0 1,0 0-1,0 0 0,0 0 0,0 1 1,0-1-1,0 0 0,0 0 0,0 0 1,0 0-1,0 0 0,0 0 0,0 0 1,0 1-1,0-1 0,0 0 1,0 0-1,1 0 0,-1 0 0,0 0 1,0 0-1,0 0 0,0 0 0,0 1 1,0-1-1,0 0 0,0 0 0,0 0 1,0 0-1,0 0 0,0 0 1,1 0-1,-1 0 0,0 0 0,0 0 1,0 0-1,0 0 0,0 0 0,0 0 1,0 0-1,0 0 0,1 0 0,-1 0 1,0 0-1,0 0 0,0 0 1,0 0-1,0 0 0,0 0 0,0 0 1,1 0-1,-1 0 0,0 0 0,47 12-117,-9-4 92,-1 2 0,1 2 0,60 28 1,-97-39 29,1 0 0,-1 0 1,1 0-1,0 0 0,-1-1 1,1 1-1,0 0 0,0-1 1,-1 1-1,1-1 0,0 0 1,0 0-1,0 0 0,-1 0 1,1 0-1,0 0 0,0 0 1,0 0-1,0-1 1,-1 1-1,1-1 0,0 1 1,2-2-1,-1 0-1,-1-1 0,1 1 1,-1-1-1,1 0 0,-1 0 0,0 0 0,0 0 1,0 0-1,0 0 0,2-6 0,97-205 48,148-229 0,-224 402 32,-2-1-1,-2-2 1,19-54-1,34-143 1646,-73 237-1681,18-61 1468,-17 62 425,-6 6-1169,-6 7-748,1 1 0,0 0 0,1 0 1,1 1-1,0 0 0,0 0 0,1 1 1,-6 18-1,-33 118-46,38-122 21,-21 85-107,5 1 0,-9 130-1,16-97-5067,13-128 2823,2 1 0,0-1 0,1 0 0,4 35 0,6 8-10144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7.8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27 172 13301,'-22'30'2465,"17"-24"4693,12-5-4900,91 4 953,141-11 0,104-29-2400,-205 19-473,818-131-754,-940 144-485,-1 0-1,31-1 1,-41 4-885,-21 8-9913,-2-1-1465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8.0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91 15305,'-21'-12'2025,"-31"-23"0,5-9 9894,50 47-10663,24 16-1219,-2 1 0,0 1 0,-1 1 0,-2 1 0,0 1 0,-2 1 0,26 41 0,-12-12-57,-4 2 1,46 113-1,-55-110 20,-2 0 0,-3 1 0,17 124 0,-29-141 0,-2 0 0,-2-1 0,-2 1 0,-2 0 0,-1-1 0,-20 74 0,12-72-628,-2-1 0,-1 0 0,-3-1 0,-1-1 0,-2 0 0,-2-2 0,-2-1 0,-1-1 0,-2-1 0,-1-1 0,-48 41 0,-19 1-7644,2-9-5703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9.0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319 163 12265,'27'-70'4123,"-25"63"-3270,0 0 1,0 0-1,-1 0 0,0 0 1,-1 0-1,1-1 0,-2 1 0,0-7 1,2 13-443,-1-1 1,0 1-1,1 0 1,-1 0-1,1 0 1,-1 0-1,1-1 1,0 1 0,-1 0-1,1 0 1,0 0-1,0 0 1,0 1-1,0-1 1,-1 0 0,1 0-1,1 0 1,-1 1-1,0-1 1,2 0-1,-63 100-392,4 4 0,-68 177 0,90-194-19,5 1 0,-24 111 0,48-171 0,1 0 0,1 0 0,1 0 0,1 0 0,2 0 0,1 1 0,1-1 0,1 0 0,1-1 0,2 1 0,0-1 0,14 31 0,-13-41 0,0-1 0,0 0 0,2-1 0,0 0 0,0 0 0,2-1 0,-1-1 0,2 0 0,-1 0 0,2-1 0,23 15 0,-19-16 0,1-1 0,0 0 0,0-1 0,1-1 0,-1-1 0,2-1 0,-1-1 0,39 4 0,-29-7 0,-1-1 0,1-1 0,0-2 0,-1-1 0,0-1 0,0-1 0,0-2 0,-1-1 0,0-1 0,0-2 0,-2 0 0,1-2 0,39-27 0,-39 19 0,0-1 0,-2-1 0,0-1 0,41-55 0,-33 31 0,-2 0 0,28-61 0,-46 75 0,-7 27 0,-2 11 0,-1 10 0,-3-13 0,34 160 0,-26-135 0,0-1 0,2 1 0,1-2 0,19 33 0,-18-37 0,2-1 0,0-1 0,0 0 0,2-1 0,0-1 0,1 0 0,0-1 0,1-1 0,1-1 0,0 0 0,1-2 0,0 0 0,28 10 0,-32-15 0,1 0 0,0 0 0,0-2 0,0 0 0,0-1 0,0-1 0,0 0 0,1-2 0,-1 0 0,0 0 0,0-2 0,0 0 0,0-1 0,0-1 0,-1 0 0,0-1 0,28-15 0,-37 17 0,0-1 0,0 0 0,-1 0 0,1 0 0,-1-1 0,0 0 0,-1 0 0,1-1 0,-1 0 0,0 0 0,-1 0 0,0 0 0,0-1 0,0 1 0,-1-1 0,-1 0 0,1 0 0,-1 0 0,0 0 0,-1-1 0,0 1 0,0-1 0,-1 1 0,0 0 0,0-1 0,-3-13 0,-1 0 0,-1-1 0,-1 1 0,-1 1 0,-1-1 0,-1 1 0,-1 0 0,0 1 0,-24-33 0,12 23 0,-2 1 0,-1 1 0,-1 1 0,-1 1 0,-38-28 0,41 37 0,0 1 0,-1 1 0,0 1 0,-1 1 0,-1 1 0,0 2 0,-38-10 0,51 17-753,0 1 0,0 1 0,0 0 0,-1 1-1,1 1 1,0 0 0,-23 5 0,28-4-107,0 0-1,0 0 0,1 1 1,-1 0-1,1 1 1,0 0-1,0 0 1,0 1-1,0 0 0,1 0 1,0 1-1,-9 8 1,-1 11-11711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19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233 61 11397,'0'-1'360,"0"-1"0,0 1 0,-1-1 0,1 1 0,-1-1 0,1 1 1,-1 0-1,1-1 0,-1 1 0,0 0 0,0 0 0,1-1 0,-1 1 0,0 0 0,0 0 0,0 0 0,0 0 0,-1 0 0,1 0 1,-2-1-1,-34-16 2451,10 4 1017,24 13-2325,-19 1 1059,18 0-2478,1 1-1,0-1 1,0 1-1,0-1 1,0 1-1,0 0 0,0 1 1,0-1-1,1 0 1,-1 1-1,0-1 1,1 1-1,-1 0 0,1 0 1,-1 0-1,1 0 1,0 1-1,0-1 1,-3 4-1,-2 4 264,1 0-1,0 1 1,-6 14 0,9-17-299,-9 23-48,3-1 0,2-13 0,0 7 0,12-14 0,-3-8 0,-1 1 0,0 0 0,1 0 0,-1-1 0,0 1 0,1-1 0,0 1 0,-1-1 0,1 0 0,2 3 0,10-2 0,-8-2 0,20 7 0,0 1 0,0 2 0,-1 0 0,0 2 0,-1 1 0,-1 0 0,0 2 0,29 26 0,-46-36 0,0 0 0,-1 1 0,1-1 0,-1 1 0,0 0 0,6 13 0,-5-3 0,0 0 0,-1 0 0,3 21 0,-8-38 0,0 0 0,0 0 0,0 0 0,0 0 0,0 0 0,0 1 0,0-1 0,0 0 0,0 0 0,0 0 0,0 0 0,0 0 0,0 0 0,0 0 0,0 0 0,0 0 0,0 0 0,0 0 0,1 0 0,-1 0 0,0 0 0,0 1 0,0-1 0,0 0 0,0 0 0,0 0 0,0 0 0,0 0 0,0 0 0,0 0 0,0 0 0,0 0 0,1 0 0,-1 0 0,0 0 0,0 0 0,0 0 0,0 0 0,0 0 0,0 0 0,0 0 0,0 0 0,0 0 0,0 0 0,1 0 0,-1 0 0,0 0 0,0 0 0,0 0 0,0-1 0,0 1 0,0 0 0,0 0 0,0 0 0,0 0 0,0 0 0,0 0 0,0 0 0,0 0 0,0 0 0,0 0 0,1 0 0,-1 0 0,0 0 0,0-1 0,0 1 0,7-10 0,8-20 0,-12 22 0,22-40 0,4-12 0,67-100 0,-90 153 0,-1 1 0,2-1 0,-1 1 0,1 0 0,0 0 0,0 1 0,0 0 0,1 0 0,0 0 0,13-4 0,-18 7 0,0 1 0,-1 1 0,1-1 0,0 0 0,0 1 0,0-1 0,0 1 0,-1 0 0,1 0 0,0 0 0,0 0 0,0 0 0,0 1 0,0-1 0,0 1 0,-1 0 0,1 0 0,0 0 0,-1 0 0,1 1 0,0-1 0,-1 1 0,0-1 0,1 1 0,-1 0 0,0 0 0,0 0 0,0 0 0,0 0 0,0 0 0,0 1 0,-1-1 0,1 1 0,-1-1 0,0 1 0,0-1 0,0 1 0,1 4 0,5 9 0,-2 0 0,0 1 0,-1-1 0,3 33 0,-3 120 0,-4-117 0,3-37 0,4-16 0,6-14 0,-13 15 0,8-15 0,0 0 0,8-24 0,-8 20 0,16-31 0,-7 24 0,0 1 0,1 1 0,2 0 0,0 2 0,1 0 0,2 1 0,0 1 0,49-31 0,-65 46 0,1 1 0,0 0 0,0 0 0,1 0 0,-1 1 0,1 1 0,-1-1 0,1 1 0,0 1 0,0 0 0,0 0 0,0 0 0,0 1 0,16 2 0,-15 1 0,-1-1 0,0 1 0,0 0 0,0 1 0,-1 0 0,1 1 0,-1 0 0,0 0 0,0 0 0,0 1 0,-1 0 0,0 1 0,11 12 0,-6-4 0,0 0 0,-1 1 0,-1 0 0,-1 0 0,0 1 0,-1 0 0,0 1 0,-2 0 0,0 0 0,6 36 0,-10-46-576,0 0 0,0 0 1,0 0-1,1 0 0,4 7 0,-3-8-675,0 0-1,0 0 1,0-1-1,1 0 1,0 0 0,1 0-1,-1-1 1,1 0-1,11 8 1,17 10-12563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0.4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219 203 10161,'-1'1'189,"0"-1"-1,-1 0 1,1 1-1,0-1 1,0 1 0,0-1-1,0 0 1,-1 0 0,1 0-1,0 0 1,0 0 0,0 0-1,-1 0 1,1 0-1,0 0 1,0-1 0,0 1-1,-1 0 1,1-1 0,0 1-1,0-1 1,0 1 0,0-1-1,0 0 1,0 1-1,-1-2 1,1 1 45,0 0 0,0 1 0,0-1 0,-1 1 0,1-1 0,0 1 0,0-1 0,0 1 0,-1 0 1,1-1-1,0 1 0,0 0 0,-1 0 0,1 0 0,0 0 0,-2 0 0,-3 0 439,-10-4 657,0 0 0,1 0-1,0-2 1,0 0 0,0-1-1,-22-14 1,35 20-484,2 0-796,0 1 0,0-1 1,0 1-1,-1-1 0,1 1 0,0-1 0,0 1 1,0-1-1,-1 1 0,1 0 0,0-1 0,0 1 1,-1-1-1,1 1 0,0 0 0,-1-1 0,1 1 0,-1 0 1,1-1-1,0 1 0,-1 0 0,1 0 0,-1-1 1,1 1-1,-1 0 0,1 0 0,-1 0 0,0-1 2,0 1-1,0 0 1,0-1-1,0 1 1,0-1-1,1 1 1,-1-1-1,0 1 1,0-1-1,1 0 1,-1 1-1,0-1 1,1 0-1,-1 0 1,1 1-1,-1-1 1,1 0-1,-1 0 1,1 0-1,0 0 1,-1 0 0,1 1-1,0-1 1,-1-1-1,1 0-50,-1-2 0,0 1-1,1-1 1,-1 0-1,1 0 1,0 0-1,0 0 0,1 0 1,-1 0-1,1 0 1,-1 0-1,1 1 1,0-1-1,1 0 1,-1 0-1,1 1 0,0-1 1,-1 1-1,2-1 1,-1 1-1,0 0 1,1 0-1,-1 0 0,1 0 1,0 0-1,0 1 1,0-1-1,0 1 1,6-3-1,9-2 0,-13 6 0,-1 2 0,0-1 0,0 0 0,0 1 0,0 0 0,0 0 0,0 0 0,0 0 0,0 1 0,0-1 0,0 1 0,0 0 0,-1 0 0,1 1 0,-1-1 0,0 1 0,0 0 0,0 0 0,0 0 0,0 0 0,0 0 0,-1 0 0,1 1 0,-1-1 0,0 1 0,0 0 0,-1 0 0,3 7 0,1 5 0,0-1 0,-1 1 0,-1 0 0,-1 0 0,0 0 0,-1 21 0,-1-4 0,-2-1 0,-1 1 0,-2-1 0,-1 0 0,-11 32 0,6-21 0,6-19 0,-13 33 0,25-77 0,9-26 0,2 0 0,2 2 0,44-71 0,-49 94 0,2 0 0,35-34 0,-49 52 0,0 0 0,0 1 0,0-1 0,0 1 0,1 0 0,-1 0 0,1 0 0,-1 0 0,1 1 0,0-1 0,0 1 0,0 0 0,-1 0 0,1 0 0,0 1 0,0-1 0,0 1 0,0 0 0,0 0 0,0 1 0,0-1 0,0 1 0,0 0 0,0 0 0,0 0 0,0 0 0,0 1 0,-1-1 0,1 1 0,-1 0 0,1 0 0,5 5 0,-2-1 0,-1 0 0,1 1 0,-1-1 0,0 2 0,0-1 0,-1 0 0,0 1 0,-1 0 0,1 0 0,-2 1 0,1-1 0,-1 1 0,2 10 0,1 5 0,-2 0 0,0 0 0,-2 0 0,-1 0 0,-1 1 0,0-1 0,-7 32 0,6-51 0,-1-11 0,0-14 0,4-2 0,0 0 0,2 1 0,0-1 0,2 0 0,0 1 0,2 0 0,0 1 0,1 0 0,1 0 0,1 1 0,1 0 0,0 1 0,2 0 0,25-26 0,-23 26 0,0 2 0,2 0 0,0 1 0,0 0 0,2 2 0,0 0 0,0 1 0,1 2 0,0 0 0,42-13 0,-58 22 0,0 0 0,0 0 0,0 1 0,0 0 0,0 0 0,0 0 0,0 1 0,1 0 0,-1 0 0,-1 0 0,1 0 0,0 1 0,0 0 0,0 0 0,4 3 0,-2-1 0,-1 0 0,1 0 0,-1 1 0,0 0 0,0 0 0,-1 1 0,1 0 0,7 11 0,-8-8-17,0 0 1,0 0-1,-1 0 1,-1 0-1,1 1 1,-2-1-1,1 1 1,1 15-1,-1 8-215,-2 42 1,-2-54 5,1 0 0,1 0 1,0-1-1,2 1 0,9 35 1,-2-26-2266,2 0 0,23 41 1,-27-57-214,1-1 0,1 1-1,21 21 1,1-7-6824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0.7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453 149 9885,'2'-17'676,"-1"13"-479,0 1 1,-1 0-1,1-1 1,-1 1 0,0-1-1,0 1 1,0-1-1,0 0 1,0 1 0,-1-1-1,0 1 1,1 0-1,-1-1 1,-1 1 0,1 0-1,0-1 1,-1 1-1,0 0 1,1 0-1,-6-5 1,-7-8 1399,10 11-685,0 1 0,0-1 0,-1 1 0,1 0 0,-9-6 0,10 9-722,1 0 0,-1 0 0,0 0 0,0 0 0,0 0-1,0 0 1,0 1 0,1 0 0,-1-1 0,0 1 0,0 0 0,0 0-1,0 1 1,0-1 0,-4 2 0,-6 1 17,1 1-1,-1 1 1,1 1 0,0-1-1,0 2 1,1 0 0,0 0-1,0 1 1,0 0 0,1 1 0,1 0-1,-1 1 1,-10 14 0,-2 5 19,1 1 1,1 1 0,-26 55-1,44-81-211,-11 21 21,0 1 0,2 1 0,-14 54 0,25-78-39,2-5 17,9-5 42,1-1 0,-1 1 0,-1-2 0,1 0 0,-1 0 0,-1-1-1,1 0 1,-1 0 0,14-21 0,-20 26-2,0 0-1,0 0 1,1 1-1,-1-1 1,1 1-1,0-1 1,0 1-1,0 1 1,0-1 0,1 0-1,-1 1 1,1 0-1,-1 0 1,1 0-1,6 0 1,-8 1-43,0 1-1,0 0 1,0 0-1,0 0 1,0 0 0,0 0-1,0 1 1,0 0-1,0-1 1,0 1 0,0 0-1,-1 0 1,1 1-1,0-1 1,-1 1 0,1-1-1,0 1 1,-1 0 0,0 0-1,1 0 1,-1 0-1,0 0 1,0 0 0,0 1-1,2 3 1,68 114-3765,-29-35-8128,-29-49 23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1.2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290 49 11109,'0'0'2078,"-4"0"1,-13 4 406,0 1 0,-33 14 0,-1 0-528,-58 17 2612,106-35-2460,-17-4-779,20 3-1326,-1 0 0,0 0 0,0 0 0,0 0 0,0 0 0,0 0 0,1-1 0,-1 1 0,0 0 1,0-1-1,0 1 0,1 0 0,-1-1 0,0 1 0,0-1 0,1 1 0,-1-1 0,1 1 0,-1-1 0,0 0 0,1 1 0,-1-1 0,1 0 0,-1-1 0,2-7-23,0 8 18,-1-2 1,1 0 0,0 0 0,-1 0 0,1 0 0,1 1 0,-1-1 0,0 0 0,1 0 0,-1 1 0,1-1 0,0 1 0,0-1 0,0 1 0,0 0 0,0 0 0,1 0 0,-1 0 0,1 0 0,-1 1 0,1-1 0,-1 1 0,1-1 0,0 1 0,0 0 0,0 0 0,0 0 0,5 0 0,-4 0 0,0 0 0,-1 0 0,1 1 0,0 0 0,-1 0 0,1 0 0,0 0 0,0 1 0,-1-1 0,1 1 0,0 0 0,-1 0 0,1 0 0,-1 0 0,1 1 0,-1 0 0,0-1 0,0 1 0,0 0 0,0 1 0,0-1 0,3 3 0,-1 3 0,0 0 0,0 0 0,-1 0 0,-1 0 0,1 0 0,-1 1 0,-1-1 0,1 1 0,-1 0 0,-1 0 0,0 0 0,0 0 0,-1 0 0,0 0 0,0 0 0,-3 14 0,-4 15 0,-1-1 0,-21 58 0,17-60 0,8-23 0,-1 0 0,0 0 0,-8 13 0,7-18 0,4-10 0,5-13 0,-3 15 0,5-21 0,2 0 0,1 1 0,0-1 0,2 1 0,0 1 0,2 0 0,0 0 0,1 1 0,1 1 0,32-33 0,-16 21 0,2 1 0,1 2 0,2 1 0,0 2 0,42-22 0,-63 39 0,0 0 0,1 1 0,-1 0 0,1 2 0,0-1 0,1 2 0,-1 0 0,1 1 0,16-1 0,-27 3 0,0 0 0,0 0 0,0 1 0,0 0 0,0 0 0,0 0 0,0 0 0,0 1 0,0 0 0,0 0 0,-1 0 0,1 1 0,-1-1 0,0 1 0,0 0 0,0 0 0,0 1 0,0-1 0,0 1 0,-1 0 0,0 0 0,0 0 0,0 0 0,0 0 0,-1 1 0,0-1 0,1 1 0,-2 0 0,1 0 0,-1 0 0,2 6 0,2 23-538,-1 0 1,-1 0-1,-2 0 1,-7 68-1,2-63-442,2 0-1,2 0 0,8 62 0,6-34-4004,-2-22-1260,4 9-5697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1.6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463 460 13905,'-39'-16'3351,"28"11"-1940,-1 0-1,1 1 0,-19-5 1,26 9-1164,0-1 1,0 1-1,-1 0 1,1 0 0,0 0-1,-1 0 1,1 1 0,0-1-1,0 1 1,0 0-1,0 1 1,0-1 0,0 1-1,-5 2 1,-7 6 135,2 1 1,-1 0-1,1 1 1,1 0-1,0 1 1,1 1-1,0 0 1,1 1 0,1 0-1,0 0 1,-11 25-1,-7 23 259,-35 110 0,56-152-519,-1 5-205,1 0 0,1 0 0,1 1-1,-2 33 1,7-51-38,-1-1-1,1 1 1,1-1-1,0 1 1,0-1-1,0 1 1,1-1-1,0 0 1,1 0-1,0 0 1,0 0-1,1 0 1,0 0-1,0-1 1,1 0-1,0 0 1,6 7-1,-9-12 61,0 0 0,0-1 0,0 1 0,0 0 0,0-1 0,1 1 0,-1-1 0,0 0 0,1 1 0,-1-1 0,1-1 0,0 1 0,-1 0 0,1 0 0,0-1 0,-1 0 0,1 1 0,0-1-1,-1 0 1,1-1 0,0 1 0,0 0 0,-1-1 0,1 1 0,0-1 0,-1 0 0,4-1 0,2-2-53,-1-1 0,1 1 0,-1-1 0,-1 0 1,1-1-1,10-11 0,0-1-1,-2-1 0,0-1 1,-1 0-1,16-31 0,35-91-64,-55 119 150,32-80 312,-5-1 0,32-144 0,-42 126 1299,47-130 1,-60 219-576,-14 45-343,-18 59-396,-132 516-1064,105-400-2294,-1-2-3313,21-79-963,13-5-4756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2.2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70 128 11221,'15'-16'885,"-12"14"-622,0-1 0,-1 1 0,1-1 0,0 0 0,-1 0 0,0 0 0,0 0 0,0 0 0,0-1 0,0 1 0,-1-1 0,1 1 0,-1-1 0,0 1 0,0-1 0,0-5 1,0 6 508,0-1 1,0 1 0,0-1 0,1 1 0,-1 0 0,1 0 0,0 0-1,0 0 1,0 0 0,0 0 0,1 0 0,-1 1 0,1-1 0,-1 1-1,4-3 1,-3 2-570,-1 4-15,-1-1-1,0 0 1,0 1-1,0-1 1,0 1-1,0-1 1,0 1-1,0 0 1,0 0 0,0-1-1,0 1 1,0 0-1,0 0 1,0 0-1,0 0 1,1 2-1,-2-3-15,2 3-147,0 0-1,0 0 1,0 1 0,0-1 0,0 0 0,-1 1 0,0 0 0,0-1 0,0 1 0,0 0 0,0-1 0,0 5 0,-1 45-79,0-42 45,-4 33 9,-3-1 0,-1 0 0,-2 0 0,-19 51 0,1-1 0,-49 250 0,65-261 0,3 1 0,2 100 0,8-164-528,0-1 0,2 0 0,0 1 0,1-1 0,1 0 0,8 19 0,-5-17-889,1-1-1,1 0 1,1-1 0,0-1 0,1 1-1,2-2 1,-1 0 0,26 23-1,23 11-11913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2.4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252 145 14633,'-23'-63'3244,"22"61"-2930,0 0-1,1-1 1,-1 1 0,0 0-1,1 0 1,0 0-1,-1-1 1,1 1 0,0 0-1,0 0 1,0-1 0,0 1-1,1 0 1,-1 0 0,1-1-1,-1 1 1,1 0-1,0 0 1,0 0 0,0 0-1,0 0 1,0 0 0,0 0-1,0 0 1,1 0 0,-1 0-1,1 1 1,-1-1-1,4-2 1,-1 2-17,0 0-1,0 0 1,0 0-1,0 0 0,0 1 1,0-1-1,1 1 1,-1 0-1,1 0 1,-1 1-1,1-1 1,6 1-1,23 3-156,-1 1-1,1 1 1,-1 2-1,-1 1 1,1 2 0,-1 1-1,33 17 1,-37-15-84,-2 1 1,1 2 0,-2 0-1,0 2 1,-1 1 0,-1 0 0,-1 2-1,25 29 1,-42-44-57,-1-1 0,0 1 0,0 0 0,0 0 0,0 1 0,-1-1 0,0 1 0,-1-1 0,1 1 0,-1 0 0,-1 0 0,1 0 0,-1 0 0,0 0 0,-1 1 0,0-1 0,0 0 0,0 0 0,-1 0 0,0 1 0,-1-1 0,1 0 0,-1 0 0,-1-1 0,1 1 0,-1 0 0,0-1 0,-1 1 0,-5 6 0,-4 5 4,-1 0 0,0-1 0,-2-1 0,0 0 0,-1-1 0,-31 21 0,-123 67-66,112-71-23,-122 64-2501,-2-8-4651,113-51-195,11 2-4977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3.0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10 184 14617,'-2'-2'263,"1"-1"-1,0 0 0,-1 0 0,1 1 0,1-1 0,-1 0 1,0 0-1,1 0 0,-1 0 0,1 0 0,0 0 0,0 0 1,0 0-1,1-3 0,0 3 43,1 1 1,-1 0-1,0-1 0,1 1 1,0 0-1,-1 0 0,1 0 0,0 0 1,0 0-1,0 1 0,0-1 1,1 1-1,-1-1 0,0 1 1,1 0-1,-1 0 0,1 0 1,2-1-1,4-1 4,-1 1 0,1 0 0,0 1-1,-1 0 1,1 0 0,0 1 0,-1 0 0,1 1 0,0 0 0,0 0 0,10 3 0,13 4 401,48 20 1,-55-18-585,-1 1 0,-1 2 0,0 1 0,0 0 0,-1 2 0,-1 0 0,-1 1 0,0 2 0,-2 0 0,0 1 1,-1 0-1,-1 2 0,21 35 0,-28-41-112,-1 0 1,0 0-1,-1 1 1,-1 0-1,-1 0 1,0 1-1,-1-1 0,-1 1 1,-1 0-1,0 0 1,-2 0-1,0 0 1,0 1-1,-2-1 1,-1-1-1,0 1 1,-1 0-1,0-1 1,-2 1-1,-14 29 1,16-38 31,-1-1 0,0 0 0,-1-1 0,-8 11 0,13-17-32,1-1-1,-1 1 1,0 0-1,0 0 0,0 0 1,0 0-1,0-1 1,0 1-1,-1 0 1,1-1-1,0 1 0,0-1 1,0 0-1,0 1 1,-1-1-1,1 0 0,-3 1 1,3-2-5,0 1 0,1-1 1,-1 1-1,0-1 0,0 0 1,0 1-1,0-1 0,0 0 1,0 1-1,1-1 0,-1 0 1,0 0-1,1 0 0,-1 0 1,1 0-1,-1 0 0,1 0 1,-1 0-1,1 0 0,-1 0 1,1 0-1,0 0 0,0 0 1,0 0-1,-1-2 0,0-5 14,1 0-1,-1 0 0,2-1 0,-1 1 1,1 0-1,0 0 0,0 0 1,1 0-1,1 0 0,-1 0 1,6-11-1,4-9-199,30-47 1,-8 24-1246,3 0-1,2 3 1,2 1 0,58-51 0,-27 36-1651,3 2 0,88-52 0,-129 92 3549,70-32 0,-101 51 1786,-11 15 600,-21 22-718,19-24-1447,0 1-1,1-1 0,-12 22 0,17-25-460,-2 1-27,1 0-1,0 1 1,1 0 0,0 0-1,1 0 1,0 0 0,1 1-1,0-1 1,0 1 0,2-1-1,-1 1 1,2 12 0,13 69 637,-11-83-790,0-1 1,0 0-1,1 1 1,0-2-1,0 1 1,1 0-1,0-1 1,1 0-1,0 0 1,0 0-1,9 8 1,-8-9-15,0 0-22,1 0-1,0-1 1,0 1 0,1-2-1,0 1 1,0-1 0,0-1-1,0 1 1,1-2 0,-1 1-1,1-1 1,0-1 0,0 0-1,0 0 1,1-1 0,-1 0-1,0-1 1,0 0 0,1 0-1,15-4 1,-17 3 4,1-1 0,-1 0 0,0-1 0,1 0 0,-1 0 0,0-1 0,-1 0 0,1-1 1,-1 0-1,0 0 0,0-1 0,0 0 0,-1 0 0,0-1 0,0 0 0,-1 0 0,0 0 0,0-1 0,-1 0 0,0 0 1,8-17-1,-9 11 15,0 0 0,-1-1 0,-1 1 0,0 0-1,-1-1 1,0 1 0,-2-1 0,1 1 0,-2-1 0,0 1 0,-1 0 0,0-1 0,-7-17 0,-4-7-887,-2 0 1,-2 0-1,-28-43 0,45 79 416,-1 0 1,0 0-1,0 0 0,-1 1 1,1-1-1,-1 1 0,1-1 1,-1 1-1,0 0 0,0 0 1,0 0-1,0 0 0,0 1 1,0-1-1,0 1 0,-5-2 0,-17 2-7450,8 4-3377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3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222 181 11781,'1'-1'121,"0"1"0,0-1 0,0 0 0,0 0 0,0 1 0,0-1 0,-1 0 0,1 0 0,0 0 0,-1 0 0,1 0 0,0 0 0,-1-1 0,0 1 0,1 0 0,-1 0 0,1 0 0,-1 0 0,0-2 0,0 2 88,-1-1 0,1 1 0,-1-1 0,0 1 0,0 0 0,0-1 0,1 1 0,-1 0 0,0 0-1,-1 0 1,1-1 0,0 1 0,-2-1 0,1 0 1199,1-2-623,-1 1 0,1 0 0,0-1 0,-1 1 0,0 0 0,0-1 0,0 1 0,-5-5 1,-1-2-152,7 9-897,0-1 848,-9-3 445,9 5-925,0 0 0,1 0 0,-1-1 1,0 1-1,0 0 0,0 0 0,1-1 0,-1 1 0,0 0 0,0-1 1,1 1-1,-1-1 0,0 1 0,1-1 0,-1 1 0,1-1 1,-1 0-1,0 1 0,1-1 0,-1 1 0,1-1 0,0 0 0,-1 0 1,0-1-1,7-23 519,-6 22 41,2 1-251,23-35 435,-20 31-849,-2 10 0,-1 11 0,-2-14 0,1 13 0,-1-1 0,0 0 0,-1 1 0,-1-1 0,-5 21 0,-24 67 0,17-60 0,-39 110 0,-40 140 0,89-272 0,4-19 0,0 0 0,0 0 0,0 0 0,0 0 0,0 1 0,0-1 0,0 0 0,0 0 0,0 0 0,0 0 0,0 0 0,0 0 0,0 1 0,0-1 0,0 0 0,0 0 0,0 0 0,0 0 0,0 0 0,0 0 0,0 1 0,0-1 0,0 0 0,0 0 0,0 0 0,0 0 0,0 0 0,0 0 0,0 0 0,1 1 0,-1-1 0,0 0 0,0 0 0,0 0 0,0 0 0,0 0 0,0 0 0,0 0 0,1 0 0,-1 0 0,0 0 0,0 0 0,0 0 0,0 0 0,0 0 0,1 0 0,-1 0 0,0 0 0,0 0 0,0 0 0,0 0 0,0 0 0,0 0 0,1 0 0,-1 0 0,0 0 0,0 0 0,0 0 0,0 0 0,0 0 0,0 0 0,1 0 0,13-9 0,15-16 0,100-115 0,-124 134 0,0 0 0,0-1 0,-1 0 0,0 0 0,0 0 0,-1-1 0,1 1 0,2-13 0,-2 3 0,0-1 0,3-31 0,-4-24 0,-4 65 0,1 4 0,1 0 0,-1 1 0,1-1 0,-1 0 0,1 1 0,0-1 0,0 0 0,1 1 0,1-5 0,0 1 0,-1 1 0,1 0 0,0 1 0,0-1 0,0 0 0,1 1 0,0 0 0,0 0 0,1 0 0,-1 0 0,1 1 0,0 0 0,0 0 0,0 0 0,10-5 0,-10 6 0,18-11 0,-15 14 0,-3 2 0,-1-3 0,-1 1 0,1 0 0,0 0 0,-1 0 0,1 0 0,-1 1 0,1 0 0,-1-1 0,5 3 0,7 10 0,-11-8 0,0-1 0,-1 1 0,0 0 0,0 0 0,0 0 0,-1 1 0,0-1 0,0 0 0,0 1 0,2 8 0,4 52 0,-7 10 0,-3 0 0,-15 89 0,15-144 0,2-8 0,3-13 0,4-10 0,-7 10 0,35-86 0,4-7 0,-18 53 0,38-52 0,-46 75 0,1-1 0,0 2 0,2 0 0,0 0 0,18-12 0,-28 23 0,0 1 0,0 0 0,1 0 0,-1 1 0,1-1 0,0 1 0,0 1 0,0-1 0,0 1 0,0 1 0,12-2 0,-13 3 0,1 1 0,-1-1 0,0 1 0,0 1 0,0-1 0,0 1 0,0 0 0,0 0 0,0 1 0,-1 0 0,1 0 0,-1 0 0,1 1 0,-1-1 0,-1 1 0,6 5 0,3 2 0,0 1 0,-1 0 0,0 1 0,-1 0 0,-1 0 0,0 2 0,0-1 0,-2 1 0,9 19 0,8 31-160,-4 1 1,18 88-1,14 46-1139,-22-98-4079,-11-32-4119,-4-13-3633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4.3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43 15801,'-42'-35'3160,"34"28"-217,12 18 1374,1 2-3296,-4-3-321,-1 1 0,1-1 0,-2 1 1,0-1-1,0 1 0,-5 18 0,0 8-211,-73 764-354,78-777-858,1 0-1,1 1 1,2-1 0,0 0-1,10 38 1,-9-49 190,1 0-1,0 0 1,0 0 0,2-1 0,0 1-1,0-2 1,1 1 0,0-1 0,1 0 0,18 17-1,-24-26-48,-1 0 0,0 0 0,1-1 0,0 1-1,-1-1 1,1 0 0,0 0 0,0 0-1,-1 0 1,1 0 0,0 0 0,0-1 0,0 1-1,0-1 1,0 0 0,0 0 0,0 0-1,0-1 1,3 0 0,21-8-7351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4.5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496 132 10461,'7'-24'487,"-2"6"922,1 1 0,0 0 0,10-18 0,-15 33-1289,0 1 1,0-1-1,0 1 0,0 0 1,0-1-1,1 1 0,-1 0 1,0 0-1,1 0 0,-1 0 0,1 0 1,-1 0-1,1 0 0,0 1 1,-1-1-1,1 0 0,0 1 1,-1-1-1,1 1 0,3 0 0,1-1 87,-1 1 0,1 0 0,0 1 0,-1 0 0,1 0 0,9 2 0,-1 2 43,0 0 0,-1 1 0,1 1 1,14 9-1,-25-14-187,0 0 0,0 0 0,0 0 1,0 0-1,0 1 0,-1-1 0,1 1 0,-1 0 0,0 0 1,1 0-1,-1 0 0,-1 0 0,1 0 0,0 0 0,-1 1 1,0-1-1,1 1 0,-1 4 0,0-5 2,-1 1 0,-1 0 0,1 0-1,0-1 1,-1 1 0,0 0 0,0-1 0,0 1 0,0 0 0,-1-1 0,1 0-1,-1 1 1,0-1 0,-4 5 0,-4 5 98,-1-1 1,0-1-1,-1 0 0,0 0 1,-1-2-1,-24 15 0,-6 1 67,-1-3-1,-1-2 0,-79 25 1,-142 21-3997,209-59-3948,51-7 6286,-28 3-8720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4.7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 15013,'-13'36'3113,"3"-18"-117,0-3-84,3 15-388,4 1-499,3 8-361,3 21-300,7-15-264,0 10-1044,57 168-56,-44-169 0,1-3-136,6-3-2024,-3-2-348,-4-4-761,-9-12-495,6 6-2437,0-6-5544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4.8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37 11153,'-7'12'2000,"14"-30"-404,6-1-296,18 13-247,22 0-397,-9 6-832,19 0-764,11 0-465,3 3-431,7-6-2048,3 6-2649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5.0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147 139 10593,'0'0'2392,"-13"-24"184,-24-4 185,7 16 2075,17 3-756,-1 0-2671,1 3 1275,-1-3-2548,4 0-808,7-9-7521,3 3 1524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6.3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16 271 15481,'8'-20'2685,"-11"15"1114,-10-3-2750,5 2 7191,384-7-6934,-145 10-1099,773-77-526,-846 58-1444,256-46-8461,-307 44 3508,-6 2-4045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6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367 22 11353,'-144'-18'2766,"127"16"-1686,-1 1 1,1 0-1,-1 1 0,1 1 0,-30 6 0,25-3 107,19-4-993,0 0 0,0 1 0,0 0 0,0-1 0,0 1 0,0 0 0,0 1-1,0-1 1,0 1 0,0-1 0,1 1 0,-1 0 0,1 0 0,-1 0 0,1 0 0,0 0-1,0 0 1,0 1 0,0-1 0,0 1 0,0 0 0,1-1 0,-1 1 0,1 0 0,0 0-1,0 0 1,0 0 0,0 0 0,0 0 0,1 0 0,-1 0 0,1 1 0,0 2 0,0 5 126,1-1 1,0 0 0,1 0 0,0 0 0,1 0-1,0 0 1,0-1 0,1 1 0,6 10 0,11 18-89,3-1 1,1-2-1,41 47 1,102 91 16,-8-24-249,-45-44 0,133 156 0,-218-225 0,-2 2 0,-1 0 0,-2 2 0,-2 1 0,-2 1 0,-1 1 0,-2 1 0,21 80 0,-34-96 0,-1 0 0,0 0 0,-2 0 0,-2 1 0,0-1 0,-2 0 0,-1 0 0,-1 0 0,-10 32 0,3-24 0,-1-1 0,-3 0 0,0 0 0,-2-2 0,-2 0 0,-29 40 0,-7-2-2633,-3-3-1,-4-2 1,-107 91-1,122-116-3682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29:26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191 82 16418,'-37'-31'3096,"27"16"-648,-3 6-436,0 0 924,-4 0-1931,3 0 43,1 15-1264,-4 3-904,1-6-3233,-1 3 1481,7 9-3181,-4 3-5312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4956,'26'6'821,"1"-2"-241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2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19 3100,'0'0'10913,"-9"-11"-10221,1 4 4984,-2 68-4916,10-59-581,-1 2-56,-1 1 1,1-1 0,-1 0-1,0 0 1,0 0-1,-1 0 1,1-1-1,-1 1 1,1 0-1,-7 4 1,6-4 2,1-2 213,1 1-80,-2 9-75,2-8-113,0 0 0,-1 0 0,1 0 0,-1 0 0,0 0 0,0-1 0,-3 6 1,2-4 16,1-1 1,0 1-1,1 0 1,-1 0-1,1 0 1,0 0 0,0 0-1,0 0 1,1 0-1,0 0 1,0 1 0,0-1-1,1 0 1,1 8-1,0 25 222,-3-18-101,-1-1 0,0 1 1,-2 0-1,0-1 0,-13 38 1,7-26-77,1 0 1,2 1-1,2 0 1,0 0-1,1 35 1,-4 24 170,-8 86 383,21-117-468,-1-18-92,-3-33-94,-1 0 1,1-1-1,0 1 0,1 0 1,0-1-1,0 1 0,5 10 1,-6-16-25,0 0 0,0 0 0,-1 0 0,1 0 0,-1 0 0,0 0 0,0 6 0,0-1 3,1-5 29,-1 14 114,0-16-227,0 0-1,0-1 1,0 1-1,0-1 1,0 1 0,0 0-1,0-1 1,0 1 0,0 0-1,0-1 1,1 1-1,-1-1 1,0 1 0,0-1-1,1 1 1,-1 0 0,0-1-1,1 1 1,-1-1-1,0 1 1,1-1 0,-1 1-1,1-1 1,-1 0 0,1 1-1,6-4-869,0 0 0,0-1-1,-1 0 1,0 0 0,0 0 0,0-1-1,6-6 1,7-6-5646,6 4-4155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3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1 222 6061,'0'-17'1290,"0"7"4535,28 27-685,-13 4-4141,0 0-1,10 24 0,12 18 106,-15-29-265,1-2 1,2 0-1,56 56 1,-78-86-764,1 0 0,0 0 0,-1 0 0,1-1 0,0 0 0,-1 1 0,1-1 0,0 0-1,0-1 1,0 1 0,0-1 0,0 0 0,0 0 0,0 0 0,0 0 0,0-1 0,0 1 0,0-1 0,0 0 0,0 0 0,6-4 0,7-1 100,-1-1 0,0-1 0,29-19 0,23-24 268,111-110 0,19-16-516,-187 168-177,93-65-1606,-92 67-40,0 0 1,1 1-1,22-8 0,-15 16-14402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4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137 119 7753,'-5'-10'1444,"-3"-13"10622,-9 29-10407,14-3-1499,0-1 0,0 1 0,0-1 0,0 1 0,0 0 0,0 0 0,1 0 0,0 0 1,0 1-1,0-1 0,0 1 0,0-1 0,0 1 0,1 0 0,-1 4 0,-16 60 1008,18-65-1134,-13 57 730,-21 141 718,32-178-1401,0 0 0,2 0 1,1 0-1,1 0 0,1 0 1,9 36-1,-2-31 6,23 45 1,-32-70-64,1 0 0,0 0 1,0 1-1,1-1 0,-1-1 1,0 1-1,1 0 0,0-1 1,0 1-1,0-1 0,0 0 1,0 0-1,0 0 0,0 0 1,1 0-1,-1-1 0,0 0 1,1 0-1,6 2 0,-5-3 43,1 1 1,0-1-1,0 0 0,0 0 0,-1-1 0,1 0 0,0 0 0,0 0 0,-1-1 0,1 1 0,-1-1 0,8-4 0,-4 1-22,0 0 0,0-1 0,0 0 1,-1 0-1,0-1 0,0 0 0,11-13 1,-4 4 19,5-7-16,0-2 1,-2 0-1,-1-1 1,-1-1-1,-2 0 1,17-41-1,-10 22-17,87-234 44,-65 160-818,-18 69-2697,-24 50 3227,-1 0 1,1 0 0,-1 1 0,1-1 0,0 0-1,-1 0 1,1 1 0,0-1 0,-1 0 0,1 1 0,0-1-1,0 0 1,0 1 0,0-1 0,-1 1 0,1 0 0,0-1-1,0 1 1,0 0 0,0-1 0,0 1 0,0 0-1,0 0 1,0 0 0,0 0 0,0 0 0,0 0 0,0 0-1,0 0 1,0 1 0,0-1 0,0 0 0,0 0 0,0 1-1,1 0 1,8 6-6014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4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11353,'0'21'9866,"1"-17"-8871,1 16-276,0 0-1,-1 1 1,-3 33 0,-1-29-1150,0-1 0,-15 45 0,15-56-618,0 0 0,1 0 0,0 18 0,-5 24-8340,4-37 2162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4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76 10033,'-13'-30'2004,"19"12"-368,1 3 1917,10 6-4942,3 6-159,-7 12-2564,4 0-3081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0 11829,'-5'14'9450,"31"24"-8528,-1 0 0,25 54 0,-28-42-816,-2 0 0,-2 1 0,-2 1 0,-2 1 0,-3 0-1,7 86 1,-16-124 21,-1-10 130,0 0 0,0 0 0,-1-1 0,0 1 0,0 0 0,0 0 0,0 0 0,-2 5 0,1-11-189,1 1-1,-1-1 0,0 0 0,0 1 0,1-1 1,-1 1-1,0 0 0,0-1 0,0 1 0,1 0 0,-1-1 1,0 1-1,0 0 0,0 0 0,0 0 0,-1 0 0,-15-7 361,15 2-356,0 0 1,0 0-1,0-1 1,1 1-1,-1 0 1,1 0-1,1-1 1,-1-8-1,0 3 18,0-4-20,1 1-1,1 0 1,1-1-1,0 1 1,0 0 0,2 0-1,-1 0 1,9-18-1,2-11-16,-7 21-447,1 0-1,1 1 0,1 0 0,1 1 1,0 0-1,2 0 0,0 2 0,2-1 1,32-31-1,-21 26-1526,1 1 1,1 2-1,1 1 1,1 1-1,61-28 1,-50 32-2715,2 4-2493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40 8101,'3'-13'814,"0"-1"516,-3 2 8560,-29 34-6243,23-13-3267,-1 1-1,1 0 0,1 0 1,0 0-1,0 1 1,-4 15-1,-15 73 974,6-23-747,11-48-793,1 0 0,1 0 0,1 0 0,1 1 0,3 55 0,10-9-3343,9 1-3317,-11-48 1381,4 14-2982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0 192 9245,'0'0'7261,"6"0"-6505,133-10 1143,-67 8-1666,0-4 1,137-30-1,-176 27-290,-1 0-1,0-3 1,-1 0-1,40-23 1,6-24 353,-77 59-281,0-1 0,1 1 0,-1 0 0,0 0-1,0 0 1,0 0 0,0 0 0,0 0-1,0 0 1,1 0 0,-1 0 0,0 0 0,0 0-1,0 0 1,0 0 0,0 0 0,1 0 0,-1 0-1,0 0 1,0 0 0,0 0 0,0 0-1,0 0 1,1 0 0,-1 0 0,0 0 0,0 0-1,0 0 1,0 0 0,0 0 0,1 0-1,-1 1 1,0-1 0,0 0 0,0 0 0,0 0-1,0 0 1,0 0 0,0 0 0,0 0-1,0 1 1,1-1 0,-1 0 0,0 0 0,0 0-1,0 0 1,0 0 0,0 1 0,0-1-1,0 0 1,0 0 0,0 0 0,0 0 0,0 0-1,0 1 1,0-1 0,0 18 385,-5 37-277,1-28-38,4-16-59,0 1 1,0-1 0,1 1 0,1-1-1,0 0 1,0 1 0,7 17-1,-7-22-25,1-1 0,0 1 0,0 0 0,1-1 0,0 0-1,0 1 1,0-2 0,1 1 0,0 0 0,0-1 0,1 0-1,10 8 1,-11-11-22,-1 0-1,1 0 0,-1 0 1,1 0-1,0-1 1,0 0-1,-1 0 0,1 0 1,0-1-1,0 0 0,0 0 1,0 0-1,0 0 0,0-1 1,8-2-1,-7 2 0,1-1 0,0 0-1,-1-1 1,1 1 0,-1-1-1,0-1 1,0 1 0,0-1 0,0 0-1,7-7 1,3-5 7,-1 0 0,0-2 0,23-36 0,-10 18 58,-26 75-36,-3-32-134,1 1 1,0-1 0,1 0-1,0 0 1,0 0-1,0 0 1,1-1-1,0 1 1,0 0-1,0-1 1,1 1 0,0-1-1,1 0 1,-1 0-1,1 0 1,1 0-1,-1 0 1,1-1-1,9 9 1,-10-10-94,25 19-2573,0-12-2582,10-2-1668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6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409 841 10517,'1'0'185,"0"-1"1,-1 0-1,1 0 1,0 0-1,-1 0 0,1 1 1,-1-1-1,1 0 1,-1 0-1,0 0 0,1 0 1,-1 0-1,0 0 0,0 0 1,0 0-1,1 0 1,-1-1-1,0 1 0,-1-2 1,-19 8 2951,19-5-3144,-1 1 1140,-6 0-858,0 0 1,0 0-1,1 0 1,-1 1-1,0 1 1,1-1-1,0 1 1,0 0-1,0 1 1,0-1-1,0 1 1,-11 10-1,-6 5-39,-40 46 0,53-54-103,-88 109-595,13-29-923,85-89 1289,3-4 80,-1-1 1,2 1-1,-1 0 1,0 0 0,0 0-1,1 0 1,-1 0-1,1 1 1,3-2 0,-1-1-9,50-33-46,2 2-1,64-29 1,-115 61 81,-1 1 0,1-1 0,-1 1 0,1 1 1,0-1-1,-1 1 0,1 0 0,0 0 0,0 1 0,0 0 1,0 0-1,0 0 0,0 0 0,0 1 0,0 0 0,0 1 1,8 2-1,-5 1 24,0 0 1,-1 0-1,0 1 1,0 0 0,0 0-1,-1 1 1,0 0-1,0 0 1,7 11 0,-9-11-21,1 0 0,1 0 0,-1-1 0,1 0 0,0 0 0,0 0 0,1-1 0,10 6 0,-12-9-10,-1 0-1,1 0 1,0 0-1,0-1 1,0 0-1,0 0 1,0 0-1,0-1 1,0 1-1,0-2 1,0 1-1,1-1 1,7-2-1,0 1 4,-1-1-1,0-1 1,-1 0 0,1-1-1,-1-1 1,0 1-1,0-2 1,0 0-1,-1 0 1,0-1 0,-1-1-1,1 1 1,-2-2-1,1 1 1,-1-1-1,11-18 1,-9 12-12,-1 0-1,-1-1 1,-1 0 0,0-1 0,5-18-1,19-93-50,-18 63 79,66-408 538,-75 392-62,-6 62-277,2 1 1,1-1 0,0 1-1,1 0 1,8-26 0,-10 42 1069,-5 6-589,-3 2-573,1 0 1,1 0-1,-1 1 0,1 0 0,0 0 0,0 0 0,1 0 0,0 1 1,0 0-1,-5 12 0,-3 11 185,-10 42 1,4-13-54,0 0-570,2 0 1,3 1 0,-11 117 0,20-56-3840,8-2-4210,2-48-2842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6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245 134 6685,'-2'-11'1270,"1"1"1,0 0 0,1-1-1,0 1 1,0 0 0,1 0 0,1-1-1,2-9 1,-4 18-1014,-1 0 1,1 0-1,0 1 0,-1-1 1,1 0-1,-1 1 0,0-1 1,1 0-1,-1 1 0,0-1 1,0 1-1,0-1 0,0 1 1,0 0-1,0-1 0,0 1 0,-1 0 1,-1-2-1,-6 10 94,0 0 1,1 0-1,0 1 0,0 0 1,0 1-1,1-1 0,1 1 1,0 1-1,0-1 0,0 1 0,-5 14 1,-4 16 608,-18 70 0,13-40-225,1-8-282,3 1 0,3 0 0,-6 67 0,17-95-445,1 1 0,1-1 1,2 1-1,2-1 0,1 0 1,2 0-1,12 37 1,-16-64-162,-1 0 1,2 0 0,-1-1 0,1 1 0,1-1 0,-1 0 0,1 0 0,0-1-1,1 1 1,0-1 0,0 0 0,0-1 0,0 1 0,12 6 0,-8-7-191,1 1 1,0-1 0,0-1 0,0 0-1,1 0 1,0-1 0,0-1 0,-1 0-1,18 0 1,-8-1-356,0-1 0,-1-1-1,1-1 1,-1-1 0,1-1-1,-1-1 1,0 0 0,22-10 0,-23 7-1055,0-1-1,-1-1 1,0-1 0,28-22 0,4-8-6268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6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0 329 10045,'17'-75'1980,"-10"59"-164,0-5-284,9-15-235,1 9-261,7 3-220,6-3-132,3 6-196,4 3-96,7-3-108,-1-1-172,4 10-244,-7 3-756,0 9-420,4 6-392,-7 12-141,-7 1-2367,-13 14-3213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6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6409,'0'0'5916,"20"0"-4340,0 0-308,-7-12-252,1 0-211,6-6-177,-3 6-400,3-9-936,13-3-821,-3 6-3015,4 3-3537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70 9237,'-2'-3'341,"0"0"0,0 0 0,0 0-1,0 0 1,1-1 0,-1 1 0,0-4 0,0-9 4113,-17-8 165,12 32-4462,1 2-1,0-1 1,0 1 0,1 0 0,0 0 0,0 1 0,1-1 0,1 1 0,0 0 0,0 0 0,-1 16 0,0 16 64,3 72 0,2-68-106,5-7 296,15-44-319,-17 3-85,0-1 0,1 0 0,-1 0 0,0 0 0,0-1 1,0 0-1,0 1 0,-1-1 0,5-4 0,31-35-15,-27 28 13,12-12 13,78-79 25,-72 75 155,-25 24-99,1 0-1,0 0 1,0 1 0,0-1-1,12-6 1,-15 11-45,0-1-1,0 1 1,0 0 0,0 0 0,0 1 0,0-1-1,1 1 1,-1-1 0,0 1 0,0 0-1,1 0 1,-1 0 0,0 1 0,0-1 0,1 1-1,-1 0 1,6 2 0,-4-1 4,0 0 0,0 1 0,0 0 0,-1 0 0,1 0 0,-1 0 0,1 1 0,-1 0 0,0-1 0,0 2 0,-1-1 0,1 0 0,-1 1 0,3 6 1,5 8 5,-2 1 1,10 29 0,4 8-853,16 33-2733,-10-21-6634,-10-27 671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7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86 12577,'-2'2'1678,"-1"1"-1261,0-1 1,0 1 0,1 0 0,-1-1 0,1 1-1,0 0 1,0 1 0,0-1 0,0 0 0,1 0-1,-1 1 1,1-1 0,0 1 0,-1 5-1,1 1-118,1 1-1,0-1 0,1 1 0,2 13 0,-3-20-213,6 39 172,1 0 0,2-1 0,2 0 0,2 0 0,2-2 0,22 46 0,-36-86-245,0 1 0,0-1-1,0 1 1,-1-1 0,1 0-1,0 1 1,0-1 0,0 0-1,0 1 1,0-1 0,0 0-1,0 0 1,-1 0 0,1 0 0,0 0-1,0 0 1,0 0 0,0 0-1,0 0 1,1-1 0,0 1 36,2 0 9,-1-1-1,0 1 1,1-1 0,-1 0-1,0 0 1,1 0 0,-1 0-1,0-1 1,0 1-1,0-1 1,0 0 0,0 0-1,0 0 1,-1 0 0,1 0-1,-1-1 1,1 1-1,-1-1 1,0 0 0,0 1-1,1-4 1,6-7 137,-1-1-1,0 0 1,8-21-1,10-38 192,18-85-1,-40 139-646,2 1 0,0-1-1,1 1 1,0 0 0,2 0-1,0 1 1,23-31 0,-29 44-201,-1 1 0,1 1 0,0-1-1,1 0 1,-1 1 0,0 0 0,7-4 0,-9 6 228,0-1 0,-1 1-1,1-1 1,0 1 0,0 0-1,0-1 1,0 1 0,0 0 0,0 0-1,0 0 1,0-1 0,0 1 0,-1 0-1,1 0 1,0 0 0,0 1 0,0-1-1,0 0 1,0 0 0,0 0 0,0 1-1,0-1 1,0 0 0,-1 1 0,1-1-1,0 1 1,0-1 0,0 1 0,-1 0-1,1-1 1,0 1 0,-1 0 0,1-1-1,0 1 1,-1 0 0,1 0 0,-1-1-1,1 1 1,-1 1 0,7 13-8547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7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8681,'0'0'4080,"-13"12"-2444,3-3 909,-4 10-1625,4-1-100,0 6-288,4 0-120,-4-3-104,3 0-380,0 0-1024,1 3-836,2 0-3029,1 0-3928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8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22 10981,'0'0'2056,"-10"-9"-256,3-3 3417,-3 27-5565,4 3-892,9 0-869,4-3-2691,-7 15-3773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8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11281,'40'-14'3430,"-37"13"-2020,0 2-230,27 19 498,-13-10-1072,-1 0-1,23 20 1,-34-25-551,-1 0 1,1-1-1,-1 2 1,0-1-1,0 0 1,-1 1-1,1 0 1,-1-1-1,0 1 1,-1 1-1,4 10 1,2 20 117,-1 1 0,-2 0 0,1 43 0,-6-77-99,-1-1 0,1 1 0,1 0 0,-1-1 1,0 1-1,1 0 0,0-1 0,0 1 0,0-1 0,0 1 0,1-1 0,-1 0 0,1 1 1,0-1-1,0 0 0,0 0 0,0 0 0,3 3 0,-5-8-22,0 1 0,-1-1 0,1 0 0,0 1 0,0-1 0,0 0 0,0 1 0,0-1 0,1 0 0,-1 1 0,1-4 0,0 2 35,7-35 365,17-47 0,-8 46-1090,1 2-1,2 0 1,1 1-1,2 1 1,49-56 0,-25 46-2964,-11 20-1541,10 0-4475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8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97 9729,'-3'-2'273,"1"1"1,0 0-1,-1 0 0,1 0 1,-1 0-1,1 1 0,-1-1 1,1 0-1,-1 1 0,1 0 1,-1 0-1,0 0 1,1 0-1,-1 0 0,1 0 1,-1 1-1,1-1 0,-1 1 1,1 0-1,-1-1 0,1 1 1,-4 2-1,4-2 25,0 0 0,0 0 0,0 0 0,0-1 0,-1 1 1,1-1-1,0 1 0,0-1 0,0 0 0,-1 0 0,-2 0 0,4 0-212,0 0 0,-1 0 0,1 0 0,0 0 0,0 0 0,-1 0 0,1 0 0,0 0 0,0 1 0,0-1-1,-1 0 1,1 1 0,0-1 0,0 1 0,0-1 0,0 1 0,0 0 0,0 0 0,0-1 0,0 1 0,0 0 0,-2 2 0,-8 12 368,-1 1 0,2 1-1,0 0 1,1 0 0,1 1 0,1 0-1,0 0 1,1 1 0,1 0 0,1 0 0,1 0-1,-2 35 1,3-35-325,1-5-44,0 0 1,1 0 0,1-1-1,0 1 1,2 13 0,-2-23-73,0-1 0,0 0 0,0 0 1,0 0-1,1 1 0,-1-1 0,1-1 1,0 1-1,0 0 0,0 0 1,0-1-1,0 1 0,1-1 0,-1 1 1,1-1-1,0 0 0,-1 0 0,1-1 1,0 1-1,0 0 0,0-1 1,0 0-1,1 1 0,-1-1 0,5 0 1,-4 0-12,0 0 0,0-1 0,0 1 0,1-1 0,-1 0 0,0 0 1,0-1-1,0 1 0,0-1 0,0 0 0,0 0 0,0-1 0,0 1 1,0-1-1,4-2 0,-2 0-2,0 0 0,0 0 0,0-1 0,-1 0 0,0 0 0,0 0-1,0-1 1,5-7 0,-3 1 5,1-1-1,-2 0 0,0 0 0,0 0 1,-1 0-1,-1-1 0,0 0 0,3-22 1,-6 19 7,0 0 1,-1 1-1,-1-1 1,-1 0-1,0 0 1,-1 1-1,-1-1 1,0 1-1,-10-23 1,4 16-398,-1 1 1,-1 1-1,-1 0 1,-1 1-1,-28-33 1,35 51-681,-8 3 270,12-1 541,1 0-1,-1 0 0,0 0 0,0 1 1,1-1-1,-1 1 0,1 0 1,-1-1-1,0 1 0,1 1 1,-5 1-1,5-1-212,0 0 0,0 0 0,0 0-1,1 0 1,-1 0 0,0 0 0,1 1 0,0-1 0,-1 1 0,0 2 0,-6 20-4762,3 12-2851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9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23 8909,'6'-4'1447,"18"-13"6285,-17 78-6096,-9-40-1441,-2 1 1,-1-1 0,-13 40 0,3-16-29,-14 49 1721,36-110-1679,1 0-1,0 0 1,1 1 0,0 0 0,19-22-1,67-62 168,-63 70-270,57-40 0,-85 67-88,0 0 0,1 0 0,-1 0 0,0 1 0,1-1 0,-1 1 0,1 0 0,0 1 0,-1-1 0,1 1 0,0 0 0,-1 0 0,1 0 0,0 0 0,-1 1 0,1 0 0,-1 0 0,1 0 0,-1 1 0,1 0 0,-1-1 0,0 1 0,0 1 0,0-1 0,0 1 0,0-1 0,0 1 0,-1 0 0,1 1 0,4 5 0,-3 0 10,0 0 0,0 1 0,-1 0 0,0 0 0,-1 0 0,0 0 0,0 0 0,-1 1 0,-1-1 0,0 1 0,0 0 0,-2 19 0,3 47-305,0-38-1587,-2-1-1,-8 70 1,7-107 1789,-2 16-2623,1 0 0,-1 29 1,8-6-5605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39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108 129 5204,'0'0'242,"1"0"0,0 0 0,-1 1 0,1-1-1,0 0 1,-1 0 0,1 0 0,0 0 0,-1 0-1,1 0 1,-1 0 0,1 0 0,0 0-1,-1 0 1,1 0 0,0-1 0,-1 1 0,1 0-1,-1 0 1,1-1 0,0 1 0,-1 0-1,1-1 1,-1 1 0,1 0 0,0-2 0,-2-13 7040,-1 7-8453,2 7 1285,-1 0 0,1 0 0,0 0 0,-1 0 0,1 0 0,-1 0 0,1 0 0,-1 0 0,0 1 0,1-1 0,-1 0 1,0 0-1,1 1 0,-1-1 0,0 0 0,0 1 0,0-1 0,1 1 0,-3-2 0,-12-11 2822,-2-18-1050,15 28-331,1 1-953,1 1-513,0-1 0,-1 1 0,1 0 0,-1 0-1,1 0 1,-1 0 0,0 0 0,1 0 0,-1 0 0,0 0 0,0 0 0,0 0 0,0 0 0,1 1 0,-1-1 0,-2-1 0,2 2-68,1 0 1,-1 0 0,1 0-1,-1 0 1,1 1-1,-1-1 1,1 0 0,-1 0-1,1 1 1,0-1-1,-1 0 1,1 0 0,-1 1-1,1-1 1,0 0-1,-1 1 1,1-1 0,0 1-1,-1-1 1,1 0-1,0 1 1,0-1 0,-1 1-1,1-1 1,0 1-1,0-1 1,0 2 0,-12 54-4,8-32 166,4-24-184,-10 38 47,1 1 1,3 0-1,-2 49 1,8-87-43,0 0 1,1 1 0,-1-1-1,0 0 1,1 0-1,-1 1 1,1-1 0,0 0-1,-1 0 1,1 0 0,0 0-1,0 0 1,0 0 0,0 0-1,0 0 1,0 0-1,0 0 1,0 0 0,0-1-1,0 1 1,0 0 0,1-1-1,-1 1 1,0-1-1,0 1 1,1-1 0,-1 0-1,0 1 1,1-1 0,-1 0-1,0 0 1,1 0 0,-1 0-1,0 0 1,3-1-1,3 0-5,0 0-1,1-1 1,-1 0 0,0-1-1,0 1 1,0-1-1,0-1 1,-1 1-1,1-1 1,-1 0-1,7-7 1,8-7-15,31-35 0,-34 34-9,23-27 17,-16 18-31,55-49 0,-78 75 37,1 0 0,-1 0 0,1 0-1,0 0 1,0 0 0,-1 0 0,1 1 0,0-1 0,0 1 0,1 0 0,-1 0 0,0 0 0,0 0 0,0 1 0,1-1 0,-1 1-1,0 0 1,1 0 0,-1 0 0,0 0 0,1 1 0,-1-1 0,0 1 0,0 0 0,0 0 0,1 0 0,-1 0 0,0 1 0,0-1 0,-1 1-1,1 0 1,0 0 0,0 0 0,-1 0 0,1 0 0,-1 0 0,0 1 0,0-1 0,0 1 0,0 0 0,0-1 0,0 1 0,-1 0 0,1 0-1,1 6 1,5 12-17,-1-1 0,9 38 0,0 50 31,-15-104 28,1-6-23,6-7-1,-1 1 0,1-1 0,10-19 0,14-16-24,-3 10-3,2 2 1,2 1-1,65-48 0,-94 76 6,0 0 0,1 1 0,0-1 0,-1 1 0,1 1 0,0-1 0,0 0 0,0 1 0,0 0 0,1 1 0,-1-1 0,0 1 0,6 0 0,-8 0 3,0 0 0,1 1 0,-1 0 0,0-1 0,0 1 0,0 0 0,0 1 1,0-1-1,0 0 0,0 1 0,0 0 0,-1-1 0,1 1 0,-1 0 0,1 1 1,-1-1-1,0 0 0,0 1 0,0-1 0,0 1 0,2 3 0,14 31-311,23 62-1,-38-91 175,5 11-1418,2-1 0,18 28 1,-11-19-1941,1 2-5365,-3-14 45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0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32 211 8925,'0'0'5607,"4"-1"-4337,22 0-222,-1 0 1,0 2-1,29 3 0,-47-3-955,-1-1-1,1-1 1,0 1 0,-1-1-1,1 0 1,0-1 0,10-3 0,13-3 83,-29 7-154,1 0-1,-1 0 0,1 0 0,-1 0 1,1-1-1,-1 1 0,0-1 1,0 1-1,0-1 0,0 1 0,0-1 1,0 1-1,0-1 0,0 0 1,0 0-1,-1 0 0,1 1 0,-1-1 1,1-2-1,-1 2 25,3-8 40,0 1 1,-2-1 0,1 0-1,-1 0 1,0-1-1,-1 1 1,-1 0 0,-2-18-1,3 25-46,0 1 0,-1-1 0,0 1 0,1-1 0,-1 1 0,0-1 0,0 1 0,0 0 0,-1-1 0,1 1 0,-1 0 0,1 0 0,-1 0 0,0 0 0,1 0 1,-1 0-1,0 1 0,0-1 0,0 0 0,-1 1 0,1 0 0,0-1 0,0 1 0,-1 0 0,1 0 0,-1 1 0,1-1 0,-1 0 0,1 1 0,-1-1 0,0 1 0,1 0 0,-1 0 0,1 0 0,-1 0 0,0 1 0,1-1 0,-1 1 0,1-1 0,-6 3 0,-2 1 41,0 0 0,0 1 1,0 0-1,1 1 0,-1 0 0,1 0 0,1 1 1,-1 0-1,1 0 0,1 1 0,-1 0 1,-8 14-1,4-7-12,1 1 0,1 0 0,1 1 0,0 0 1,1 0-1,-7 26 0,13-38-202,1 1 0,0 0 1,0-1-1,0 1 0,1 0 0,0-1 1,0 1-1,0 0 0,1-1 0,0 1 0,0 0 1,0-1-1,1 1 0,0-1 0,0 1 0,0-1 1,1 0-1,-1 0 0,1 0 0,1-1 1,-1 1-1,1 0 0,-1-1 0,7 6 0,-2-4-485,-1-1 0,0 0-1,1 0 1,0 0 0,0-1-1,0 0 1,1-1 0,0 0-1,-1 0 1,1-1 0,0 0-1,0 0 1,0-1 0,14 0-1,7-3-3324,20-1-1880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0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110 460 7361,'5'-6'493,"19"-30"2995,-23 34-3176,-1-1 0,1 1 0,-1 0 0,0 0 1,0 0-1,0 0 0,0-1 0,0 1 0,-1 0 0,1 0 1,-1-3-1,-1-8 2054,2 12-2197,-1 0-1,1 0 0,-1 0 0,0 0 0,1 0 1,-1 0-1,1 0 0,-1 0 0,0 0 1,0 0-1,0 0 0,0 0 0,0 1 1,1-1-1,-1 0 0,0 1 0,-1-1 1,1 1-1,0-1 0,-1 0 0,-37 83 432,-37 113 0,75-194-595,1 0 0,-1 0 1,1 1-1,-1-1 0,1 0 1,0 1-1,0-1 1,0 0-1,0 1 0,0-1 1,0 0-1,0 1 0,0-1 1,1 0-1,-1 1 0,0-1 1,1 0-1,-1 1 0,1-1 1,-1 0-1,1 0 0,1 2 1,-1-2-6,0-1-1,-1 1 1,1-1 0,0 1-1,0-1 1,0 1 0,0-1-1,-1 0 1,1 1 0,0-1-1,0 0 1,0 0 0,0 0 0,0 0-1,0 1 1,0-1 0,0-1-1,0 1 1,0 0 0,-1 0-1,1 0 1,0 0 0,0-1 0,0 1-1,0 0 1,0-1 0,1 0-1,51-26-26,-12 6 30,1 1 0,59-20 0,-97 39-3,0 0 1,0 0-1,0 1 1,0-1-1,0 1 1,1 0 0,-1 0-1,0 0 1,0 1-1,0-1 1,0 1-1,0 0 1,0 0-1,0 1 1,0-1 0,0 1-1,0 0 1,4 3-1,0 1-2,-2 0 0,1 0 0,0 1 0,-1 0 0,-1 1 0,6 8 0,-6-9-233,-1 0 0,0-1 0,1 0 1,0 0-1,1 0 0,-1-1 0,1 1 1,0-1-1,1-1 0,9 6 0,-7-6-336,0-1 0,1-1 0,-1 0-1,1 0 1,-1-1 0,1 0 0,0 0-1,0-1 1,-1-1 0,1 1 0,0-2-1,16-3 1,-14 2 379,0-1-1,-1 0 0,1 0 1,-1-1-1,0-1 1,-1 0-1,1 0 0,-1-1 1,15-13-1,-3-5 885,-1 0 0,-1-2 0,-2 0 1,-1-1-1,26-57 0,11-18 1482,-30 62-1382,9-17 935,2 1-1,50-60 1,-53 87-147,-30 29-1441,-1-1-1,1 1 1,-1-1 0,1 1-1,0 0 1,0 0-1,0 0 1,0 0-1,0 0 1,0 0 0,0 1-1,0-1 1,0 1-1,0-1 1,4 1-1,-2 3 18,-1 0 1,0 0-1,0 1 0,0-1 0,0 1 0,-1 0 0,1 0 0,-1 0 0,0 0 0,1 4 0,0 3 65,0 1 0,-1-1 0,-1 0-1,0 1 1,0-1 0,-2 20 0,0-7 19,-1 19 133,-2-1 0,-11 48-1,7-48-1065,2 0 0,-1 49 0,7-73-156,2 55-4633,-1-67 3506,0 1 0,1-1 0,-1 1 0,6 11 0,2 0-7811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0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43 13057,'-13'-6'5341,"-7"3"-3197,-1 3 3352,38-9-4836,13-1-684,14 7-920,9-3-720,11 3-1092,6 3-3549,7-3-5716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2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12 107 3616,'-12'-3'999,"16"-1"-504,24-1 3145,-12-15 417,-17 27-3626,-1 1 0,2 0 0,-1-1 0,1 1 0,1 0 0,-1 0 0,1-1-1,0 1 1,1 0 0,0-1 0,0 0 0,4 9 0,-3-7-142,5 27 702,4 8-482,-7-31-293,-1 0-1,4 26 1,-6-28-129,0 0 0,1 0 0,0 0 0,9 19 1,-3-15-35,0-1 0,1 0 0,1 0 0,1-2 0,-1 1 0,2-1 0,0-1 0,0 0 0,1-1 0,1-1 0,-1 0 0,24 10 0,11 2 26,1-2 0,90 22 0,-23-16 26,138 12 0,124-7-129,450-25 133,-3-73-35,-4-76-185,-708 115 102,-3-4-1,0-5 0,178-88 1,-255 108 7,-1-2 1,-1-2-1,-1 0 1,-1-2-1,27-29 0,-52 48 5,0-1 0,-1 0 0,0 0 0,0-1 0,0 1 0,-1-1 0,0 0 0,0 0 0,2-8 0,0 1-11,-5 12 4,0 0 0,0 0 0,0-1 0,0 1 0,0 0 0,-1 0 0,1 0 0,-1-1 0,1 1 0,-1 0 0,0 0 0,-1-3 0,-1 0-10,2 3-5,0 0 1,-1 0 0,1 0 0,-1 1-1,1-1 1,-1 1 0,0-1 0,0 1-1,0 0 1,0-1 0,0 1 0,-3-1-1,2 0-63,0 1-46,0 0 1,0-1-1,0 1 0,0 0 1,-1 0-1,1 1 1,0-1-1,-1 1 1,1-1-1,0 1 0,-1 0 1,1 0-1,0 1 1,0-1-1,-4 1 1,-22 7-2717,4 0-3296,25-8 6022,-17 8-7808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3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13 7333,'-30'-12'8903,"31"14"-8594,0 1-1,-1 0 0,1-1 1,1 1-1,-1-1 1,0 1-1,0-1 1,3 3-1,4 10 379,5 12-102,1 0 0,1 0 0,2-2 0,30 38-1,91 88 389,-65-75-601,278 325 541,-285-316-756,-3 3 0,98 186 0,-145-242-164,-2 1 0,-2 1-1,0 0 1,-3 0 0,-1 1-1,-1 0 1,-2 1 0,1 37-1,-6-54-121,-1 1 0,0 0 0,-1-1-1,-1 1 1,-1-1 0,-1 0-1,0 0 1,-2 0 0,0-1 0,-1 0-1,-1 0 1,0-1 0,-1 0 0,-1-1-1,-1 0 1,-15 15 0,12-16-492,-2 0 0,0-1-1,-1 0 1,-37 20 0,-82 31-6440,121-59 5751,-55 25-7318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3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588 1 10761,'19'3'1252,"-18"-3"-1218,-1 0-1,0 0 0,0 0 1,0 0-1,0 0 1,1 0-1,-1 0 0,0 0 1,0 1-1,0-1 0,0 0 1,0 0-1,1 0 1,-1 0-1,0 1 0,0-1 1,0 0-1,0 0 0,0 0 1,0 0-1,0 1 1,0-1-1,0 0 0,0 0 1,0 0-1,0 1 0,0-1 1,0 0-1,0 0 1,0 0-1,0 1 0,0-1 1,0 0-1,0 0 0,0 0 1,0 1-1,0-1 1,0 0-1,0 0 0,0 0 1,-1 0-1,1 1 0,-29 24 3123,7-9-1530,-17 18 92,1 1-1,2 3 1,1 1 0,-35 51-1,-103 187 2023,144-227-3395,3 0-1,2 2 1,3 0-1,2 2 1,-18 76-1,33-105-318,1 0 0,1-1 0,0 1-1,2 0 1,1 0 0,5 29 0,-2-35-30,0-1 0,2 0 0,0 0 0,0 0 0,2-1 1,0 0-1,1-1 0,1 0 0,13 17 0,-3-9-110,1 0 1,2-2-1,0-1 1,1-1-1,1-1 0,1-1 1,0-1-1,2-1 1,0-2-1,0-1 1,44 14-1,-20-11-875,1-2-1,0-3 1,0-2 0,1-2 0,98-1-1,-108-7-633,0-3 0,57-11 0,21-17-5713,-30-1-2943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3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31 187 9905,'-27'-30'2164,"24"9"-416,3 6-248,6-3-215,1 3-277,13-4-200,20-5-216,11 12-100,2-3-172,11 3-220,10 9-596,6 0-712,10 6-580,-3 0-697,4 6-1539,-4 15-2913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47 344 7565,'-47'-12'11329,"57"-9"-10477,24-18-280,9 6-360,11 0-308,13-4-864,10-5-680,3-3-753,8 3-2095,-1 3-3481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54 7169,'-6'4'609,"1"0"-1,0 1 1,0-1 0,1 1 0,0 0 0,-1 0 0,1 1 0,1-1 0,-1 1 0,1 0 0,0 0-1,1 0 1,-1 0 0,-2 9 0,-1 19 167,2 1 0,1 0 0,1-1 0,2 1-1,5 35 1,-4-69-756,1 1 1,-1-1-1,0 0 0,1 0 0,0 0 1,-1 0-1,1 0 0,0 0 0,-1-1 0,1 1 1,0 0-1,0-1 0,-1 1 0,1-1 0,0 0 1,0 0-1,0 1 0,3-2 0,4 0 11,1-1 1,-1 0-1,0-1 0,0 0 0,0 0 0,0-1 1,0 0-1,12-9 0,68-51 120,-45 30 37,44-34 491,30-20 861,-73 55-766,-26 19-318,0 0 0,26-13 0,-38 24-311,0 0 0,0 0 0,0 0 0,1 1 0,-1 0 0,0 1 0,1 0 0,0 0-1,-1 0 1,1 1 0,8 1 0,-7 0-58,0 0 0,0 1-1,0 0 1,-1 1 0,1 0-1,-1 1 1,0-1 0,1 1 0,-2 1-1,1 0 1,0 0 0,9 9-1,-6-4-41,-1 1 0,0 0 0,-1 1 1,0 0-1,-1 0 0,0 1 0,7 16 0,18 40-1427,52 78 1,-66-117 666,4 6-1065,2-1 1,31 35-1,24 21-7068,-49-49-52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4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1 339 11625,'23'-19'3480,"-22"21"-3119,0 0 0,1 0 1,-1 1-1,0-1 0,-1 0 1,1 0-1,0 0 1,-1 0-1,1 4 0,5 13 812,8 11 5,7 15 315,23 73 1,-37-96-1250,59 246 1604,-32-100-1287,3 25-61,-35-185-471,-1-1 0,1 1 0,1 0 0,-1-1 0,1 0 0,5 8 0,-7-13-17,0 0-1,0 0 1,0-1 0,0 1-1,1-1 1,-1 1 0,1-1-1,-1 1 1,1-1 0,0 0-1,2 3 1,-3-4-4,0 0 1,0 0 0,0 1-1,0-1 1,0 0-1,0 0 1,0 0-1,0 0 1,0 0-1,0 0 1,0 0-1,0 0 1,0 0 0,0-1-1,-1 1 1,1 0-1,0-1 1,0 1-1,0-1 1,0 1-1,0 0 1,-1-1-1,1 0 1,0 1-1,0-1 1,0 0 0,15-15 111,-2 0 1,1 0 0,-2-1 0,0-1 0,10-20 0,48-103 135,-47 90-183,61-128 39,112-218-1731,-176 361 1164,18-35-2161,2 2-1,53-63 1,-86 122 1081,1 0 0,1 1-1,13-11 1,33-16-8366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5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17 420 13077,'-7'-24'1881,"-1"0"646,6 8 5572,3 14-7865,-1 1-1,0-1 0,1 0 0,0 1 0,-1-1 1,1 0-1,0 1 0,0-1 0,-1 1 0,1-1 1,0 1-1,1-1 0,-1 1 0,0 0 0,0-1 1,1 1-1,-1 0 0,3-2 0,29-16 721,132-46 587,6 10-3773,84-30-5073,-56 14-2739,-87 41 99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67 9721,'-3'-25'2253,"3"20"-256,-1 2-74,-5-31 8107,4 36-9909,-1 0 0,1 0 0,0 0 0,0 0 0,-1 0 0,2 1 0,-1-1 0,0 0-1,0 1 1,1 0 0,-3 4 0,1 4 3,-1 0 1,2 0-1,-1 1 0,2 0 0,-1-1 0,1 16 0,-1 7-7,-17 82 203,12-80-316,1 1 0,2-1 0,1 1 0,3 41 0,0-76-8,1 0 0,-1 0 0,0 0 1,1-1-1,0 1 0,-1 0 0,1 0 0,0 0 0,0-1 0,0 1 0,0 0 0,1-1 0,-1 1 0,0-1 0,1 1 0,-1-1 0,1 0 0,-1 1 0,1-1 0,-1 0 0,1 0 1,0 0-1,0 0 0,-1-1 0,1 1 0,0 0 0,0-1 0,0 1 0,0-1 0,0 0 0,0 0 0,0 0 0,0 0 0,0 0 0,3 0 0,4-1-25,0 1 0,-1-2 0,1 1-1,0-1 1,-1 0 0,1-1 0,8-4-1,310-157-924,-299 150 896,1 0 0,0 2 0,0 1-1,1 2 1,1 1 0,35-5 0,-49 11 51,0 0 0,0 1 0,0 2-1,0-1 1,0 2 0,0 0 0,0 1 0,0 1 0,0 0 0,-1 1 0,0 1 0,30 15 0,-9 2 15,-1 1 1,-1 2 0,-2 1-1,0 2 1,40 46 0,-46-44 36,107 111-27,-131-139-55,1 0-1,-1 0 0,1 0 1,-1-1-1,1 0 1,0 0-1,0 0 1,0 0-1,1 0 0,-1-1 1,0 0-1,1 0 1,-1 0-1,8 0 1,-4-1-5,-1 0 0,1-1 1,-1 0-1,0 0 0,1-1 1,-1 1-1,0-2 1,9-3-1,-1-1 6,1-1-1,-1-1 1,0-1-1,-1 0 1,0-1 0,22-23-1,-15 11-59,-2-1-1,0-1 0,-2-1 0,22-42 1,-10 8-183,20-64 0,-24 43 23,-23 75 235,-1-1 0,1 1 0,-2 0 0,1 0 0,-1-1 0,0 1 0,0 0 0,0-1 0,-1 1 0,-2-11 0,2 17 17,1-1-1,0 0 0,-1 0 1,1 0-1,-1 1 1,0-1-1,1 0 0,-1 1 1,1-1-1,-1 0 0,0 1 1,1-1-1,-1 1 1,0-1-1,0 1 0,0-1 1,1 1-1,-1 0 1,0-1-1,0 1 0,0 0 1,0-1-1,0 1 0,0 0 1,1 0-1,-1 0 1,0 0-1,0 0 0,0 0 1,-2 1-1,0-1-1,0 1-1,0 0 0,0 0 1,1 0-1,-1 0 1,0 0-1,0 1 1,-2 1-1,-13 11-16,2-1 0,0 2 1,0 0-1,2 1 0,-23 31 0,15-14-352,2 0 1,-23 50-1,40-76 294,0 0 1,1 0 0,0 0-1,0 1 1,1-1 0,-1 11-1,1-17 71,1 1 0,0 0 1,0 0-1,0 0 0,0 0 0,0-1 0,1 1 0,-1 0 0,0 0 0,1 0 0,-1-1 0,1 1 0,0 0 1,0 0-1,0-1 0,-1 1 0,2-1 0,-1 1 0,0-1 0,0 1 0,0-1 0,1 0 0,-1 0 0,0 1 1,1-1-1,-1 0 0,1 0 0,0 0 0,-1-1 0,1 1 0,0 0 0,2 0 0,10 0 141,0 0-1,0-1 0,0-1 0,0 0 0,0-1 1,18-4-1,10-1 469,-22 4-380,-4 0 88,0 1-1,29 0 0,-41 2-320,1 0 0,-1 1 0,0 0 0,1 0 0,-1 0 0,0 0 0,0 0 0,0 1 0,0 0 0,0 0 0,0 0 0,0 0 0,-1 1 0,1-1 0,2 4 0,7 6-444,-10-9-134,1 0-1,0 1 1,-1-1 0,0 1 0,0 0 0,0 0-1,0 0 1,0 0 0,-1 0 0,0 1 0,3 8 0,9 20-4769,7 0-3068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6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40 8501,'-1'-2'277,"1"0"1,0-1-1,-1 1 1,1 0-1,0 0 0,0-1 1,1 1-1,-1 0 1,0 0-1,1-1 1,0 1-1,-1 0 1,1 0-1,3-6 5536,-3 57-4605,0-19-893,-1 0-1,-6 41 1,0-29-83,-3 72 1,9-112-229,0 1 0,1-1 1,-1 0-1,0 0 1,1 0-1,-1 0 1,1-1-1,0 1 1,-1 0-1,1 0 0,0 0 1,0 0-1,0-1 1,1 1-1,-1 0 1,0-1-1,1 1 1,-1-1-1,1 1 0,-1-1 1,1 0-1,0 0 1,-1 0-1,1 0 1,0 0-1,0 0 0,0 0 1,0 0-1,-1-1 1,1 1-1,0-1 1,0 0-1,0 1 1,1-1-1,-1 0 0,0 0 1,3-1-1,9 1 0,0-1 1,0-1-1,0 0 0,15-5 0,-25 7-8,160-33 47,-128 28-96,-32 5 42,0 0-1,-1 0 0,1-1 0,0 1 1,0-1-1,0 0 0,-1 0 1,1-1-1,6-3 0,25-17-32,-16 9 70,1 1 0,42-20 0,-57 30-17,-1 1 0,1-1-1,0 1 1,-1-1-1,1 1 1,0 1-1,0-1 1,0 1-1,-1-1 1,1 2 0,0-1-1,0 0 1,0 1-1,0 0 1,-1 0-1,1 0 1,0 1-1,-1 0 1,9 3 0,2 4-9,0-1 0,1-1 0,19 6 0,-22-9 5,0 1 0,0 0 0,-1 1-1,24 15 1,-29-16-43,-1-1 0,1-1 1,0 1-1,1-1 0,-1 0 0,0-1 0,1 0 0,0 0 0,-1-1 0,1 0 0,0 0 0,0 0 0,13-2 1,-1-1-103,-1 0 1,1-1-1,-1-2 1,26-8-1,-14 0 21,0-1-1,-1-2 1,52-36 0,-71 44-72,0 1 1,1 0 0,0 0-1,0 1 1,0 1-1,1 0 1,0 0 0,0 1-1,0 1 1,19-2 0,-26 5 42,0 1 0,0 1 0,0-1 1,0 1-1,0 0 0,0 0 1,-1 1-1,8 4 0,15 5-243,18 9-4,-36-15 360,-1-2 0,1 1 0,0-1-1,0-1 1,1 0 0,-1 0-1,18 2 1,-10-4-217,12 0 165,57-3 0,-80 2-416,0-1 1,0 0-1,0-1 1,0 0-1,0 0 1,0 0-1,-1-1 0,1 0 1,-1 0-1,0-1 1,0 1-1,0-1 1,9-8-1,-7 0-3957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7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72 6061,'0'0'43,"0"0"0,-1 0 1,1 0-1,0 0 0,0 0 0,0 0 1,0 0-1,0 0 0,-1 1 1,1-1-1,0 0 0,0 0 1,0 0-1,0 0 0,0 0 1,0 1-1,0-1 0,-1 0 1,1 0-1,0 0 0,0 0 1,0 1-1,0-1 0,0 0 1,0 0-1,0 0 0,0 1 1,0-1-1,0 0 0,0 0 0,0 0 1,0 0-1,0 1 0,0-1 1,0 0-1,0 0 0,0 0 1,1 1-1,-1-1 0,0 0 1,0 0-1,0 0 0,0 0 1,0 0-1,0 1 0,0-1 1,1 0-1,-1 0 0,0 0 1,0 0-1,0 0 0,0 0 1,0 0-1,1 1 0,-1-1 0,0 0 1,0 0-1,0 0 0,1 0 1,-1 0-1,0 0 0,0 0 1,0 0-1,0 0 0,1 0 1,-1 0-1,0 0 0,0 0 1,1 0-1,16 0 2926,498-25-898,138 3-1644,-279 11-357,-197 1-354,-36 1-1771,-47 6-3614,-75 5 2031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4520,'3'-28'3292,"-2"28"-3140,-1 0 0,1 0 1,-1 0-1,1 0 0,0 0 0,-1 0 1,1 0-1,-1 0 0,1 1 0,0-1 1,-1 0-1,1 0 0,-1 0 0,1 1 1,-1-1-1,1 0 0,-1 1 0,1-1 1,-1 0-1,1 1 0,-1-1 0,0 1 0,1-1 1,-1 0-1,1 1 0,-1-1 0,0 1 1,1-1-1,-1 1 0,0 0 0,0-1 1,1 2-1,0 0 448,0-2-525,0 0 1,1 0-1,-1 0 0,0 0 0,0 1 1,0-1-1,0 1 0,0-1 1,0 1-1,0-1 0,-1 1 1,1-1-1,0 1 0,0 0 1,1 0-1,-1 0-15,0 0 1,0 0-1,0 0 0,1 0 0,-1 0 1,0 0-1,1-1 0,-1 1 0,1 0 1,-1-1-1,1 0 0,-1 1 1,1-1-1,-1 0 0,4 1 0,119-9 1159,235-24-711,-357 32-511,95-9-1049,-55 4-7262,-41 4 7920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49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2225 103 4652,'13'-30'5300,"-15"28"-4431,-33-42 4567,13 19-3923,22 25-1504,0 0 1,0 0 0,0 0 0,0 0 0,0 0 0,0 0 0,0 0 0,0-1-1,0 1 1,-1 0 0,1 0 0,0 0 0,0 0 0,0 0 0,0 0-1,0 0 1,0 0 0,0 0 0,0 0 0,-1 0 0,1 0 0,0 0 0,0 0-1,0 0 1,0 0 0,0 0 0,0 0 0,-1 0 0,1 0 0,0 0-1,0 0 1,0 0 0,0 0 0,0 0 0,0 0 0,0 0 0,-1 0-1,1 0 1,0 0 0,0 0 0,0 0 0,0 1 0,0-1 0,0 0 0,0 0-1,0 0 1,0 0 0,0 0 0,0 0 0,-1 0 0,1 0 0,0 0-1,0 1 1,-107 90 1390,-8 7-864,-318 201 75,237-175-508,-71 48-32,-132 120 29,38-27-406,349-256 160,-1-1-1,-1-1 1,1 0 0,-1 0-1,0-1 1,-1-1-1,-27 6 1,38-10-38,-1 0 1,1 0 0,0-1-1,-1 1 1,1-1-1,0 0 1,-1-1-1,1 1 1,0-1-1,-1 0 1,1 0-1,0 0 1,0 0 0,0-1-1,0 0 1,0 0-1,0 0 1,0 0-1,0 0 1,1-1-1,0 0 1,-1 0-1,1 0 1,0 0-1,0 0 1,0-1 0,1 1-1,-1-1 1,1 0-1,0 1 1,-3-9-1,-8-15-1418,0 4-2316,0 0-1353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534 12 10913,'-13'-4'505,"9"2"-324,1 1 0,-1 0-1,0 0 1,1 0 0,-1 1-1,0-1 1,1 1 0,-1 0-1,0 0 1,0 0 0,1 0 0,-1 1-1,0-1 1,0 1 0,1 0-1,-5 2 1,2-1 53,-17 7 1508,-38 19 0,52-22-1364,1-1 0,0 1-1,0 0 1,0 0 0,1 1 0,0 0 0,-11 15 0,-25 38 771,3 1 1,2 3 0,4 1 0,-35 90-1,54-114-952,2 0 0,2 1 0,2 0 0,2 1 0,1-1 0,2 1 0,3 1 0,6 75 0,-1-95-198,1 0 0,1 0 0,1-1 1,1 0-1,1 0 0,1 0 0,1-2 0,1 1 0,0-1 1,2-1-1,1-1 0,0 0 0,2 0 0,0-2 0,0 0 0,27 19 1,-14-14-470,1-1 0,1-1 0,1-2 0,1-1 1,1-2-1,0-1 0,0-2 0,1-1 0,72 11 1,-56-16-1806,103-2 1,-20-16-4428,-32-5-3103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0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19 7417,'-10'5'631,"-3"0"127,2-3 4541,14 0-5099,-1 0 1,0 0-1,0 0 1,0 0-1,0 1 1,-1-1-1,1 1 1,0-1-1,-1 1 1,2 4-1,-1-3 72,41 70 697,-19-36-725,-2 2 0,-1 1 0,-3 0 1,15 46-1,-24-54-185,9 61 0,-16-82-41,-2 0 1,0 1-1,0-1 1,-1 0-1,0 1 1,-1-1-1,-1 0 1,-6 17-1,2-6-121,7-18 147,-1-1 0,0 1 0,-1-1-1,1 1 1,-1-1 0,0 1 0,0-1 0,0 0-1,-1 0 1,1 0 0,-1 0 0,0-1 0,0 1-1,-1-1 1,1 1 0,-6 3 0,8-6-29,-1 0 0,1-1-1,0 1 1,0-1 0,0 1 0,-1-1 0,1 1 0,0-1 0,0 0-1,-1 1 1,1-1 0,0 0 0,-1 0 0,1 0 0,0 0 0,-1 0-1,1-1 1,0 1 0,-1 0 0,1-1 0,0 1 0,0 0 0,0-1-1,-1 0 1,1 1 0,0-1 0,0 0 0,0 1 0,0-1 0,0 0-1,0 0 1,0 0 0,0 0 0,0 0 0,0 0 0,1 0 0,-1 0 0,0 0-1,1-1 1,-1 1 0,1 0 0,-1 0 0,1-1 0,0 1 0,-1 0-1,1-2 1,-2-7 14,0 0 0,0 0 0,1 0 0,0-18 0,2 3-77,1 0-1,1 0 1,2 1 0,8-29-1,36-93-1487,-46 137 1381,7-14-405,0 0 0,1 0-1,1 1 1,1 1-1,1 0 1,1 1-1,1 1 1,31-30 0,-10 11-576,-17 16-1410,29-23 0,-32 33-1807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10 365 5961,'0'0'6969,"3"-1"-5528,5-2-748,-1-1 0,1-1 0,-1 1 0,0-1 0,10-9 0,8-6-93,-23 19-421,12-23 235,-20 26-399,0 0-1,0 0 0,1 0 1,-1 0-1,1 1 0,0 0 1,-1 0-1,1 1 0,1-1 1,-1 1-1,0 0 0,1 0 1,0 1-1,0-1 0,0 1 1,1 0-1,0 0 0,0 0 1,0 1-1,0-1 0,1 1 1,0-1-1,0 1 0,0 0 1,1 0-1,0 0 0,0 0 1,0 10-1,2-14-12,-1 1 1,1-1 0,0 1-1,0-1 1,0 0 0,0 1-1,1-1 1,-1 0 0,1 0-1,-1 0 1,1 0 0,0 0-1,0 0 1,0-1 0,0 1-1,0 0 1,0-1 0,0 0-1,5 3 1,0 0 13,1-1-1,1 1 1,-1-1 0,17 3 0,2-2-82,1-1 1,-1-2-1,1-1 1,0-1-1,0-1 1,-1-2-1,0 0 1,1-2-1,47-17 0,-60 17-18,-1 0 0,1-1 0,16-11 0,-29 16 77,-5 3 12,-11 3-10,0 0 0,0 1 0,1 1 0,0 0-1,-23 14 1,8-4-152,25-14 293,26 0-234,-21-2 76,0 1 0,0-1 0,0 0 0,0 0 0,0 0 0,0 0 0,0 0 0,1 0 0,-1 0 0,0-1 0,0 1 0,0-1 1,0 0-1,0 1 0,0-1 0,-1 0 0,1 0 0,3-2 0,21-17-7,-1-1 1,0 0-1,-2-2 1,0-1-1,-2 0 0,27-42 1,-4 9 159,-40 50-82,2 1 1,-1-1 0,1 1 0,0 1 0,0-1-1,1 1 1,0 0 0,0 0 0,11-5 0,-14 9-45,1-1 0,0 1 0,-1 0 1,1 0-1,0 0 0,0 1 0,-1-1 0,1 1 1,0 0-1,0 1 0,0-1 0,-1 1 1,1 0-1,0 0 0,-1 1 0,1-1 1,7 5-1,4 2-168,0 1-1,-1 1 1,0 1 0,0 0-1,-2 1 1,25 25 0,-34-33-115,0 0 0,0 0 0,1 0 1,0 0-1,0 0 0,0-1 0,0 0 0,0 0 0,1-1 1,5 3-1,-8-6 245,-1 1 0,1-1 0,-1 0 0,1 0 1,-1 0-1,1 0 0,-1 0 0,0 0 0,0-1 1,1 1-1,-1-1 0,0 1 0,0-1 0,2-3 1,-1 2 17,-1 1 0,0 0 1,1 0-1,-1 0 1,1 0-1,-1 1 1,1-1-1,4-1 0,158-34-1495,60-18 543,-197 46 793,82-31 2513,-95 33-1558,0-1-1,-1 0 1,-1 0 0,1-2 0,14-12 0,8-4-720,6 7-8322,-17 15 663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5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 10313,'-4'12'909,"0"0"0,0-1 0,-1 0 1,-13 21-1,-6 15 513,-42 127 1527,12-25-1840,51-142-1077,-112 310 1078,103-272-1186,2 0-1,1 1 1,3 1 0,2-1 0,1 59 0,7-31-1775,15 91 1,-11-126-759,1 0 0,15 38 0,2-22-3903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5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5597,'0'0'1706,"4"0"-134,20 0-852,-1 1 0,1 1 0,-1 2 0,0 0 0,32 10 0,540 151 1015,-313-90-1528,482 98-51,-563-143-212,376 9 1,-356-45 18,-1-10 0,229-47 0,421-141-112,-780 178 109,402-93-27,-476 116 73,0 1 0,0 1-1,1 0 1,-1 1-1,26 3 1,-38-2-7,0-1 0,0 1 0,1 0-1,-1 1 1,0-1 0,0 1 0,0 0 0,0 0 0,0 0-1,-1 0 1,1 1 0,-1-1 0,1 1 0,-1 0 0,0 0-1,0 0 1,0 0 0,-1 1 0,1-1 0,-1 1 0,1 0-1,-1 0 1,-1 0 0,1 0 0,2 7 0,-2 3 17,-1 1 1,0-1 0,-1 1-1,0-1 1,-1 1 0,-1-1-1,0 0 1,-1 0-1,-6 18 1,6-18 14,-27 86 24,-4-1-1,-67 134 1,13-32 118,37-71-154,7 2-1,-51 252 1,74-251 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5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633 175 11149,'-204'-123'-328,"60"102"-212,40-1-252,24 16-632,19 3-896,21 12-441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1:56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12 187 5208,'-9'10'1872,"7"-16"1410,9-18-1027,-3 21-2107,-1 0 1,1 0-1,-1 0 1,1 0-1,0 1 0,0-1 1,0 1-1,6-3 0,2-1 233,17-9 272,0 2 1,1 0-1,1 2 1,-1 2-1,2 1 1,-1 1-1,1 1 1,49-2-1,21 7-116,138 14-1,-183-8-228,894 121 526,-218-21-642,138-38-236,-664-64-179,0-10-1,249-39 1,-366 31-165,-1-4-1,106-37 1,-152 41-734,-1-3-1,0-1 1,-1-3-1,-2-1 1,0-1 0,44-38-1,-63 44-2823,-3 0-2009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3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50 157 4028,'0'0'2453,"3"1"-2230,21 13 8648,-27-15-7961,-31-6 608,31 6 680,-31-4-1446,31 4 1184,20 0-1766,-1-1 1,0 0-1,1-1 1,23-9-1,9-1-44,287-49 180,-169 33-231,27 0 82,-111 26-556,-80 3 113,6 3-3809,8 4 3171,-6-5-7631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4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 6701,'5'-2'11938,"-6"13"-9202,1-6-2791,0 1 0,0 0 0,0 0 0,1-1 0,-1 1 0,3 7 0,6 17 341,2 0 0,29 54 1,141 215 450,-100-163-556,-71-119-154,0 1-1,-1 0 1,-1 0 0,-1 1 0,0 0 0,-1 1 0,-1-1 0,-1 1-1,-1 0 1,1 31 0,-5-36-30,-1 0 0,0 0 1,-1-1-1,0 0 0,-1 1 0,-1-1 0,0-1 1,-1 1-1,0-1 0,-1 0 0,-1 0 0,0-1 1,-14 16-1,-33 35-1358,-82 71 0,113-112 580,1-2-1128,-30 18 0,4-1-3626,19-7-1648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88 7033,'0'0'2016,"0"-4"41,-3-32 8054,-4 24-8623,-19-24 4200,3 39-5148,10 2 325,17 4 623,6 6-1565,0 17 90,-2 0 1,7 52-1,-6-31 9,-3-1 7,-3 1 0,-4 88 0,-1-51-59,12-38 242,-9-53-212,0-1 1,0 1 0,0 0 0,0 0-1,0-1 1,0 1 0,0 0 0,0 0-1,0 0 1,0 0 0,3-1 0,-2 0-1,4-5-7,0 0-1,0-1 1,-1 1-1,0-1 1,-1 0 0,1 0-1,-2-1 1,1 0 0,3-12-1,13-30-22,17-26-58,-9 16 39,3 2 1,2 1-1,46-60 1,-69 106 28,1 0-1,1 0 1,0 2 0,15-12 0,-25 20 28,1 1 0,-1-1 1,1 1-1,0 0 0,0-1 1,-1 1-1,1 0 0,0 1 1,0-1-1,0 0 0,0 1 1,0 0-1,0-1 0,0 1 1,0 1-1,1-1 0,-1 0 1,0 1-1,0-1 0,-1 1 1,1 0-1,0 0 0,0 0 1,0 0-1,0 1 0,-1-1 1,1 1-1,-1 0 0,1-1 1,-1 1-1,0 0 1,1 1-1,-1-1 0,2 3 1,4 4 125,-1 1 1,1-1 0,-2 2-1,1-1 1,-1 1 0,8 22-1,0 11-22,-3 1-1,-2 0 1,5 53-1,-4-24-86,17 240-27,-20-195-148,-4-93-1377,2 0-1,10 38 1,-14-61 1015,0 0 1,1 0-1,-1 0 1,1 0 0,-1 0-1,1 0 1,0 0 0,1-1-1,-1 1 1,0-1-1,1 1 1,-1-1 0,1 0-1,3 2 1,10 6-5176,2-5-6004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7.4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7 376 11141,'-3'7'1072,"4"-6"-198,10-10 568,0 1 1804,-8 6-2487,60-23 825,34-17-371,-86 36-1139,0 0 1,0-1-1,-1-1 0,0 0 1,0 0-1,13-15 0,-11 10-24,-1-1-1,0 0 1,0-1-1,-2 0 1,0-1-1,8-18 0,-16 30-38,2-1 24,-1 0 0,0 1 0,0-1-1,0 0 1,0 0 0,-1-1 0,0 1-1,0 0 1,-1 0 0,1 0 0,-1-1 0,0 1-1,-1 0 1,1-1 0,-1 1 0,-2-9-1,2 13-19,1 1 0,-1-1-1,1 0 1,0 1-1,-1-1 1,1 1-1,-1-1 1,0 1-1,1-1 1,-1 1-1,1-1 1,-1 1-1,0-1 1,1 1 0,-1 0-1,0-1 1,1 1-1,-1 0 1,0-1-1,0 1 1,1 0-1,-1 0 1,0 0-1,0 0 1,1 0 0,-2 0-1,-27 7 270,21-3-151,0 1-1,1-1 1,-1 1-1,-12 11 0,-5 11 307,2 0-1,-24 35 0,13-15-129,13-18-185,1 0 0,2 2 0,-18 39 0,27-51-59,1 1 1,1 0-1,1 1 1,1 0-1,0 0 1,-1 35-1,5-50-49,1 1 0,1 0-1,-1-1 1,1 1 0,0 0-1,0-1 1,1 1-1,0-1 1,0 0 0,1 1-1,0-1 1,0 0 0,0-1-1,1 1 1,-1 0 0,8 7-1,-5-8-8,0 1 0,0-1 0,1-1 0,0 1 0,-1-1-1,2 0 1,-1 0 0,0-1 0,1 0 0,-1 0 0,1-1 0,0 0 0,14 2-1,-3-3-30,-1-1 0,1 0 0,0-1 0,-1-1-1,1-1 1,-1 0 0,0-2 0,0 0 0,0-1-1,0 0 1,-1-2 0,18-10 0,3-4-134,0-2 0,-2-1 0,-1-2 0,34-33 0,130-142-276,-191 195 389,0 0-1,1 0 0,15-9 1,-21 14 11,0 4-18,-1 2 41,1 0 1,0-1-1,-1 1 1,1 0-1,-1 0 1,0 0-1,0 1 1,-1-1-1,1 0 1,-1 1-1,0-1 1,0 1-1,-1-1 1,1 8-1,0 15-21,-2 36-1,-1-23 27,2-14 28,-1-14-9,1-1 0,0 1 1,1 0-1,0-1 0,4 13 0,-4-20 6,29 4 50,-26-7-57,0 0 1,0 0-1,0 0 1,0-1-1,0 0 1,7 0-1,21 4-63,109 29 13,-120-30 83,1 0-1,0-1 0,0 0 0,-1-2 1,1-1-1,0-1 0,0-1 1,0 0-1,-1-2 0,0-1 0,40-16 1,-55 19 45,0 0 0,-1-1 0,0 1 0,0-1 0,0-1 0,0 1 0,0-1 1,-1 0-1,0 0 0,0 0 0,-1 0 0,1-1 0,-1 1 0,0-1 0,0 0 0,-1 0 0,0 0 1,1-7-1,2-6 237,0 0 0,-2-1 1,-1 1-1,1-34 1,-4 37-138,-1 1 0,-1-1 0,0 0 0,0 1 0,-2 0 0,-11-28 0,7 22-902,2-1-1,0 0 1,-4-24-1,9 18-1910,1 14-2202,25 23-12334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7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58 151 10529,'-24'0'2132,"8"3"-156,-1 3 7757,37-15-8913,-3 3-252,16 0-96,27-6-504,-9-6-740,-1 3-388,3-9-964,4-3-640,4 3-3005,2 5-4856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8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422 17 8285,'0'0'12098,"-1"-2"-11358,-15-13 552,10 29 166,1 3-1144,-43 109 2125,0-4-782,21-30-537,-21 140 0,6 99-181,42-329-937,-15 133 226,6 1 0,11 165 0,-1-287-201,-1 2-192,1 0 0,1 0 0,1 0 0,0-1 0,8 23 0,-9-35 53,-1 0-1,1 0 0,-1 1 0,1-2 1,0 1-1,0 0 0,0 0 0,0-1 1,1 1-1,-1-1 0,1 1 0,0-1 1,-1 0-1,1 0 0,0-1 0,0 1 1,0 0-1,1-1 0,-1 0 0,0 0 1,0 0-1,1 0 0,-1 0 0,0-1 1,1 1-1,-1-1 0,1 0 0,-1 0 0,1 0 1,-1-1-1,5 0 0,3-1-157,-1-1 0,0 0 0,0 0 0,0-1 0,0-1 0,-1 1 0,1-1 0,-1-1 0,0 0 0,-1 0 0,1-1 0,-1 0 0,-1 0 0,10-12 0,-5 5 37,-1-2-1,0 0 0,-1 0 1,0-1-1,-2 0 1,0 0-1,6-20 1,-12 30 210,-1 1 1,0-1 0,0 1-1,-1-1 1,0 1 0,0-1-1,0 0 1,-1 1 0,0-1-1,0 1 1,-1 0-1,0-1 1,0 1 0,0 0-1,-1 0 1,0 0 0,0 0-1,0 1 1,-1-1 0,0 1-1,0 0 1,0 0 0,-1 0-1,-5-5 1,-7-1 46,0 0-1,0 1 1,-1 1 0,-1 1-1,1 0 1,-1 2 0,0 0-1,-1 1 1,-35-5 0,-11 3 183,-99 1 0,160 6-119,5-3-82,1 1-1,-1-1 1,1 1-1,-1-1 0,1 1 1,0-1-1,0 1 1,0 0-1,0-1 0,0 1 1,1 0-1,-1 0 1,1 0-1,-1 0 1,1 0-1,0 0 0,0 0 1,0 1-1,0-1 1,4-2-1,5-3 14,1 1 0,0 0 0,13-4 0,3-2-53,59-31-114,2 4 0,2 4-1,167-41 1,-239 71 124,0 2 1,1 1-1,0 0 1,-1 1-1,1 2 1,25 2-1,-39-2 88,0 0 0,0 0-1,0 1 1,-1-1-1,1 1 1,0 1 0,-1-1-1,1 1 1,-1 0-1,0 0 1,0 1 0,0-1-1,0 1 1,-1 0-1,1 1 1,-1-1 0,0 1-1,-1-1 1,1 1-1,-1 0 1,0 1 0,0-1-1,0 1 1,3 10-1,-2-2 168,-1 0 0,-1 1 0,0-1 0,-1 1-1,0-1 1,-1 1 0,-4 26 0,-4 6 448,-15 50-1,-5 22-376,16-41-5099,30-72-3141,3-1-2676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8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 12105,'24'-36'4745,"-18"18"-3717,-2 3 272,9 3-1052,0 6-664,4 6-3041,7 0-1067,-4 12-3521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14153,'-12'14'1186,"4"-4"13,0-1-1,0 1 1,1 0 0,1 1 0,-1-1-1,2 1 1,-8 19 0,-42 190 5424,-6 117-6025,57-303-1751,1 1-1,1-1 1,4 44 0,0-58-640,1 0-1,9 31 1,-8-39-266,0 1 0,1-1 0,1 0 0,12 20 0,4-2-6819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8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17 350 10429,'-1'1'189,"1"-1"1,0 0 0,-1 1-1,1-1 1,-1 0-1,1 0 1,-1 1-1,1-1 1,-1 0-1,1 0 1,-1 0-1,0 0 1,1 1-1,-1-1 1,1 0-1,-1 0 1,1 0-1,-1 0 1,1 0-1,-1-1 1,1 1-1,-1 0 1,0 0 0,1 0-1,-1 0 1,1-1-1,-1 1 1,1 0-1,-1 0 1,0-1-1,13-12 3122,30-16-433,17-2-1580,98-55 385,-153 83-1594,-1 0-1,1 0 0,-1-1 0,1 1 0,-1-1 1,0 1-1,0-1 0,0 0 0,-1 0 1,0 0-1,4-9 0,11-49 1243,-10 34-604,-7 25-594,1 0 1,-1 0-1,0 0 0,0-1 0,0 1 0,0 0 0,-1 0 0,1 0 0,-1 0 1,-1-5-1,0 1 267,1 4 324,0 3-634,0 1 1,-1 0-1,1-1 1,0 1 0,-1-1-1,1 1 1,-1-1-1,1 0 1,0 1 0,-1-1-1,1 0 1,-2 0-1,-4 1 83,1 1-151,0 0-1,0 0 1,0 1-1,0 0 0,1 0 1,0 0-1,-1 1 1,1-1-1,1 1 0,-1 1 1,-5 5-1,2-2-24,2 1 1,-1-1-1,1 1 0,1 0 0,-1 1 0,-4 12 0,5-8 37,0-1 1,1 1-1,0 0 0,2 0 1,-1 1-1,2-1 0,0 28 1,1-36-200,0 0 0,1 0-1,0 0 1,1 0 0,-1 0 0,1 0 0,0-1 0,0 1 0,1-1 0,-1 1 0,1-1 0,1 0 0,-1 0 0,1 0 0,0-1 0,0 1 0,0-1 0,0 0 0,1 0 0,0 0-1,0-1 1,8 5 0,3-1-1398,0 0 0,0-1 0,1 0 0,0-2 0,25 4-1,16 0-5255,9 1-3244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09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68 13665,'-36'-11'818,"13"4"2127,2 1 4659,23 6-7331,0 0 0,0 0 1,0-1-1,0 1 1,1-1-1,-1 1 0,0-1 1,0 0-1,0 0 1,3-2-1,11-4 351,31-2-539,0 2 0,0 1 1,52 2-1,-81 3-356,306 0-5548,-82 2-1137,-148-1 1856,-6 0-2774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0.3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19 188 10129,'40'-18'5083,"-51"14"-3794,-12-1 4220,-1-15-265,27 18-5130,1 0 0,-1 0 1,0 1-1,1-1 0,0 1 1,-1 0-1,1 0 0,0 0 1,0 0-1,-1 1 0,1 0 0,0-1 1,0 1-1,0 1 0,6 0 1,-2 1-17,1 0-1,-1 1 1,1-1 0,-1 2 0,0-1-1,12 8 1,6 7 57,0 1 0,42 41 0,-49-41-116,-2 1 0,0 0 0,-1 2 0,-1 0 0,-1 0 1,-1 1-1,-1 1 0,15 44 0,-14-27-14,-1 1 1,-2 0 0,-2 0-1,3 68 1,-12 20 590,3-101 400,2-27-627,3-15-355,35-106-34,14-34 0,-31 98 45,2 1 0,64-93 0,-66 113-389,2 2 0,1 0-1,1 2 1,66-51-1,-63 58-1092,0 2-1,2 1 1,0 1-1,52-18 0,-46 22-4110,80-17 1,-50 20-4366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1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75 409 8837,'-15'-2'1515,"3"10"7496,33-11-7240,-13 1-1584,0 0 0,-1 0 0,1-1-1,-1 0 1,0-1 0,0 1 0,0-1 0,10-8 0,24-13 452,-26 17-464,0-1 0,0 0-1,-2-1 1,1-1-1,-1 0 1,-1-1-1,0 0 1,0-1-1,16-24 1,-21 25-158,-1-2 0,0 1-1,-1-1 1,-1 1 0,5-24 0,12-36 347,-20 72-345,-1-1 0,1 0 1,0 0-1,-1 0 1,0 0-1,1-1 0,-1 1 1,0 0-1,0 0 1,0 0-1,0 0 0,-1 0 1,1 0-1,-1-2 1,0 3-8,1 0 1,0 1-1,-1-1 1,1 0-1,-1 0 1,1 1-1,-1-1 1,0 1 0,1-1-1,-1 1 1,0-1-1,1 1 1,-1-1-1,0 1 1,1-1 0,-1 1-1,0 0 1,0-1-1,0 1 1,1 0-1,-1 0 1,0 0-1,0-1 1,0 1 0,0 0-1,0 0 1,1 0-1,-1 1 1,0-1-1,0 0 1,0 0-1,0 0 1,1 0 0,-1 1-1,0-1 1,0 0-1,1 1 1,-2 0-1,-15 6 154,0 2 0,1 0-1,0 1 1,0 0 0,1 1 0,0 1-1,1 1 1,-22 25 0,11-9 71,2 0-1,2 2 1,-29 52 0,36-57-139,1 1-1,2 1 1,0 0-1,2 0 1,1 1 0,-8 55-1,14-73-83,1 1-1,1-1 1,0 0-1,1 1 1,0-1-1,1 0 1,0 0-1,1 0 1,0 0 0,1 0-1,0 0 1,0-1-1,1 0 1,1 0-1,-1 0 1,2-1-1,-1 0 1,2 0-1,-1 0 1,1-1 0,10 9-1,1-3-21,1-1 0,1 0 0,0-1-1,0-1 1,1-2 0,1 0 0,0-1 0,0-1 0,0-1-1,1-1 1,0-1 0,28 0 0,-4-2-138,1-2 0,0-2 0,-1-3-1,1-1 1,50-15 0,-50 9-93,-1-3 0,0-3 0,-1-1 0,-1-2-1,44-28 1,-60 31 121,-1-2 0,-1-1 0,-1-1 1,-1-1-1,-1-1 0,-1-1 0,-2-2 0,23-33 0,-35 43 84,0 0-1,6-19 0,-14 30 38,-1 4-17,0-1 1,0 0 0,0 1-1,0-1 1,-1 0 0,0 0-1,1 0 1,-1 0 0,0 1-1,0-1 1,-1 0 0,1 0-1,-1 0 1,0-3-1,1 5 10,-1 0 0,1 0 0,-1-1 0,1 1 0,-1 0 0,0 0 0,0 0-1,1 0 1,-1 0 0,0 0 0,0 0 0,0 0 0,0 0 0,0 1-1,0-1 1,0 0 0,0 0 0,0 1 0,0-1 0,-1 1 0,1-1-1,0 1 1,0 0 0,0-1 0,-1 1 0,1 0 0,0 0 0,-1 0-1,1 0 1,0 0 0,-2 0 0,-5 1-17,-1 1 0,1 0 0,0 0 0,0 0 0,0 1 1,0 1-1,0-1 0,1 1 0,-10 7 0,-6 6-13,-31 29-1,11-9 40,-6 1-4,3 3 0,1 1 0,2 2 0,-63 83 0,103-122-10,-12 17 49,-21 41-1,33-58-30,1 1-1,-1 0 0,1 0 0,0-1 0,1 1 1,-1 0-1,1 1 0,1-1 0,-1 0 1,1 0-1,0 0 0,0 0 0,2 9 0,6 0 8,6-5-14,-9-9 3,0 0 0,1-1 0,-1 0 0,0 0 0,1 0 0,-1-1 0,0 0-1,1 0 1,-1 0 0,0 0 0,0-1 0,0 0 0,0 0 0,7-4 0,12-7 8,35-26 1,-41 27-13,16-14 49,0-1 0,29-33-1,14-11-97,-59 54 40,14-13-152,-32 29 161,1 0-1,0 1 1,0-1 0,0 0 0,0 1 0,0-1 0,0 0 0,1 1 0,-1 0 0,0-1 0,0 1 0,0 0 0,0-1 0,1 1 0,-1 0-1,0 0 1,0 0 0,0 0 0,1 0 0,-1 0 0,0 1 0,0-1 0,0 0 0,0 1 0,1-1 0,0 1 0,-1 0 17,-1 0 1,1 0 0,0 0 0,0 0 0,-1 0-1,1 0 1,-1 0 0,1 0 0,-1 0-1,0 0 1,1 0 0,-1 0 0,0 0-1,1 0 1,-1 1 0,0-1 0,0 0-1,0 0 1,0 0 0,0 0 0,-1 2-1,-5 32 250,3-20-129,-21 127 734,-3 44-304,26-175-558,-2 27 103,3 55 0,1-83-97,0-1 0,0 1-1,1 0 1,0-1-1,1 1 1,0-1-1,1 0 1,0 0-1,0 0 1,9 14 0,-9-19-12,-1-1 0,0 1 0,1-1 0,0 0 0,0 0 0,0 0 0,0 0 0,0 0 0,1-1 0,-1 0 0,1 0 0,-1 0 0,1-1 0,0 1 0,0-1 0,0 0 0,0-1 0,-1 1 0,1-1 0,0 0 0,0 0 0,0 0 0,0-1 0,6-1 0,7-2-16,0-1-1,-1 0 1,0-1 0,0-1-1,19-11 1,-16 6-52,0 0 0,-1-1 0,-1-2 0,0 1 0,22-26 0,-10 7-182,47-70-1,-16 7 111,91-199 0,-143 270 258,-15 31 159,-18 40-13,18-31-226,-9 28 73,-12 54 1,24-84-104,1 0 0,0 0 0,1 0 0,0 1 0,1-1 0,1 0 0,0 0 0,6 25 0,12 32-15,-18-66 3,1-1 0,-1 0 0,1 0-1,0 0 1,0-1 0,1 1 0,-1 0 0,1-1 0,-1 1 0,1-1 0,0 0-1,-1 0 1,1 0 0,0 0 0,1-1 0,-1 1 0,0-1 0,0 0 0,6 2-1,-1 0 1,-3-2-4,0 1 0,0-1 0,0 0 0,0 0 1,0 0-1,0-1 0,0 0 0,1 0 0,-1 0 0,0-1 0,7-1 0,51-17-37,-57 17 40,13-6-1,-1-1 0,1 0 1,-2-2-1,1 0 0,-1-1 1,-1-1-1,0 0 0,-1-1 1,15-18-1,14-22-85,51-80 0,-36 48-18,26-32-69,-82 114 166,1-1 0,0 1 1,-1 0-1,1 0 0,1 0 0,-1 1 0,9-6 0,-4 3-5,-4 39-9,-7-19 22,-1 1 0,0-1 0,-8 21 0,5-17-10,1-1 1,-3 25-1,6-26 5,0 0-1,2 0 0,0 0 1,1 0-1,0 0 1,1-1-1,1 1 0,1 0 1,5 15-1,-7-26 9,0 1 1,1-1-1,-1 0 1,1 0-1,0 0 0,1 0 1,-1 0-1,1-1 0,0 1 1,0-1-1,1 0 0,-1-1 1,1 1-1,0-1 1,0 1-1,0-1 0,0-1 1,0 1-1,1-1 0,-1 0 1,1 0-1,-1-1 0,1 1 1,0-1-1,0-1 1,0 1-1,8-1 0,4 0-7,0-2 0,0 0 1,0-1-1,0-1 0,-1 0 0,1-1 0,-1-1 0,0-1 0,-1-1 0,0 0 0,0-1 0,0 0 1,-2-1-1,1-1 0,-1-1 0,-1 0 0,0 0 0,0-2 0,-1 1 0,-1-1 0,-1-1 0,13-23 1,5-14 44,30-81 0,-55 117 394,-15 32-216,-17 35 8,16-18-212,0 0-1,2 2 0,2-1 0,1 1 0,-4 41 1,10-58-996,2 0 1,0-1-1,4 36 1,-2-42-1415,0-1 1,0 1 0,1-1 0,6 13 0,1-7-7800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1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20 13849,'-6'-1'1516,"-1"-1"-1,1-1 0,-1 1 0,1-1 1,-7-4-1,11 6-1565,-4 2 1574,-5 8-1006,1 0-1,1 1 1,-1 1 0,2 0 0,-1 0-1,2 0 1,-8 15 0,-4 10-160,-16 44 1,33-72-685,-1 0 0,1 1 0,0-1 0,1 1 0,-1 12 0,-4 25-2436,3-38 1964,0 2-252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2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9 11553,'5'-8'1465,"-9"8"-392,-16 10 663,13-6 1535,2 11-1279,4-14-1894,0 1 0,1-1 0,-1 0 0,0 0 0,1 1 0,0-1 0,-1 0 0,1 1 0,0-1 0,-1 1 0,1-1 0,0 0 0,0 1 0,0-1 0,0 1 0,1-1 0,-1 0-1,1 3 1,1 9 276,0 0-1,0 0 0,-1 1 1,-1-1-1,0 1 0,-1-1 0,-3 15 1,4-23-388,-3 36 404,3-37 1266,-27-34-1187,26 18-428,0 1 0,-1 0 0,-4-14-1,3 11-13,2 11 15,5-11 245,0 5-1345,24 29-14168,-20-8 5536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2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44 124 12589,'33'-18'11598,"-31"20"-11387,0 0 0,-1 0 0,1 0 0,0 0 0,0 0 1,0 0-1,1-1 0,3 3 0,1 2 143,0 2-199,0 1-1,-1 0 1,-1 1 0,1-1-1,-2 1 1,1 0 0,-1 0 0,-1 1-1,0-1 1,0 1 0,1 12-1,-3-7-112,-1 0 1,0 0-1,-1 0 0,-1 0 0,0 0 0,-1 0 0,-1-1 0,0 0 1,-9 19-1,-65 137 139,74-163-178,-29 39 42,15-22 62,16-22 497,2-11-525,1-1 1,0 1 0,0 0 0,1 0 0,0 0-1,0 0 1,0 0 0,1 1 0,1-1-1,3-6 1,9-15 40,22-28-1,-31 47-92,46-64-1,80-83-1,-105 128-521,1 2 0,2 1-1,1 1 1,1 2-1,48-26 1,7 7-3916,3 9-4333,-46 18-2989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3.7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72 349 12313,'0'0'10308,"2"-2"-9086,13-6-564,1 0 0,-1 1 0,2 0 0,-1 2 0,26-6 0,-22 5-466,1 0 0,-1 0 0,30-16 0,-44 18-168,1 1 0,-1-2 1,1 1-1,-1-1 0,-1 0 1,1 0-1,-1-1 0,0 1 0,0-1 1,0-1-1,-1 1 0,0 0 1,0-1-1,-1 0 0,1 0 1,-2 0-1,1 0 0,-1-1 1,0 1-1,2-15 0,-2 11-9,0 0-20,0 0 1,0 0-1,-1 0 0,0 0 0,-2-15 0,1 24 4,0 1-1,0-1 0,-1 1 1,1-1-1,-1 1 0,1 0 1,-1-1-1,1 1 1,-1 0-1,0-1 0,0 1 1,1 0-1,-1 0 0,0 0 1,0-1-1,0 1 1,0 0-1,-1 0 0,0-1 1,0 2 1,-1-1-1,1 1 1,0-1 0,0 1 0,0-1 0,0 1 0,0 0 0,-1 0 0,1 0 0,0 1-1,0-1 1,0 0 0,0 1 0,-1-1 0,1 1 0,0 0 0,-2 1 0,-12 5-1,0 1 0,1 0 0,0 1 1,1 1-1,0 0 0,0 1 0,1 1 1,-14 16-1,-2 6 15,1 0 0,-26 45 0,38-54-21,1 2 0,1 0 0,-19 56 0,28-67 12,1 0 1,0 0 0,1 0-1,1 0 1,1 1 0,0-1-1,1 1 1,4 30 0,-3-38-3,1 1 1,0-1 0,1 0 0,0 0-1,0 0 1,1 0 0,0-1 0,6 9-1,-8-13 2,1-1-1,0 0 0,0 0 1,0 0-1,0 0 0,0 0 1,1-1-1,-1 0 0,1 1 1,-1-1-1,1 0 0,0-1 1,0 1-1,0-1 0,0 0 0,0 0 1,0 0-1,0 0 0,9 0 1,0-1-9,0 0 0,0-1 0,0 0 0,0-1 0,0-1 0,-1 0 0,1-1 1,-1 0-1,0-1 0,0 0 0,0-1 0,0 0 0,13-11 0,-5 2-2,-1 0-1,-1-2 0,-1 0 1,0-2-1,-1 1 1,15-26-1,15-22-2,0 3-6,66-125 1,-111 187 12,-1 0-1,0-1 1,1 1-1,0 0 1,-1-1-1,1 1 1,0 0 0,0 0-1,0-1 1,-1 1-1,1 0 1,1 0-1,-1 0 1,0 0 0,2-1-1,-2 2 4,-1 0-1,1 1 1,-1-1-1,0 1 0,1-1 1,-1 0-1,0 1 1,1-1-1,-1 1 1,0-1-1,1 1 1,-1-1-1,0 1 1,0-1-1,0 1 1,1 0-1,-1-1 1,0 1-1,0-1 1,0 1-1,0-1 1,0 1-1,0-1 1,0 1-1,0 0 0,-2 48-5,-16 57 39,-7 69 41,25-165-75,1 0 0,0 0-1,0-1 1,1 1-1,0-1 1,1 1 0,0-1-1,9 16 1,-11-23 1,1 0 0,0-1 0,-1 0 1,1 1-1,0-1 0,0 0 0,0 0 0,0 0 0,0 0 0,1 0 1,-1-1-1,0 1 0,0-1 0,0 1 0,1-1 0,3 0 0,0 0 0,0 0 0,0-1-1,0 0 1,0 0-1,-1 0 1,1-1-1,0 0 1,-1 0 0,1 0-1,4-4 1,56-35 10,-37 22-7,102-62-67,-130 81 62,0-1 0,0 1 0,0 0 0,0-1 0,0 1 0,1 0 0,-1 0 0,0 0 0,0-1 0,0 1-1,0 0 1,0 1 0,0-1 0,0 0 0,0 0 0,0 0 0,0 1 0,0-1 0,2 1 0,1 0-5,-1 0 6,-1-1-1,1 1 0,-1-1 0,1 1 0,-1 0 1,1 0-1,-1 0 0,0 0 0,0 0 0,1 1 1,-1-1-1,0 1 0,0-1 0,0 1 0,-1 0 1,1 0-1,0 0 0,-1 0 0,1 0 0,-1 0 1,1 0-1,-1 1 0,0-1 0,0 0 0,0 1 1,-1-1-1,1 1 0,0-1 0,0 4 0,0 8 10,0 0 0,0-1 0,-1 1 0,-3 20-1,0 2-17,3-33 64,4-4 7,0 0-1,0-1 1,-1 0 0,1 0 0,-1 0 0,0 0 0,5-3-1,-3-2 35,0 1 0,0 0 0,8-15 0,15-19 74,-2 10-93,2 2-1,1 1 1,38-27-1,-46 39-63,1 2-1,1 0 1,0 1 0,1 1 0,47-14-1,-32 14 139,1 3 0,57-7 0,-78 14-19,1 0 1,-1 1-1,1 1 1,-1 1 0,1 0-1,-1 2 1,22 6-1,-34-8-90,-1 1 1,0-1-1,1 1 0,-1 1 0,-1-1 0,1 1 0,0 0 0,-1 0 1,0 1-1,0-1 0,0 1 0,-1 0 0,0 1 0,5 6 0,-4-3-31,-1 0 1,0 0-1,0 0 0,-1 1 0,0-1 0,0 1 0,-1 0 0,1 17 0,-3 6-23,-1 0 0,-1 0 1,-2-1-1,-15 59 0,0 10-4850,19-96 2184,3 10-8032,1 3-823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4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180 290 10909,'-11'25'1959,"9"-20"-102,2-1-115,0-2-1533,0 0 1,0 1-1,0-1 1,0 1-1,0-1 1,1 0-1,-1 1 0,1-1 1,0 0-1,-1 0 1,1 1-1,0-1 1,0 0-1,0 0 1,3 2-1,-2-2-45,0 0 0,1 0 0,0 0 0,-1-1 1,1 1-1,0-1 0,0 0 0,0 0 0,0 0 0,0 0 0,0-1 0,0 1 0,4-1 0,11 3 115,0-2 0,0 0 1,1-1-1,-1-1 0,0-1 0,0 0 0,0-1 0,25-9 0,-4-5 102,59-35 0,-92 48-354,0-1 1,0 1-1,-1-1 1,0-1-1,0 1 1,0-1-1,-1 0 1,1 0-1,5-12 1,-2 1-10,0 0 0,8-26 0,-15 38-7,0 0 0,0-1 0,0 1-1,0 0 1,-1-1 0,0 1 0,-2-11 0,2 10 18,-1 1 1,1-1-1,0 0 1,1 0 0,1-10-1,-2 14-9,1 1-1,-1-1 0,1 1 1,-1-1-1,0 1 1,0-1-1,0 0 0,0 1 1,0-1-1,0 0 0,0 1 1,-1-1-1,1 1 1,0-1-1,-1 1 0,0-1 1,1 1-1,-1-1 0,0 1 1,1-1-1,-1 1 0,0 0 1,0-1-1,0 1 1,0 0-1,-1 0 0,1 0 1,0 0-1,0 0 0,-1 0 1,1 0-1,-1 0 0,1 1 1,0-1-1,-1 0 1,-2 0-1,-2 0 67,0-1 0,-1 1 0,1 0 0,-1 1 0,1 0 1,-1 0-1,1 0 0,-8 2 0,1 0 61,0 1 1,1 1-1,-1 0 0,1 1 1,-1 0-1,1 1 0,1 1 1,-1 0-1,1 0 1,0 1-1,-10 10 0,-14 14 649,-51 64-1,-64 93 848,130-161-1585,1 2 0,2 0 0,1 0 1,-22 64-1,34-85-57,2 0 0,0 0 0,0 0-1,0 1 1,1-1 0,1 1 0,-1-1 0,2 1 0,-1-1-1,4 15 1,-3-19-6,1 0-1,0 0 1,0 0-1,0-1 1,1 1 0,-1-1-1,1 1 1,0-1-1,0 0 1,1 0 0,-1 0-1,1-1 1,0 1-1,0-1 1,0 0-1,1 0 1,-1 0 0,1-1-1,-1 1 1,8 2-1,6 1-542,-1-1 0,1 0-1,1-2 1,-1 0-1,0-1 1,1 0 0,-1-2-1,1 0 1,28-4-1,60-15-4173,-4-7-3527,-102 25 8203,78-20-11131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4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243 269 10457,'26'-27'13374,"-40"62"-11164,13-27-2057,1-1-55,-1 0 1,0 0 0,-1 0 0,0 0 0,0 0-1,0 0 1,-7 13 0,-2-1 38,-4 10 11,-2 0 0,-33 42 1,-18 8 47,42-42-167,23-33 43,0 0-1,1 1 0,-1-1 0,-1 0 0,1-1 0,-1 1 1,1-1-1,-6 5 0,6-7 276,-7-23 774,13 13-983,0 1 0,1 0 0,-1 0 1,2 1-1,-1-1 0,1 1 0,1 0 0,-1 0 0,9-8 0,5-8 181,-17 21-294,77-96 875,-68 87-860,0 0 1,0 0-1,2 1 0,-1 0 1,26-14-1,-36 22-40,1 1 0,-1 0 0,0 0 0,0 0 0,1 0 0,-1 1 0,1-1 0,-1 1 0,1-1 0,-1 1 0,1 0 0,-1 0 0,1 0 0,-1 0 0,1 0 0,-1 1 0,1-1 0,-1 1 0,0-1 0,1 1 0,-1 0 0,0 0 0,1 0 0,-1 0 0,0 1 0,0-1 0,0 1 0,0-1 0,0 1 0,0-1 0,0 1 0,-1 0 0,1 0 0,-1 0 0,1 0 0,-1 0 0,0 1 0,0-1 0,2 4 0,1 5 0,1 0 0,-2 0 0,1 0 0,-2 1 0,1-1 0,-2 1 0,1 13 0,-3 16 0,-1 0 0,-13 64 0,7-54 0,3-23-2,-1 1 1,-1-1-1,-2 0 1,0-1-1,-2 0 0,-1-1 1,-17 28-1,27-50-49,1-24 65,1 14-9,0-1 0,0 1 0,0 0 0,1 0 0,0 0 0,0 0 0,0 0 0,1 0 0,4-9 0,23-55-32,2 1-1,4 2 0,81-117 1,-73 129-5,2 1-1,2 3 1,102-86 0,-116 111 1,1 2 0,1 1 0,1 1 0,1 3 0,1 1 1,1 1-1,72-19 0,-98 32 18,1 1-1,0 1 1,0 0 0,0 1 0,0 0-1,0 2 1,18 1 0,-25-1 12,1 1 0,-1 0 0,0 0 0,0 1 0,-1 0 0,1 0 0,-1 0 0,1 1 1,-1 0-1,0 0 0,0 0 0,-1 1 0,1 0 0,-1 0 0,7 9 0,-5-3 11,0 0 1,0 1-1,-1-1 0,-1 1 0,0 1 0,-1-1 1,0 0-1,-1 1 0,0 0 0,1 14 0,-1 8 45,-1 0-1,-5 56 1,-2-50-21,-1-1 0,-2-1-1,-1 1 1,-19 45 0,-71 148-162,18-47-1821,20-40-4347,60-143 5376,0 0 1,0 0-1,0 1 1,0-1-1,1 0 1,-1 1-1,1-1 1,0 5-1,0-2-1332,0 15-8468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0 13757,'-1'0'5812,"-11"4"-4252,10-4-1401,1 1 1,-1 0 0,1 0 0,0-1 0,-1 1 0,1 0 0,0 0-1,0 0 1,0 0 0,0 1 0,0-1 0,0 0 0,0 0 0,0 1-1,0-1 1,1 0 0,-1 1 0,0-1 0,1 1 0,-1-1-1,1 2 1,-7 38 1304,6-27-966,-16 102 2158,-34 315 817,47-364-3593,-5 127-2193,10-160-76,1 1 0,2-1 0,12 55 0,-5-44-4352,-1-2-4281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7 128 14477,'-6'-64'2793,"22"49"-457,18-6-480,-21 15-344,24 0-308,23-3-252,-3 9-684,14 0-716,2-3-576,8 0-1008,2 3-684,8 6-2993,9 3-4776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5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521 409 12329,'-2'-7'610,"0"0"0,0 0-1,-1 1 1,0-1 0,-6-10-1,3 6 265,5 6-394,0 0 1,0 0-1,1 0 0,-1 0 0,1 0 1,0 0-1,0 0 0,1 0 1,0-1-1,0 1 0,0 0 1,2-6-1,2-9 599,-3 10-590,2-1 0,-1 0 0,2 1 1,-1 0-1,1 0 0,1 0 0,12-16 1,58-65 2908,-59 71-2554,25-23-417,-41 43-427,-1 0 0,1-1 0,-1 1 0,0 0 0,1-1 0,-1 1 0,1 0 0,0 0 0,-1 0 0,1-1 0,-1 1 0,1 0 0,-1 0 0,1 0 0,-1 0 0,1 0 0,-1 0 0,1 0 0,0 0 0,-1 0 0,1 0 0,-1 1 0,1-1 0,-1 0 0,1 0 0,-1 0 0,1 1 0,-1-1 0,1 0 0,-1 1 0,1-1 0,-1 0 0,0 1 0,1-1 0,-1 0 0,1 1 0,-1-1 0,0 1 0,1-1 0,-1 1 0,0-1 0,0 1 0,1-1 0,-1 1 0,0-1 0,0 1 0,0-1 0,0 1 0,0 0 0,1 1 0,11 24 0,-2 0 0,0 1 0,-2 1 0,-1 0 0,5 40 0,-9-50 0,31 204 0,-30-177 0,-2 0 0,-6 88 0,1-111 0,-1 0 0,-1 0 0,-1 0 1,-1-1-1,-1 0 0,-1 0 0,0-1 0,-2 0 0,0 0 0,-1-1 1,-1-1-1,-1 0 0,-21 21 0,14-19-2,0-2-1,-1 0 1,-1-2 0,0 0 0,-1-2-1,-1 0 1,0-2 0,-1-1-1,-1-1 1,-33 9 0,-156 25-2780,145-35-2442,-2-1-5867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5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15693,'7'-18'6201,"17"15"-3621,-4-3 3237,-4 0-5457,-2 0-716,3-3-3393,-4-3 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6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81 12401,'-2'-4'495,"0"-1"0,0 1 0,1-1 0,0 0-1,0 0 1,0 1 0,0-1 0,1 0 0,1-10 4986,0 12-3090,1-6-1759,3-3 3851,-5 12-4403,1 0 1,-1 0-1,0 0 1,1 0-1,-1 1 1,1-1-1,-1 0 1,0 0-1,1 0 1,-1 0-1,0 1 1,1-1-1,-1 0 1,0 0 0,1 0-1,-1 1 1,0-1-1,1 0 1,-1 1-1,0-1 1,0 0-1,1 1 1,-1-1-1,0 0 1,0 1-1,0-1 1,0 0-1,1 1 1,-1-1 0,0 1-1,0-1 1,0 0-1,0 1 1,2 6-67,-1 0 1,1 0-1,-1 0 0,-1 0 1,1 0-1,-1 0 1,-1 0-1,1 0 1,-1 0-1,0 0 1,-4 10-1,1 5 0,-56 312-14,29-188 0,-17 228 0,48-352-12,0 0-1,1 0 0,1 0 1,1-1-1,10 39 1,-8-45-988,0-1 1,1 0-1,12 20 1,-11-22-1385,0-1 0,2 0 1,-1-1-1,14 14 1,12 6-11409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6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47 13745,'-8'-2'515,"-37"-9"1888,15-4 6078,30 15-8376,0-1 1,0 0 0,1 0 0,-1 0-1,1 1 1,-1-1 0,1 0-1,-1 0 1,1 1 0,0-1 0,-1 0-1,1 1 1,0-1 0,-1 1-1,1-1 1,0 1 0,0-1 0,-1 1-1,1 0 1,0-1 0,0 1-1,0 0 1,0 0 0,0-1 0,0 1-1,25-4 391,13 5-76,0 2 0,72 14 0,-43-5-601,57 4-2831,0-5 0,231-9 1,-230-19-2284,-81 9 1766,33-2-5095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6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10561,'11'-4'11588,"-10"4"-11036,13 8 3553,11 19-5642,-16-18 2890,183 157 755,-118-107-2187,0-1-1766,81 47 0,-96-67-359,-27-16-2238,65 33 0,-80-47 119,0 1-2243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1207 248 9877,'-28'-84'1783,"24"76"-1324,-1 0-1,1 0 1,-1 1-1,-1 0 1,1 0-1,-1 0 1,0 1-1,-1 0 1,1 0-1,-1 0 0,-1 1 1,1 0-1,-1 1 1,1 0-1,-11-4 1,7 2 159,-7-4-43,0 2 0,0 1 0,-1 0 0,0 1 0,0 1 0,0 1 0,-1 1 0,0 0 0,1 1 0,-1 2 1,-32 2-1,26 1-335,0 2 0,0 0 1,1 2-1,-1 1 0,1 1 1,1 1-1,0 1 1,-29 18-1,10-1-576,2 1 0,1 2 0,-57 58 0,-93 122-7344,173-191 6644,-47 58-5041,14-2-3480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7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16 14997,'1'-1'102,"-1"1"0,0-1-1,0 1 1,0-1-1,0 0 1,0 1 0,0-1-1,0 1 1,0-1-1,0 1 1,0-1-1,-1 0 1,1 1 0,0-1-1,0 1 1,0-1-1,-1 1 1,1-1 0,0 1-1,-1-1 1,1 1-1,0-1 1,-1 1 0,1 0-1,-1-1 1,1 1-1,-1 0 1,1-1 0,-1 1-1,0 0 57,0 0 0,0 0 1,0 0-1,0 0 0,1 0 0,-1 1 0,0-1 1,0 0-1,0 1 0,0-1 0,1 1 0,-1-1 0,0 1 1,1-1-1,-1 1 0,0-1 0,0 2 0,-3 1 386,1 1 0,-1 0 0,1 0 0,0 0 0,0 1 0,0-1 0,-3 9 0,-2 11 824,1 0-1,1 0 0,-4 42 0,7-28-343,3 69-1,43 183-1273,-25-194 507,-4-24-2660,33 97 0,13-15-11321,-34-100 2471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7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13 130 17114,'-13'-30'2948,"16"9"-284,1 3-236,12 6-688,1-3-387,17 6-285,26-9-480,-3 15-592,10 0-692,20 3-784,7 0-449,0 3-1015,-1 0-644,5 12-2145,-5 6-4812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17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64 121 10653,'-13'-21'2272,"-10"-6"-76,13 15-227,-1 0-433,5 3 984,6-12-2616,0 3-976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22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1293 5392,'-6'-11'1657,"-1"1"0,0 0-1,-11-11 1,18 20-1529,0 0 1,0 0-1,0 0 0,-1 0 0,1 0 0,0 0 1,0 0-1,1 0 0,-1 0 0,0 0 1,0 1-1,0-1 0,1 0 0,-1 0 1,0 0-1,1 0 0,-1 0 0,2-1 1,-2 1 178,4-16 1367,-2-1-1,0 0 1,0-27-1,-1 4 14,-1 46-1518,0-1-1,1 1 1,0-1-1,0 0 1,0 1-1,1-1 1,3 7 0,7 29 364,-9 11 169,-4 72 0,-2-86-381,2 0 0,2 0 1,1 0-1,15 71 0,-15-101-198,1 0-1,0 0 1,0 0 0,1 0-1,0 0 1,0-1 0,0 1-1,1-1 1,10 10 0,-12-14-61,0 0 0,0 0 0,0 0 0,0 0-1,0-1 1,0 1 0,0-1 0,1 1 0,-1-1 0,1-1 0,-1 1 0,6 0 0,40 1 149,-43-2-178,10-2 15,0 0-1,0 0 1,-1-2 0,1 0-1,-1-1 1,26-11 0,83-51 99,-43 14-134,-2-4 1,102-94-1,125-152-1150,-284 280 959,389-441-3483,-218 221-351,-5-2-6148,-149 194 1459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23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41 685 5881,'-14'-5'553,"1"1"562,0 1 7646,24 24-7098,-4-9-1413,-2 1 0,0 0 0,-1 1 0,0-1 0,2 15 0,8 78 739,-11-79-786,0-1 139,1-1-1,0 0 0,2 0 1,1-1-1,12 31 1,-16-49-231,0 0 0,0 0 1,0 0-1,1 0 0,0-1 0,0 1 1,0-1-1,1 0 0,-1 0 1,1-1-1,1 1 0,-1-1 0,1 0 1,-1-1-1,1 1 0,0-1 0,0 0 1,0-1-1,1 0 0,-1 1 1,1-2-1,-1 1 0,1-1 0,13 1 1,5-3-11,0 0 0,1-2 0,-1-1 0,0-1 0,0-1 0,-1-1 0,0-1 0,0-1 0,-1-2 0,23-12 1,9-10-23,0-2 1,87-76-1,-81 56-631,-3-2 0,-2-4 0,54-73 0,125-213-5810,-115 163-674,-47 80-1220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2:27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3544,'0'0'1024,"10"-12"-220,0 3 753,-20-6-4066,3 3 1073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9.8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44 721 6229,'0'0'12220,"0"-3"-11895,3-19 850,-3 20-288,0 6-220,0 7-489,-1 13 86,-2 0 1,-1-1-1,0 0 1,-9 25-1,-8 42 572,21-83-722,0 1 1,0 0-1,1 0 1,-1 0-1,2 0 0,-1 0 1,1-1-1,0 1 1,1-1-1,0 1 0,0-1 1,1 0-1,-1 0 1,2 0-1,-1-1 1,1 1-1,8 8 0,-9-12-68,1-1 0,0 1-1,0-1 1,0 0-1,0 0 1,0 0-1,0 0 1,1-1 0,-1 0-1,1 0 1,-1-1-1,0 0 1,1 0 0,-1 0-1,9-1 1,11-3 61,0-1 1,26-8-1,-31 7-54,89-27 110,167-74 0,92-77-544,-45 5-1071,225-118-3970,-189 107-3253,-187 106 260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40.9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3 7389,'-11'-3'1301,"5"3"4862,17 8 1953,-4-3-10222,-5-3 2478,0 1 2,4 22 128,-1-1-1,-1 1 1,1 31 0,5 33 247,-6-65-642,1 0-1,1-1 1,2 1 0,0-2-1,11 23 1,-15-41-92,-1 0 0,1 0 0,0 0 0,0-1 0,0 0 0,0 0 0,1 0 0,-1 0 0,1-1 0,0 1 0,0-1 0,0 0 0,0-1 0,0 1 0,0-1 0,0 0 1,7 0-1,-7 0-1,15 2-11,1-1 0,-1-1 0,1-1 0,0-1 1,-1 0-1,36-8 0,118-40-714,-78 15-1184,140-72 1,-27-16-6532,-92 43-976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2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55 6185,'-28'10'2206,"23"-8"1945,4-5-2434,0-3-684,-1 1-1,0-1 1,-1 1 0,1 0-1,-1 0 1,0 0-1,-6-8 1,8 12 79,-2 0-82,-34-10 6720,37 15-7456,2 45-269,3 0 0,13 57 0,4 33-39,2 50 14,68 255 0,-82-395-229,3 7-1057,-11-56 983,-1 0 0,0 0 0,0 0 0,1 0 0,-1 0 0,0-1 0,1 1 0,-1 0 0,0-1 0,0 1-1,1-1 1,-1 1 0,0-1 0,2-1 0,-3 2-67,2-1-116,0 0 0,0 0 0,0-1 0,0 1 0,0 0 0,0-1 1,-1 0-1,1 1 0,-1-1 0,1 0 0,-1 0 0,0 1 0,1-1 0,-1 0 0,0 0 0,0-1 0,-1 1 0,1 0 0,0 0 0,-1 0 0,1 0 0,0-5 0,9-39-11689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2.9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0 7033,'0'0'12871,"4"0"-12449,23 1-58,1 0-1,-1 2 1,36 8 0,-49-8-305,-1 1-1,1 1 1,-1 0-1,1 0 1,-2 2-1,1 0 1,-1 0-1,16 12 1,-24-15-28,1 1 0,-1 0 0,0 1 0,0-1-1,0 1 1,-1-1 0,0 1 0,4 9 0,-1-2 65,-2-5-79,0 1 0,-1 0 0,1 0 1,-2 0-1,1 0 0,-1 0 0,-1 1 0,0-1 0,0 1 0,-1-1 1,0 1-1,0-1 0,-1 1 0,-1-1 0,1 0 0,-2 1 0,1-1 0,-1 0 1,0 0-1,-1 0 0,0-1 0,-1 1 0,0-1 0,-9 12 0,2-5 14,0 0 0,-1-1 0,-1-1 0,-1 0 0,0 0 0,0-2 0,-1 0 0,-1 0 0,0-2 0,-34 15 0,12-9-1393,-76 18 0,111-32 312,0-1 1,0 1-1,0-1 1,0 0-1,0 0 1,0 0 0,0 0-1,-7-2 1,-7-2-7249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3.5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62 217 8869,'0'0'10137,"-3"2"-9577,-2 3-415,3-3-31,0-1 1,0 1-1,0 0 0,0 0 0,0 0 0,0 0 1,1 0-1,-1 0 0,1 1 0,-1-1 1,1 0-1,0 1 0,0-1 0,0 1 0,-1 4 1,-9 54 886,6-43-856,1 0 1,1 1-1,1-1 1,0 1-1,2-1 1,0 1-1,1 0 0,5 25 1,-5-39-130,0 1 1,0 0-1,1-1 0,0 1 1,0-1-1,1 1 0,-1-1 1,1 0-1,0 0 1,1 0-1,-1-1 0,1 1 1,0-1-1,0 0 1,0 0-1,1 0 0,-1-1 1,1 1-1,0-1 0,0 0 1,0-1-1,10 5 1,-7-4-22,0-1 1,0 0 0,0 0 0,0 0-1,0-1 1,0-1 0,0 1 0,1-1-1,-1-1 1,0 1 0,0-1 0,0-1-1,1 1 1,-1-2 0,-1 1-1,1-1 1,0 0 0,-1 0 0,1-1-1,12-9 1,-4 2-13,10-6 22,0-1 0,-2-1 0,24-24 1,-47 41 0,1 1 1,-1 0 0,0 0 0,1 0 0,-1 0 0,1 0 0,-1 1 0,1-1 0,0 0 0,-1 1 0,1-1 0,0 1 0,-1-1 0,1 1 0,0 0-1,0 0 1,-1 0 0,1 0 0,0 0 0,0 0 0,-1 0 0,4 1 0,30 11 246,5 12 41,-36-20-262,1-1 0,0 0 0,-1 0 0,1 0 1,1 0-1,-1-1 0,0 1 0,1-1 0,-1-1 0,1 1 1,-1-1-1,1 0 0,0 0 0,0-1 0,10 0 0,-4-1 20,0-1 1,-1 0-1,0-1 0,1-1 0,-1 0 0,-1 0 1,1-1-1,-1 0 0,1-1 0,-1 0 0,17-15 0,-20 15 6,-1-1 0,1 0-1,-2 1 1,1-2 0,-1 1-1,0-1 1,-1 0 0,1 0-1,-2 0 1,1 0 0,-1-1-1,0 0 1,-1 1 0,0-1-1,0 0 1,0-14-1,-3-16 124,-1 0-1,-2 0 0,-1 1 1,-2 0-1,-2 0 0,-24-65 1,32 100 281,-1 3-433,1 0 0,0 1 0,-1-1 0,1 0 0,0 0 0,-1 1 0,1-1 0,0 1 0,-1-1 0,1 1 0,0-1-1,0 1 1,0 0 0,0 0 0,-1 0 0,1-1 0,0 1 0,0 0 0,1 0 0,-1 1 0,0-1 0,0 0 0,0 0 0,1 0 0,-1 0-1,0 1 1,1-1 0,0 0 0,-1 1 0,1-1 0,0 0 0,-1 1 0,1 1 0,-1 6 32,1 1 0,0-1 0,0 0 1,2 10-1,-1-9 13,1 17-98,2 0 1,1 0-1,1 0 1,16 43-1,-12-47-1045,1 0 0,26 42 0,-32-58 597,45 64-4416,-14-26-3737,-10-20-1136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3.7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44 151 13173,'-44'-27'8821,"44"6"-7545,4 0-232,26 12-260,30-3-844,-3 3-500,10-3-428,7 0-1004,6-3-812,4 2-2773,6 13-4556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4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526 559 9077,'-1'0'2958,"-9"-9"-1656,9 8-1000,-1 0-1,0 0 1,0 0-1,0 0 1,0 0 0,0 1-1,0-1 1,0 1-1,0-1 1,0 1-1,0 0 1,0 0-1,0 0 1,0 0 0,0 0-1,-4 1 1,-39 10 1769,34-8-1351,-1 2-446,0-1 0,1 2 0,0-1 0,0 1 1,1 1-1,0 0 0,-12 11 0,-62 62 768,-46 61-210,104-109-742,0 1 0,-29 52 0,55-82-82,-1-1 1,1 1-1,0-1 0,-1 1 1,1-1-1,0 1 1,0-1-1,1 1 1,-1-1-1,0 1 1,1-1-1,0 1 0,1 4 1,-1-4 24,0-2-27,0-1 0,-1 1 0,1 0 0,0-1-1,0 1 1,-1-1 0,1 1 0,0-1 0,0 0 0,0 1 0,0-1 0,0 0 0,0 1-1,-1-1 1,1 0 0,0 0 0,0 0 0,0 0 0,0 0 0,0 0 0,1 0-1,0 0 3,2 0-21,1 0-1,0 0 1,0 0-1,0 0 0,0-1 1,0 0-1,0 0 0,0 0 1,-1-1-1,1 0 1,0 0-1,7-4 0,4-4-25,-1 0 0,16-14-1,-7 5-27,-1 1-55,-2-1 0,-1-1 0,24-29 0,48-72-240,-56 71 244,-34 47 88,1 3 31,0-1 1,-1 1 0,1 0-1,0 1 1,-1-1 0,1 0-1,0 1 1,-1 0 0,1-1-1,-1 1 1,5 2 0,-5-1 27,0 0 0,0 1 0,0-1 0,-1 1 1,1-1-1,0 1 0,-1-1 0,0 1 0,2 6 1,105 190 1005,-90-167-877,-11-21-112,0 0 0,1 0 0,15 16 0,-20-24-53,0 0 1,0 0 0,0-1 0,0 1 0,1-1-1,-1 0 1,1 0 0,0 0 0,0 0 0,-1 0-1,1-1 1,0 0 0,0 0 0,7 1 0,4-1 28,-1-1 0,1 0-1,-1-1 1,0-1 0,1 0 0,-1-1 0,0 0 0,14-6 0,-19 5-17,-1 0 0,1 0 0,-1-1 0,-1 0 0,1 0 0,-1-1 0,0 0 0,0 0 0,0-1 0,-1 0 0,0 0-1,0 0 1,7-14 0,4-13-34,-1 0 1,-2 0-1,-1-1 0,-2-1 0,13-73 0,-14 32-23,2-144-1,-35-100 8,23 320 45,0-1 0,-1 1-1,1 0 1,-1 0 0,0 0 0,1 0-1,-1-1 1,0 1 0,0 0 0,0 0-1,0 0 1,0 1 0,0-1 0,0 0-1,0 0 1,0 1 0,0-1 0,0 0-1,0 1 1,0-1 0,-1 1 0,1-1-1,-1 1 1,0 3 30,1 0 0,0 1 0,0-1 0,0 0 0,0 1 0,1-1 0,0 1 0,-1 6 0,0 5 32,-3 26-16,1 1 0,2 0 0,2-1 0,2 1 0,1-1 0,3 1 1,1-2-1,2 1 0,2-1 0,29 68 0,-34-93-48,1 0 1,0-1 0,1-1-1,1 1 1,0-1-1,1-1 1,13 13-1,-19-21-34,0 1-1,0-1 0,1-1 1,0 1-1,-1-1 1,1 0-1,0 0 0,1 0 1,-1-1-1,0 0 0,1 0 1,-1-1-1,1 0 1,0 0-1,-1 0 0,1-1 1,0 0-1,-1-1 0,1 1 1,8-3-1,-9 2 15,0-1-1,0 0 0,0 0 1,0-1-1,-1 0 1,1 0-1,-1 0 1,0 0-1,0-1 1,0 0-1,0 0 1,-1 0-1,1-1 1,-1 1-1,0-1 0,-1 0 1,1 0-1,-1-1 1,0 1-1,0-1 1,-1 1-1,3-8 1,2-12-7,-1 1 0,-1-1 0,-2 0 0,2-31 0,-1 10 105,-1 7 156,-3 1 1,-3-41 0,3 77-197,0 1 1,0-1-1,0 1 1,0-1-1,0 1 1,-1 0-1,1-1 1,0 1-1,-1-1 1,1 1-1,-1 0 1,0-1-1,1 1 1,-1 0-1,0 0 1,0 0-1,0 0 1,0-1 0,0 1-1,0 0 1,0 0-1,0 1 1,-2-2-1,2 1-5,-1 1 1,1 0-1,0 0 0,-1 0 0,1 0 0,0 0 1,-1 1-1,1-1 0,0 0 0,-1 1 1,1-1-1,0 1 0,0-1 0,0 1 0,-1-1 1,1 1-1,0 0 0,0 0 0,0 0 1,0-1-1,0 1 0,0 0 0,0 0 0,1 0 1,-2 2-1,-3 4 51,2 1 0,-1-1 1,1 0-1,0 1 0,0 0 0,1 0 1,-2 10-1,4-15-63,-5 19-20,2 0 0,0 1 0,2-1 0,0 0 0,2 1 0,0-1 0,1 0 0,2 1 0,0-1 0,1-1 0,12 31 0,-8-29-1069,2 0 0,0-1 0,28 40 0,-22-39-1659,1-1-1,1 0 1,30 24 0,9 4-7665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4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 28 12809,'-2'0'205,"1"-1"0,0 1 0,-1-1 0,1 0 0,0 1 0,0-1 0,0 0 0,-1 0 0,1 0 1,0 0-1,0 0 0,0 0 0,0 0 0,0 0 0,1 0 0,-1 0 0,0-1 0,1 1 0,-1 0 0,0-1 0,1 1 0,-1-2 0,0 0 1758,-8 18 1594,4-6-2983,1 1 0,0 0 1,1-1-1,0 1 1,1 1-1,0-1 0,0 0 1,0 16-1,2 11 521,5 39-1,-1-13-26,14 269 355,13-114-5695,-7-136 121,-3-29-1968,-14-36 2894,10 31-8918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6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0 302 11025,'36'-2'7940,"22"-5"-6121,3 1-1778,-2 2 164,-1-2 1,60-15-1,-94 15-191,-1-1 0,0-1-1,0 0 1,-1-2 0,0-1 0,-1 0 0,31-23-1,-22 10 26,49-49 0,-13 11 85,-64 60-150,1 5 22,1 3 14,-1 0 0,1 0 0,-1 1 0,0-1 0,-1 1 0,1-1 0,-1 1 0,-1 0 0,2 11 0,0 7 18,-3 36-1,0-5-22,1 75 12,2 35 52,-3-164-74,0 0 1,0 0 0,0 0 0,0 0 0,1 0-1,-1 0 1,1 0 0,-1 0 0,1 0-1,0 0 1,0 0 0,0 0 0,0 0 0,0 0-1,0-1 1,0 1 0,1-1 0,-1 1-1,1-1 1,-1 1 0,1-1 0,1 2 0,0-2 2,0-1 1,0 1 0,-1 0 0,1-1 0,0 1 0,0-1 0,0 0 0,0 0 0,0 0 0,-1-1 0,1 1 0,0 0 0,0-1 0,0 0 0,3-1 0,11-3 1,0 1 1,0 0-1,1 1 1,0 1 0,-1 1-1,1 0 1,0 2-1,0 0 1,17 3 0,6 4 27,69 21 0,-82-19 14,0-1-1,0-2 0,1-1 1,0-2-1,0 0 0,31-1 1,-50-4-44,1 0 1,-1-1 0,0 0-1,0-1 1,-1 0 0,1-1-1,0 0 1,-1 0 0,0-1-1,0 0 1,0-1 0,7-6-1,-7 3 53,0-1 0,-1 0-1,-1-1 1,0 1-1,0-1 1,-1-1 0,0 1-1,-1-1 1,-1 0-1,7-25 1,-11 35-31,0-1 0,0 1 0,1-1 0,-1 0 0,-1 1 0,1-1 0,0 0 0,-1 1 0,1-1 0,-1 1 0,-1-4 0,0 1 30,-1 5 5,0 0 0,0 0 0,0 1-1,0 0 1,0-1 0,0 1 0,0 0 0,-4 2-1,5-1-20,-1 0 0,1 1 0,-1-1 0,1 1 0,0-1 0,0 1 0,0-1-1,0 1 1,1 0 0,-1 0 0,1 0 0,0 0 0,-2 4 0,1 0-12,0 1 0,0 0 0,1 0 0,0-1 0,0 1 0,1 0 0,0 0 1,0 0-1,1 0 0,0 0 0,0 0 0,1-1 0,0 1 0,0-1 1,1 1-1,0-1 0,0 0 0,1 0 0,6 9 0,-5-8 0,1 0-1,-1-1 1,1 0 0,1 0-1,-1-1 1,1 0-1,0 0 1,1-1-1,-1 1 1,1-1 0,0-1-1,1 0 1,-1 0-1,1-1 1,-1 0-1,12 3 1,-6-3-70,1-1 0,0-1 0,1 0 0,24-1 0,-33-1 29,-1 0 0,0 0-1,0-1 1,1 1 0,-1-1 0,-1-1 0,1 1 0,0-1 0,0 0 0,-1 0 0,0-1 0,0 1 0,9-9 0,-8 5 13,0 0 1,0-1 0,-1 0 0,0 0 0,0 0-1,-1-1 1,0 1 0,0-1 0,-1 0 0,3-13-1,-1-5-52,5-50-1,-10 76 60,1-72-26,-1 61 80,0 0-1,0 1 0,1-1 1,1 1-1,4-20 1,-5 28 61,-1 1-95,-1 0 0,0 1 0,-1-1 0,1 1 0,0 0 0,0-1-1,0 1 1,-1 0 0,1-1 0,-1 1 0,-2-1 0,3 7-12,-1 1 0,2 0 0,-1 0 0,1 0 0,-1 0 0,2 0 0,-1-1 0,1 1 0,-1 0 0,2 0 0,-1 0 0,1-1 0,0 1 0,0 0 0,0-1 0,1 0 0,0 0 0,0 0 0,0 0 0,0 0 0,1 0 0,5 4 0,1 0 2,5 4 1,0-1 0,1 0 0,24 13 1,170 73-441,-193-90 351,0 0 0,-1 2-1,0 0 1,-1 1 0,0 0 0,22 23 0,-32-29 60,0 0-1,-1 0 1,0 0-1,0 1 0,0-1 1,-1 1-1,0 0 0,0 0 1,-1 0-1,1 1 1,-1-1-1,-1 1 0,1-1 1,-1 1-1,0-1 1,0 1-1,-1 0 0,0-1 1,0 1-1,-1 0 0,-2 12 1,-6 8-57,-14 32 0,7-18 88,15-38-18,1 32 44,14-43-96,-1 0 0,1-1 0,-1-1 0,-1 0 0,0 0 0,0-1 0,13-17 0,9-15-357,-3-1 1,45-81-1,-44 70 187,5-14-18,34-88 1,-67 147 347,-1 0 1,0 0 0,-1-1-1,0 1 1,-1 0-1,0-1 1,-1-18-1,0 21 113,-1 7-162,0 1 1,0-1-1,0 0 0,0 1 0,0-1 0,0 0 0,0 1 0,0-1 0,0 1 0,0 0 0,0-1 0,0 1 0,0 0 0,-1-1 0,1 1 1,-2 0-1,2 0 34,-1 0-24,-1 1 0,0-1 0,1 0 0,-1 1-1,1 0 1,-1 0 0,0 0 0,1 0 0,0 0-1,-1 0 1,1 0 0,0 1 0,-1-1 0,1 1-1,0 0 1,0 0 0,0 0 0,1 0 0,-1 0-1,0 0 1,1 0 0,-1 0 0,-1 4 0,-6 8 191,1 0 0,-10 25 1,10-20-213,2 0 0,0 0 0,1 0 0,1 1 1,1 0-1,0-1 0,2 1 0,0 0 0,3 26 0,-1-36-371,0 0 0,1-1 0,0 0 0,0 1 0,1-1 0,1 0 0,-1 0 0,1 0 0,1-1 0,0 1 0,0-1 0,0 0 0,1-1 0,0 1 0,1-1 0,0 0 0,0-1 0,0 0 0,1 0-1,0 0 1,11 5 0,34 12-5700,9 0-3828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6.6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 12 10381,'0'0'2756,"-5"-1"92,-34-9 2243,36 9-1135,-13 10-495,13-7-3324,1 1-1,-1-1 0,1 0 1,0 1-1,0-1 0,0 1 1,0 0-1,0 0 0,1 0 1,-1-1-1,1 1 0,0 1 1,0-1-1,0 0 0,-1 6 1,-6 57 1814,7-50-1810,-2 39-1568,5 100 0,0-132 878,1-1 1,1 0 0,1 0 0,0 0-1,2 0 1,1-1 0,14 28-1,-17-40-1790,1-1 0,0 0 0,11 11 0,-14-16 843,9 11-10194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6.8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37 13085,'-30'-21'2472,"23"6"6565,14 30-9133,3 3-552,0-6-380,-3 3-912,-1 3-760,11 15-2721,3 0-4356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7.3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19 228 11409,'-4'-4'669,"-11"-9"5428,32-3-3874,-8 14 5616,2 5-7717,0 1 1,0 1 0,-1-1 0,0 2 0,0 0-1,0 0 1,0 1 0,-1 0 0,-1 0-1,1 1 1,9 11 0,11 16-8,39 62-1,-8-11 166,-42-69-271,-9-18-5,-5 1-1,0-1-4,1 1 1,-1-1-1,0 0 1,0 0-1,0-1 0,-1 1 1,1-1-1,0 1 1,0-1-1,-1-1 1,1 1-1,-1 0 0,0-1 1,0 1-1,0-1 1,0 0-1,0 0 1,0-1-1,-1 1 0,1 0 1,3-8-1,6-10 8,-1 0-1,13-32 1,-23 50-7,54-168 96,-40 116 25,31-75 0,-44 130-114,-1 0 0,1 0 0,-1-1 0,1 2 0,-1-1 0,0 0 0,1 0 0,-1 0 0,1 1 0,-1-1 0,1 0 0,1 2 0,1-1 6,0 0 0,0 0 0,1 1 0,-1 0-1,0 0 1,-1 0 0,1 0 0,0 0 0,-1 1-1,1 0 1,-1 0 0,5 5 0,33 46-48,-35-45 47,10 15-22,-1 1 0,-2 1-1,0 0 1,12 41 0,-23-58 7,-1 0 1,0 0-1,-1 0 0,0 0 0,0-1 0,-1 1 0,0 0 1,0 0-1,-1 0 0,0 0 0,-1-1 0,0 1 0,0-1 1,-1 0-1,0 0 0,-8 13 0,7-15 2,0 1 0,-1-1 0,0 0 1,0 0-1,0 0 0,0-1 0,-1 0 0,0 0 0,-11 5 0,-7 2-203,-40 13-1,2-1-1117,42-17 1078,6-3-3187,5 0-8033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7.5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 10821,'-23'24'9769,"9"-9"-8185,1 3-300,10 0-252,3 0-196,-4 6-264,11 9-92,-4-18-428,4 13-688,3 2-412,0-6-852,0 3-420,-6-9-656,-1-3-2229,7 12-4156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7.6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19 10925,'-23'-18'8881,"36"27"-10525,4 0-349,-7 12-2743,7 21-3713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8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492 706 11529,'-9'-12'1410,"0"0"0,-2 0 0,1 1 0,-2 1 0,1 0 0,-18-12 0,-27-25 3803,48 39-4647,0 1 0,0 0 0,-1 0 1,1 1-1,-17-10 0,21 15-480,0-1-1,0 1 1,0-1 0,1 1 0,-1 0-1,0 1 1,-1-1 0,1 1-1,0-1 1,0 1 0,0 0 0,0 1-1,0-1 1,0 1 0,0 0-1,0 0 1,0 0 0,-6 3 0,-3 2-14,1 1-1,1 0 1,-1 1 0,1 1 0,0-1 0,1 2 0,0-1 0,1 2 0,0-1 0,0 1 0,1 0 0,1 1 0,-7 12 0,6-7-135,0 1 1,1-1-1,0 1 1,2 0-1,0 1 0,1 0 1,1-1-1,1 1 1,0 20-1,2-30-58,0-1 0,1 1 0,0-1 0,1 0 0,0 1 0,0-1 0,0 0 0,1 0 0,1 0 1,-1-1-1,1 1 0,5 6 0,-7-10 67,1-1 1,0 0-1,0 1 1,0-1-1,0-1 0,0 1 1,1 0-1,-1-1 1,1 0-1,0 0 1,-1 0-1,1 0 1,0 0-1,0-1 1,0 0-1,0 0 1,1 0-1,-1 0 0,0-1 1,0 1-1,1-1 1,-1 0-1,0-1 1,0 1-1,6-2 1,0 0 18,1-2 1,0 1 0,-1-1 0,0-1-1,0 0 1,0 0 0,0-1-1,-1-1 1,0 1 0,-1-1 0,1-1-1,-1 1 1,-1-2 0,1 1-1,-1-1 1,-1 0 0,0 0 0,8-15-1,3-10 3,-2 0 1,-1-1-1,-2 0 0,10-45 1,89-493-8,-108 554 43,-3 11 0,1 0-1,1 0 1,0 0-1,0 1 1,0-1 0,5-10-1,-6 16 215,-11 14 282,8-5-426,-1 0 0,1 0-1,0 0 1,1 0 0,0 0 0,0 0 0,0 1 0,1 8 0,5 66 421,-3-64-427,7 60 236,30 121 1,-28-161-281,3 0 1,34 67-1,-44-97-90,0 0 0,1-1-1,0 0 1,0 0 0,1 0 0,0 0 0,0-1 0,1 0-1,-1 0 1,1-1 0,1 0 0,-1 0 0,1 0 0,0-1 0,0 0-1,12 3 1,-14-5 31,0 0-1,0-1 1,1 0-1,-1-1 1,0 1-1,1-1 1,-1-1-1,1 1 1,-1-1-1,0 0 1,1 0-1,-1-1 1,0 0-1,0 0 1,0 0-1,0-1 1,-1 0-1,1 0 1,-1 0-1,1-1 1,-1 0-1,9-8 1,15-19-48,-1-2 0,33-50 0,-56 77 82,-2 0-1,1-1 1,-1 0-1,5-12 1,-6 13 19,-1 3 335,-2 4-312,-1-1-1,1 0 0,-1 0 1,1 1-1,-1-1 0,1 1 1,-1-1-1,1 1 0,0 0 1,-1-1-1,1 1 0,-2 2 1,-1-1 44,-5 6 45,0-1 0,1 1 0,0 0 0,1 1-1,0-1 1,0 2 0,1-1 0,0 1 0,-8 17-1,7-14-80,5-9-15,0 1 0,1-1 0,-1 0 0,1 1 0,0 0 0,1-1 0,-1 1 0,1-1 0,0 1 0,0 0 0,0-1-1,1 1 1,1 6 0,0-1-104,0-1-1,1 0 0,0 0 1,0 0-1,8 12 1,-6-14-234,0 0 1,1 0 0,0-1 0,0 0-1,0 0 1,1 0 0,-1-1 0,2 0-1,-1 0 1,0-1 0,1 0 0,0 0-1,0-1 1,0 0 0,0-1 0,13 3-1,16 3-3056,0-3 0,57 2-1,-70-6 1042,67 2-8187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28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47 257 12193,'-2'-1'397,"-1"0"1,0 0-1,1 0 0,-1 0 1,1 0-1,-1 0 0,1-1 1,0 0-1,0 1 1,-1-1-1,1 0 0,0 0 1,1 0-1,-1 0 0,0 0 1,1-1-1,-1 1 0,1 0 1,-1-1-1,1 1 0,0-1 1,-2-6 4451,5 7-4714,0 1 0,-1-1 0,1 1 0,0 0 0,-1-1 0,1 1-1,0 0 1,0 0 0,0 1 0,0-1 0,0 0 0,0 0 0,1 1 0,-1 0 0,0-1-1,0 1 1,0 0 0,0 0 0,4 0 0,0 1-104,1 1 0,0 0-1,-1 0 1,12 5 0,3 1 218,18 6-145,0 2-1,-1 2 1,-1 2-1,-1 1 1,0 1-1,-2 2 1,-1 2-1,-1 1 0,-1 1 1,28 34-1,-41-40-101,-1 0 0,-1 2-1,-1 0 1,-1 0 0,-1 2-1,-1-1 1,-2 2 0,0-1-1,-2 1 1,-1 1-1,-1 0 1,3 35 0,-6-22-34,7 64 232,-10-102-23,5-27 504,-2 13-456,14-43-220,1 1 1,3 0 0,3 2 0,1 0-1,57-82 1,-8 31-3187,134-141 0,-85 123-1824,-95 97 1439,35-22 1,13 1-6283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0.0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140 334 7389,'25'-2'1920,"24"-2"3741,-18-3-5030,-26 5-534,25-8 816,0-3 1,-1 0-1,0-1 0,32-23 1,-57 33-808,0 0 1,1-1-1,-2 1 1,1-1 0,0 0-1,-1 0 1,0 0-1,0-1 1,-1 1 0,1-1-1,-1 0 1,0 1 0,-1-1-1,1 0 1,-1 0-1,0 0 1,-1 0 0,1-7-1,-1 7-10,0 0-1,0 1 0,-1-1 1,1 0-1,-1 1 0,0-1 0,-1 1 1,1-1-1,-1 1 0,0 0 1,-1 0-1,1-1 0,-1 1 0,0 1 1,0-1-1,0 0 0,-1 1 1,0 0-1,-6-6 0,7 8-10,-1 0 0,1 0 0,-1 1 0,0-1 1,0 1-1,1 0 0,-1 0 0,0 0 0,0 0 0,0 1 0,0 0 0,0 0 0,0 0 0,-5 1 0,-55 11 761,62-11-822,-16 4 221,0 2-1,0 0 1,0 1 0,1 1 0,0 0 0,1 1 0,0 1 0,1 1-1,-25 23 1,29-24-125,0 1 0,1 0 0,0 1-1,1 0 1,0 0 0,1 1 0,0 0 0,2 0-1,-1 1 1,2 0 0,0 0 0,-3 18-1,6-25-91,1 0 0,1 0 0,0 0-1,0 0 1,0 1 0,1-1-1,0 0 1,1 0 0,-1 0 0,2 0-1,-1-1 1,1 1 0,7 12-1,-4-10-56,0 0-1,1-1 1,1 0 0,-1 0-1,1 0 1,1-1-1,0-1 1,17 13-1,-4-7-179,0-1-1,1-1 1,0-1-1,1 0 0,0-2 1,0-1-1,1-1 1,29 3-1,-18-5-154,-1-1 0,1-2 0,0-1 0,0-2 0,-1-2 0,52-11 0,-62 8 239,-1 0 0,1-2 0,-1-1 0,-1 0 0,0-2 1,-1-1-1,0-1 0,-1 0 0,35-31 0,-33 22 51,-1 0 0,-1-1 0,-1 0-1,-1-2 1,31-55 0,-48 78 79,-1 0 0,1 1 0,-1-1 0,0 0 0,1 0 0,-1 0 0,-1 1 0,1-1 0,0 0 0,-1 0 0,0 0 0,1-1 0,-1 1 0,0 0 0,-1 0 0,1 0 0,-1 0 0,1 0 0,-1 0 0,0 0 0,0 1 0,0-1 0,0 0 0,0 0 0,-1 1 0,0-1-1,1 0 1,-1 1 0,0 0 0,-3-4 0,1 4 15,0-1-1,1 1 0,-1 0 1,0 1-1,0-1 0,0 1 0,0 0 1,0 0-1,-1 0 0,1 0 1,0 1-1,0-1 0,-1 1 1,1 0-1,0 1 0,0-1 0,-1 1 1,1-1-1,0 1 0,0 1 1,-5 1-1,-12 6 18,0 1-1,1 0 1,0 2 0,0 0-1,2 1 1,-1 1 0,-20 22-1,12-10 28,2 2-1,1 1 0,-36 54 1,57-78-63,1-1 0,0 0 0,-1 0 0,2 1 1,-1 0-1,0-1 0,1 1 0,0 0 0,0-1 0,0 1 1,1 0-1,-1 0 0,1 0 0,1 7 0,-1-10-1,1-1 0,-1 1 0,1 0-1,0 0 1,0 0 0,0-1 0,0 1-1,0 0 1,0-1 0,0 1 0,0-1-1,0 1 1,1-1 0,-1 0 0,1 1 0,-1-1-1,1 0 1,-1 0 0,1 0 0,0 0-1,0 0 1,-1 0 0,1-1 0,0 1-1,0-1 1,0 1 0,0-1 0,0 0-1,0 1 1,0-1 0,-1 0 0,1 0-1,0-1 1,4 0 0,8 0 0,1-2 1,-1 0-1,1-1 0,-1 0 1,0-1-1,-1 0 0,1-2 1,-1 1-1,17-13 0,12-10 18,51-46-1,-70 55-15,18-20 83,-34 32-39,0 0 1,1 0-1,0 1 0,1 0 1,0 1-1,0 0 0,0 0 1,13-5-1,-19 10 533,-4 6-322,-22 125 708,13-87-782,2 1-1,-4 77 0,12-117-178,0-1 0,0 0 0,0 1-1,1-1 1,-1 0 0,1 1 0,0-1 0,0 0-1,0 0 1,0 0 0,0 0 0,1 0-1,0 0 1,-1 0 0,1 0 0,0 0 0,0-1-1,1 1 1,-1-1 0,0 0 0,1 1 0,0-1-1,-1 0 1,1-1 0,0 1 0,0 0 0,0-1-1,0 0 1,5 2 0,-2-1-3,1-1 0,-1 0 0,0-1 0,0 0 1,1 1-1,-1-2 0,1 1 0,-1-1 0,0 0 0,0 0 1,0-1-1,1 0 0,-2 0 0,1-1 0,8-3 0,16-10-81,-1-1 1,0-1-1,-2-1 0,0-1 0,-1-2 0,-2-1 1,0 0-1,-1-2 0,25-35 0,-37 43 40,1 1 0,1 1 0,1 0 0,0 1 0,26-20 0,-38 33 195,-8 55 106,4-46-252,0-1 0,1 2 0,0-1 0,1 0 0,0 0 0,0 0 0,3 15 0,-1-14-14,0-1 0,1 1 0,1-1 0,-1 0 0,1 0 0,1 0 0,-1 0 0,2-1 0,-1 0 0,1 0 0,0 0 0,0 0 0,0-1 0,1 0 0,0-1 0,0 0 0,1 0 0,0 0 0,-1-1 0,2 0 0,-1 0 0,0-1 0,1 0 0,-1-1 0,1 0 0,0 0 0,0-1 1,0 0-1,0 0 0,15-2 0,-23 1 2,18-2-75,38-8 0,-50 8 69,-1 0-1,1 0 0,-1-1 1,0 0-1,0 0 0,0-1 1,-1 1-1,1-1 1,7-7-1,1-4 15,-1 0 1,-1 0-1,0-1 1,-1 0 0,0-1-1,-2-1 1,0 0-1,-1 0 1,-1 0-1,0-1 1,-2 0-1,4-21 1,-8 33 112,-1 1 0,1-1 0,-2 0 0,1 1 0,-2-11 0,-1-11 808,3 29-899,0 0 1,-1-1-1,1 1 0,0-1 0,0 1 1,-1-1-1,1 1 0,0-1 1,-1 1-1,1-1 0,0 1 0,-1-1 1,1 1-1,-1-1 0,1 0 0,-1 1 1,1-1-1,-1 0 0,1 1 1,-1-1-1,0 1 0,0-1-4,0 1-1,0-1 1,0 1-1,0-1 1,1 1-1,-1 0 1,0-1-1,0 1 1,0 0-1,1 0 1,-1 0-1,0 0 1,1 0-1,-1-1 1,1 1-1,-1 0 1,1 0-1,0 0 1,-1 0-1,1 1 1,0-1-1,0 0 1,0 0-1,-1 1 1,-4 74 534,2-55-710,1 0 1,1-1-1,0 1 0,2 0 1,4 23-1,-3-35-489,1 1 0,0-1 0,0 1 0,1-1 0,9 15 0,5 4-4193,-4-5-1828,-4-4-5053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0.2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65 16 4396,'-7'-15'1489,"-7"27"-1125,8 3-156,-11-9-1048,-3 0 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0.7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201 2 10617,'-6'0'478,"5"-1"-224,-1 1-1,0 0 0,0 0 0,1-1 0,-1 1 0,0 0 0,0 0 1,0 1-1,1-1 0,-1 0 0,0 1 0,0-1 0,1 1 1,-1-1-1,0 1 0,-5 3 7090,-21 16-1698,28-19-5505,-1 0 1,0 0-1,0 0 0,1 0 1,-1 0-1,0 0 0,1 0 1,-1 0-1,1 0 1,-1 0-1,1 0 0,0 0 1,-1 0-1,1 0 0,0 1 1,0-1-1,0 1 1,-1 4 274,-15 40 206,-32 83 449,37-105-1973,2 1 1,0 0-1,1 1 0,2 0 0,-7 52 1,13-74 481,-2 26-3533,4-8-3216,5 4-5652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0.8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22 10969,'7'-21'4212,"-21"30"-2611,1-6 1343,30 6-5688,-4 0-2269,-3 6-3972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1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 19 12765,'-1'0'371,"-1"-1"-1,1 1 1,-1 0-1,0-1 1,1 1 0,-1 0-1,1 0 1,-1 0-1,1 1 1,-1-1-1,1 0 1,-1 0-1,1 1 1,-1-1 0,1 1-1,-1-1 1,1 1-1,0 0 1,-1 0-1,1-1 1,0 1-1,-2 1 1,-6 13 530,9-13-733,0 1 0,0 0 0,0 0-1,1 0 1,-1-1 0,1 1 0,-1 0-1,1 0 1,0-1 0,0 1 0,1-1 0,-1 1-1,3 3 1,3 10 363,12 29 121,-2 1 0,12 59 0,-23-78-549,-2 1-1,0-1 1,-2 1-1,-1 0 0,-5 44 1,-2-29 57,-13 52 0,18-91 487,0-26-10,0 17-598,1 1-1,-1-1 1,1 1-1,1-1 1,-1 1-1,1-1 1,-1 1-1,4-8 1,10-30-271,3 1-1,2 0 1,1 1 0,2 1 0,2 1-1,1 2 1,50-57 0,-45 62-2390,45-38 0,-43 44-2476,54-32 1,-43 34-4213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1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84 263 12081,'9'-5'1287,"0"0"0,0-1 0,0 1 0,-1-2-1,14-12 1,-12 10-538,-1 1 0,2 0 1,14-9-1,-13 10-589,0 0 0,0-1 0,0 0 1,-1 0-1,0-1 0,-1-1 0,0 0 1,-1-1-1,0 1 0,0-2 0,-1 1 0,9-19 1,-17 29-152,-1 0 0,1 0 0,-1 0 0,1-1 0,-1 1 0,0 0 0,0 0 0,1 0 0,-1 0 0,0 1 1,0-1-1,0 0 0,0 0 0,0 0 0,0 1 0,-2-2 0,3 2 17,-3-2 44,1 0 0,0 1-1,-1-1 1,1 1 0,-1 0-1,0-1 1,1 1 0,-1 1-1,0-1 1,0 0 0,1 1-1,-1-1 1,0 1 0,0 0-1,0 0 1,-4 0 0,-42 10 411,41-7-351,-2 0 33,-1 0 0,1 2 0,0-1 0,1 1 0,-1 0-1,1 1 1,0 0 0,1 1 0,-11 10 0,3-2 139,2 1 1,0 1 0,-17 26-1,25-32-317,0-1 1,0 1-1,1 0 0,1 1 0,0-1 0,0 1 0,1 0 0,1-1 0,0 1 0,0 1 0,1-1 0,1 0 1,0 0-1,1 0 0,0 0 0,1 0 0,0 0 0,1 0 0,0 0 0,1-1 0,0 1 0,10 17 0,-8-18-643,1 0 0,0-1 0,1 1 0,0-1 0,0-1 0,1 1 0,0-2 0,1 1 0,0-1 0,0-1 0,1 1 0,0-2 0,19 9 0,38 11-7956,-46-22 70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2.0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110 88 11209,'-2'-8'1311,"0"1"1,0-1-1,0 1 0,-7-13 0,-4-15 4378,12 32-2752,-15 19-1919,14-12-950,-1 0 0,1 0-1,-1 0 1,1 1 0,1 0 0,-1-1-1,1 1 1,-1 0 0,1 0 0,1-1-1,-1 1 1,1 0 0,0 0-1,0 0 1,1 8 0,-4 39 166,-11 4-66,7-34-162,2 0 1,0 1-1,1 0 0,1 0 1,1 0-1,1 0 1,3 25-1,-1-48-8,0 0-1,0 0 1,0 0 0,0 0 0,0 0 0,0 0-1,0 0 1,0-1 0,0 1 0,0 0-1,0-1 1,-1 1 0,1-1 0,0 1-1,0-1 1,1 0 0,-1 0-1,11-5-2,-1 0 0,0-1 0,-1-1 1,1 0-1,-2 0 0,16-17 0,-12 14 5,10-7 18,-23 18-19,1-1-1,0 0 0,0 0 1,-1 1-1,1-1 1,-1 0-1,1 0 1,-1 0-1,1 0 0,-1 1 1,1-1-1,-1 0 1,0 0-1,1 0 0,-1 0 1,0 0-1,0 0 1,0 0-1,0 0 1,0-2-1,23 3-73,-21 1 62,0 0-1,0-1 1,0 1 0,0 0-1,0 0 1,-1 0-1,1 0 1,0 0 0,0 1-1,-1-1 1,1 0-1,-1 1 1,1-1-1,-1 1 1,0 0 0,0-1-1,0 1 1,0 0-1,2 3 1,20 49-383,-14-31 180,33 70-551,-41-90 718,19-6 28,-18 2 35,0 1 0,-1-1 0,1 1 1,0-1-1,0 0 0,0 0 0,-1 0 0,1 0 1,0 0-1,-1 0 0,1 0 0,-1 0 0,0-1 1,1 1-1,-1-1 0,0 1 0,0-1 0,0 1 1,0-1-1,0 0 0,0 0 0,1-2 0,2-6 92,-1 0-1,0-1 0,1-12 0,3-8 73,23-69 100,-26 88-243,1 0-1,0 0 1,1 0 0,0 1 0,1 0-1,11-13 1,-15 20-35,1 0 1,0 1-1,1-1 1,-1 1-1,1 0 1,5-3-1,-9 6 3,0-1-1,0 0 0,0 1 0,1-1 1,-1 1-1,0-1 0,1 1 1,-1-1-1,0 1 0,1 0 0,-1 0 1,0 0-1,1 0 0,-1 0 1,0 0-1,1 0 0,-1 0 0,1 0 1,-1 1-1,0-1 0,1 1 1,-1-1-1,0 1 0,0-1 0,1 1 1,-1 0-1,1 0 0,3 4-6,0 0 0,-1 1 0,1-1-1,-1 1 1,-1 0 0,1 0 0,3 9-1,-2-1 13,-1 1-1,4 23 1,0-8-35,-7-27 34,0 0-54,13 33-441,-13-36 441,0 0 1,0 1-1,0-1 0,0 0 0,0 0 0,0 0 1,0 0-1,0 0 0,0 0 0,0 0 0,0 0 1,0 0-1,0 0 0,0 0 0,0-1 0,0 1 1,0 0-1,0-1 0,1 0 0,-1 1-56,6-1-512,0 0-1,0 1 1,0 0-1,0 1 0,0 0 1,0 0-1,0 0 1,0 1-1,0 0 0,0 0 1,-1 1-1,1 0 1,7 5-1,19 6-6729,-13-6-680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2.9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138 453 11161,'27'-12'7715,"-9"-11"-5518,-11 17-2049,-1-1 0,-1 0 0,1 0 0,-1-1 0,0 1 1,-1-1-1,0 0 0,5-13 0,-9 18-142,0 0 0,0 0 0,0 0 0,0 0 0,-1 0 0,1 0 0,-1 1 0,0-1 0,0 0 0,0 0 0,0 1 1,-2-5-1,1 2 1,1 4-2,0-1 0,1 1 0,-1 0-1,0-1 1,0 1 0,0 0 0,0-1 0,0 1 0,0 0 0,0 0-1,-1 0 1,1 0 0,0 0 0,-1 0 0,1 0 0,-1 0 0,1 1-1,-1-1 1,1 1 0,-1-1 0,1 1 0,-1-1 0,-3 1 0,-34 0 328,32 1-259,1 1 1,-1 0-1,1 1 0,0-1 0,0 1 0,0 0 1,0 1-1,0 0 0,1-1 0,0 2 0,0-1 1,0 1-1,0-1 0,1 1 0,-1 1 0,1-1 1,0 1-1,1-1 0,0 1 0,-6 13 0,2-3 108,1 1-1,0 1 1,1-1-1,1 1 1,0 0-1,-1 31 0,5-37-119,0 1 0,0-1 0,1 1 0,1-1 0,0 0 0,1 0 0,0 0 0,1 0 0,6 13 0,-8-20-95,1 1 0,0-1 0,1 0-1,-1 0 1,1 0 0,0 0 0,0 0 0,0-1-1,1 0 1,0 0 0,-1 0 0,1-1 0,1 1-1,-1-1 1,0 0 0,1-1 0,0 1 0,0-1-1,-1 0 1,8 1 0,-2-1-119,0 0 1,1-1-1,-1 0 0,1 0 0,17-3 1,-22 1 99,1-1-1,-1 0 1,0 0 0,0 0 0,0-1 0,0-1 0,0 1 0,0-1 0,9-7 0,8-9-69,0 0 0,23-28 0,-25 24-71,51-40 1,-70 61 174,1 0-8,0 0 0,0 0 0,0 0 0,0 1 1,0-1-1,0 1 0,1 0 0,8-2 0,-8 5 8,1-1 1,-1 1-1,0 1 0,0-1 0,0 1 0,0 0 0,0 0 0,0 0 0,-1 1 0,1-1 0,-1 1 0,6 5 0,-8-7 74,18 3-172,-17-3 122,0 0 0,0 0 0,-1-1 0,1 1-1,0-1 1,0 0 0,0 0 0,0 0 0,0 0 0,0 0 0,5-2-1,-4 1-3,1 0-1,-1 0 1,1 1-1,0 0 1,-1-1-1,1 1 1,-1 1-1,1-1 1,0 1-1,-1 0 1,1 0-1,-1 0 1,0 1-1,1-1 1,-1 1-1,0 0 1,0 0-1,0 1 1,0-1-1,4 4 1,7 7 11,0 1 0,-1 0 1,18 23-1,0 0 4,50 33-213,-81-69 183,0-1-1,-1 1 0,1-1 1,0 1-1,1-1 1,-1 0-1,0 0 1,0 1-1,0-1 1,0 0-1,0 0 1,0 0-1,0 0 1,0 0-1,0 0 0,0 0 1,0-1-1,2 1 1,1-1-25,0 0 24,0 0 0,0 0-1,0 0 1,0-1 0,0 1-1,-1-1 1,1 0 0,0 0 0,-1-1-1,0 1 1,1-1 0,-1 1-1,0-1 1,0 0 0,0 0-1,-1-1 1,1 1 0,-1-1-1,0 1 1,3-6 0,5-8 22,-1-1 1,11-33-1,24-79 423,-17 46 161,4 1-1,41-78 1,-2 15 2045,-69 144-2217,0 6-63,0 16-185,-2 1 0,0-1 0,-1 0 0,0 1 0,-2-1 1,-11 35-1,-7 46-161,11-32-830,-6 63-4958,17-125 4176,-1 0 0,1 0 0,0 0 0,1 0 1,1 8-1,9 9-8560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3.3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8 313 10625,'7'-5'2538,"-16"4"-694,4 1 4303,28 0-5058,50 2-2593,-45-1-1813,48 10 0,-65-10 2334,0 1 0,0-2 1,0 0-1,18-2 1,-21 1 745,-5 1 311,0-1-1,-1 1 1,1-1 0,0 0-1,-1 0 1,1 0 0,-1-1-1,0 1 1,1-1 0,-1 1-1,0-1 1,0 0 0,0 0-1,0 0 1,0 0 0,0 0-1,0 0 1,-1 0 0,3-5 0,3-6 764,0-1 0,7-21 0,-2 4 260,3 3 865,1 0 1,1 0-1,2 2 1,23-26-1,-41 49-1663,1 0 0,-1 0 0,0 0-1,0 0 1,0-1 0,0 1 0,0-4-1,-1 4 2055,1 24-2075,-1-1 0,0 1 0,-2-1 0,0 0 0,-8 30 0,4-23-164,1 1-1,-1 39 0,7-4-34,-6 117 86,3-158-195,-2 0 0,0 0 0,-2 0-1,0-1 1,-1 0 0,-12 23 0,-44 65-831,60-104 617,0-1 1,0 0-1,-1 0 1,1 0-1,-1 0 0,0-1 1,0 1-1,-1-1 1,1 0-1,0 0 1,-1-1-1,-7 4 0,-3-1-3068,0 0-1,-28 5 0,32-8 423,-7 4-7958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3.6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14 133 14985,'-14'-12'3213,"28"-9"-429,-14 0-368,0 2 2221,10 7-3713,0 3-412,-7-12-6373,0 3 2841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3.9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22 13549,'0'1'129,"1"-1"-1,0 0 1,0 0-1,0 0 1,-1 0-1,1 0 1,0 1-1,0-2 1,-1 1-1,1 0 1,0 0-1,0 0 1,-1 0-1,1 0 1,0-1-1,0 1 1,-1 0-1,1-1 1,0 1-1,-1 0 1,1-1-1,0 1 1,-1-1-1,2 0 1,-14-12 3617,7 8-3009,3 7-165,0 0 0,0 0 0,0 1-1,0-1 1,0 0 0,0 1 0,1-1-1,-2 5 1,-6 18 1154,-11 49 0,4-10-566,-57 214 199,53-137-4501,16 3-4345,4-99 453,-3-8-4681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4.0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0 184 10749,'27'-33'2360,"-14"27"-64,14-3-307,20-9-249,-13 6-588,6 3-264,3-6-380,8 0-536,2 0-328,-3-1-964,7 10-552,-13-3-601,-4-3-2079,0 3-3545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4.2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 1 10989,'0'0'448,"-1"1"0,1 0 0,-1 0 0,1 0 0,-1 0 0,1 0 0,-1 0-1,1 0 1,0 0 0,0 0 0,-1 0 0,1 0 0,0 0 0,0 0 0,0 1 0,6 11 2225,-5-12-2588,0 0 0,0 1 1,-1-1-1,1 0 1,0 1-1,-1-1 1,1 1-1,-1-1 0,1 1 1,-1-1-1,0 1 1,0-1-1,0 1 1,0-1-1,0 1 0,0 0 1,0-1-1,0 1 1,0-1-1,-1 1 1,1-1-1,-2 3 0,-7 20 706,2-7-371,1 0 0,0 0 0,2 0 0,0 0 0,0 1 0,2 0 0,-1 19 0,4-17-767,0 1-1,1-1 0,1 0 0,1 0 0,1 0 0,8 21 1,8 10-3777,6 1-3936,-13-28-1282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4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449 63 6909,'-34'-51'4848,"8"42"-2992,-1 6-292,-3 3-267,-17 6-261,13 3-264,-3 6-180,1 6-136,-1 3-180,0 10-536,0-4-868,10 3-841,4 6-2795,6 6-3737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4.5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208 1 13877,'-8'3'1079,"0"-1"498,1 2 6310,6 0-5961,-4 70 1225,5-44-2363,-2-1 0,-8 37 0,-33 85-447,3-17-3268,0-18-2017,5-17-5793,26-52 127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4:34.7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 13397,'23'-18'2372,"-3"15"-327,-3 3-533,6-6-376,4-1-348,0 4-516,0 0-444,3 3-632,0 0-900,-3-3-616,-4 3-2537,1 6-3824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3.0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293 139 8141,'-2'0'141,"0"-1"1,0 1-1,0-1 0,0 1 1,0-1-1,1 0 1,-1 0-1,0 1 0,0-2 1,1 1-1,-1 0 0,1 0 1,-1 0-1,1-1 1,-1 1-1,1-1 0,0 1 1,0-1-1,-1 1 1,1-1-1,-1-2 0,-1-3 553,1 0 0,0 0 0,0-1-1,-2-9 1,-6-23 3179,9 38-3136,-18-23 1692,7 54-1868,1-1 1,2 2-1,1-1 1,1 1-1,-4 41 1,4-30-152,-50 364 1209,-22 232-850,66-430-620,16 231 0,5-330-150,42 212 1,-36-263-44,3-1 1,2 0-1,2-1 0,3-1 1,40 67-1,-54-105-38,0-1-1,1 1 1,1-2-1,0 1 1,1-2-1,0 0 1,1 0-1,1-2 1,0 1-1,0-2 0,1 0 1,1-1-1,0-1 1,0 0-1,0-1 1,1-1-1,0-1 1,0 0-1,0-1 1,1-1-1,-1-1 1,1-1-1,0 0 1,-1-1-1,21-4 1,2-3-172,-1-1 1,0-2 0,-1-2 0,0-2-1,-1-2 1,-1-1 0,49-30 0,233-176-914,-308 215 1133,677-605 316,-642 574 821,-33 73 204,-12-17-1109,-2 1-1,0-1 1,-6 25 0,1-5 8,-15 123-1215,-1 195 0,24-276-1053,-1 54-4886,-1-96 2115,10-3-2600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3.1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54 233 11885,'-17'-46'1748,"10"16"-360,1 3-256,-4 3-215,0 0-385,10 6 56,-4 0-500,11 3-1016,3 3-817,17 3-2799,26-1-3533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3.4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7 539 12137,'-3'-41'3556,"1"32"-2603,1-1 0,0 1 1,2-18-1,3-5 179,2 1 0,2 0 1,12-34-1,-10 38-913,1 1 1,1 0-1,1 1 0,1 0 1,2 1-1,31-38 0,-39 54-176,0 0 0,0 0 0,1 1-1,0 0 1,0 1 0,11-6 0,-17 10-33,0 0 1,0 1 0,0 0 0,0-1-1,0 1 1,0 0 0,1 0-1,-1 1 1,0-1 0,1 1-1,-1 0 1,1 0 0,-1 0-1,0 0 1,1 0 0,-1 1 0,0-1-1,1 1 1,-1 0 0,0 0-1,0 0 1,0 1 0,0-1-1,4 3 1,-1 1-11,-1 0-1,0 1 1,0-1-1,-1 1 1,0 0 0,0 0-1,0 1 1,0-1-1,-1 1 1,0 0-1,-1 0 1,0 0 0,0 0-1,0 0 1,-1 0-1,0 0 1,0 1 0,-1 9-1,0 14-29,-1 1 0,-2-1 1,-7 32-1,-5 10-184,-3-1 0,-32 85 0,-71 134-1573,26-66-1526,64-135 1318,23-45-301,9 3-3716,3-20-969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3.6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166 1 10005,'-2'4'370,"1"0"0,0 0 0,0 0 0,0 0 1,1 0-1,0 1 0,-1-1 0,1 0 0,1 7 0,0-6-88,-1 0 0,0 0-1,0 1 1,0-1 0,-1 0-1,-1 6 1,-50 188 6584,-6 104-3898,38-174-4836,-3 138-1,21-207 2,0-19-2665,5 65 0,8-50-3328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3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141 386 13497,'-54'-15'2688,"34"6"-79,-3-12-401,3 3-272,6 3-304,4 3-372,17-6-276,16-15-211,14 12-301,24-7-456,26 1-728,20 0-421,23-3-643,14 6-620,7-12-500,13 9-2813,10 2-4760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4.0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97 10197,'-3'1'1963,"-71"19"5431,70-19-5456,28 5-464,-16-3-1392,0-1-1,0 0 0,1 0 1,-1-1-1,10 0 0,11-1-416,0-2 0,0-1 0,0-1-1,30-9 1,117-40-4973,-83 23 108,3 0-3086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4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52 11177,'-22'-11'1159,"15"8"-470,-1 0 0,1 0 0,0-1 1,0 0-1,1 0 0,-1-1 0,-7-8 1,12 11 1201,-1 3-153,-1 2-1460,-1-1 0,1 1 0,0 0 0,-1 0 0,1 0 0,1 0 0,-1 1 0,0 0 0,1-1-1,0 1 1,0 1 0,0-1 0,0 0 0,1 1 0,0-1 0,0 1 0,0 0 0,0 0 0,1 0 0,-2 7 0,-2 15 398,1 0 0,-1 44 1,4-59-448,-13 216 1592,-5 244-2308,21-61-4910,-4-137-1192,3-152 442,4 1-3644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4.8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0 254 12725,'0'0'1772,"7"-22"-352,-4 7-315,11-3-201,16-6-232,0 6-172,10-3-172,14-3-364,16 3-952,24-3-804,10-6-673,10 5-1607,3 13-3017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5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41 338 11437,'-40'9'6705,"53"-21"-5369,-3-3-300,20 0-204,34-12-384,10-9-524,13-7-472,20 1-1008,17-9-896,10-3-2621,7 2-4032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5.4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1442 270 6249,'22'-29'678,"38"-53"3169,26-39 3466,-85 119-7206,-1 0 1,0 0-1,0-1 1,0 1-1,0 0 1,0 0-1,0 0 1,0 0-1,-1-1 1,1 1-1,-1 0 0,1 0 1,-3-3-1,3 5-28,0 0-71,0-1-1,0 1 0,0 0 0,0 0 0,0 0 0,0-1 0,0 1 0,0 0 0,0 0 0,-1 0 0,1 0 0,0-1 1,0 1-1,0 0 0,0 0 0,0 0 0,-1 0 0,1 0 0,0 0 0,0-1 0,0 1 0,0 0 0,-1 0 0,1 0 1,0 0-1,0 0 0,0 0 0,-1 0 0,1 0 0,0 0 0,0 0 0,0 0 0,-1 0 0,1 0 0,0 0 0,0 0 1,0 0-1,-1 0 0,1 0 0,0 0 0,0 0 0,0 0 0,-1 1 0,1-1 0,0 0 0,0 0 0,0 0 0,-56 7 171,0 1-1,1 4 0,0 1 0,1 3 0,-72 32 0,24-2-53,-170 106-1,204-109-83,-75 63 1,122-88-46,0 1 1,1 1-1,1 1 1,1 0 0,1 1-1,1 1 1,-15 29-1,25-40 12,2 0 0,-1 0 0,2 1 0,-1-1-1,2 1 1,0-1 0,0 1 0,1 0 0,2 24 0,3 5-43,16 70 0,1 6 10,-17-64 53,-2 1 1,-3-1-1,-3 0 0,-1 0 0,-19 74 1,-89 260 440,32-151-19,-36 110 578,28 7 202,73-261-777,4 2 0,4-1 1,6 145-1,4-216-391,1-1 1,1 1 0,0-1 0,2 1-1,1-1 1,0-1 0,2 1 0,0-2-1,2 1 1,0-1 0,1-1-1,16 20 1,-10-18-28,1 0 0,1-1 1,0-1-1,2-2 0,0 0 0,1-1 0,1-1 1,0-1-1,41 17 0,1-6-274,0-2 1,2-4-1,83 14 0,-53-19-1408,168 4 0,-15-30-2667,-86-11-2308,-37-3-2826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6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0 14745,'11'7'5305,"-10"-7"-4638,-1 1 0,1-1 0,-1 1 0,0-1 0,1 1 0,-1 0 0,0-1 1,1 1-1,-1 0 0,0-1 0,0 1 0,0 0 0,1-1 0,-1 1 0,0 0 0,0 0 0,0-1 0,0 1 1,0 0-1,-1 1 0,0 7-29,0-3-2835,-31 328 2464,17-208-1806,1 205 0,16-287 888,1-1 0,3 0 0,1 0-1,2 0 1,3-1 0,0 0 0,3-1-1,29 56 1,-1-21-7152,3-1-5238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7.1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463 1 19602,'-24'15'10041,"-2"-21"-7821,5 0-1316,-9 3-904,0 3 0,-7 9 0,-20 3 0,17 0 0,7 6 0,-11 0 0,11 6 0,6 3 0,7 7-3084,-4-1-1269,8 9-3079,19 3-7482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7.4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0 194 13361,'4'-10'439,"0"0"-1,0 0 1,1 0 0,1 0-1,0 1 1,0 0 0,0 0-1,1 1 1,11-10 0,-5 6 374,0 2 1,1-1-1,1 2 1,0 0-1,22-10 1,-27 14-611,1 2 0,0 0 0,-1 0 1,2 1-1,-1 0 0,0 1 0,0 0 1,0 0-1,1 2 0,-1-1 0,0 1 1,0 1-1,0 0 0,0 1 0,0 0 1,0 1-1,-1 0 0,18 9 0,-14-6-127,0 1 0,0 1 0,-1 0 0,-1 0 0,1 2 0,-2-1 0,1 2 0,-1-1-1,-1 1 1,0 1 0,-1 0 0,14 26 0,-13-13-20,0 0-1,-2 0 0,-1 0 1,-2 1-1,0 0 1,-2 0-1,1 33 0,-15 193 176,-8-106-72,-55 205 1,18-101-19,49-221-108,2-1 0,1 2 1,1-1-1,3 52 0,0-74-54,1 0 0,1 0 0,-1 0 0,1 0 0,0-1 0,1 1 0,0 0 0,0-1 0,1 0 0,0 0 0,0 0 0,0 0 0,1-1 0,0 1 0,0-1 0,1 0 0,0-1 0,0 1 0,0-1 0,1-1 0,-1 1 0,13 5 0,0-2-333,0-1 1,1 0-1,0-2 0,0 0 1,0-2-1,1 0 0,-1-1 1,26-1-1,13-3-1788,92-15-1,-72 2-1339,0-4 0,97-37 0,-63 12-3914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7.5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748 0 15613,'-9'1'645,"-1"1"0,1-1 0,0 1 0,1 1-1,-1 0 1,0 0 0,1 1 0,-1 0-1,1 1 1,0-1 0,1 1 0,-1 1-1,1 0 1,0 0 0,-8 9 0,-116 116 2182,75-78-1490,2 3-1,-56 74 1,110-129-1337,-124 178-3672,89-124-1400,-35 77 0,43-74-10895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8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0 269 26003,'3497'-269'0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8.2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52 15929,'-3'-10'749,"2"8"-505,1 0 0,-1 0 0,0-1 0,0 1 0,0 0 0,0 0 0,0 0-1,0 0 1,0 0 0,-1 0 0,1 0 0,-1 0 0,1 1 0,-1-1 0,0 1 0,0-1 0,0 1 0,-2-2 0,3 3-47,0 0 1,1-1-1,-1 1 1,1 0-1,-1 0 1,1 0 0,-1 1-1,1-1 1,-1 0-1,1 0 1,-1 0-1,1 0 1,-1 0 0,1 1-1,-1-1 1,1 0-1,-1 0 1,1 1-1,0-1 1,-1 0 0,1 1-1,-1 0 1,-12 15 1539,11-14-1068,-9 18-31,0 0 0,2 1 0,0 0 0,1 0-1,2 0 1,-7 34 0,10-43-599,-2 24-39,4-26 0,0-1 0,0 1 0,-1-1 0,0 1 0,-1-1 0,-5 13 0,8-22 0,0 0 0,0 0 0,0 0 0,0 0 0,0 0 0,0 0 0,0 0 0,0 0 0,0 0 0,0 0 0,0 0 0,1 0 0,-1 0 0,0 0 0,0 0 0,0 0 0,0 1 0,0-1 0,0 0 0,0 0 0,0 0 0,0 0 0,0 0 0,0 0 0,0 0 0,0 0 0,0 0 0,0 0 0,0 1 0,0-1 0,0 0 0,0 0 0,0 0 0,0 0 0,0 0 0,0 0 0,0 0 0,0 0 0,0 0 0,0 0 0,0 1 0,0-1 0,0 0 0,0 0 0,0 0 0,0 0 0,0 0 0,0 0 0,0 0 0,0 0 0,9-9 0,10-15 0,38-63 0,69-81 0,-100 133 0,-11 22 0,-14 13 0,-1 1 0,1-1 0,0 0 0,-1 1 0,1-1 0,-1 0 0,1 1 0,0-1 0,-1 1 0,1-1 0,-1 1 0,1-1 0,-1 1 0,1-1 0,-1 1 0,0-1 0,1 1 0,-1 0 0,0-1 0,1 1 0,-1 0 0,0-1 0,0 1 0,0 0 0,1 0 0,2 8 0,-1 0 0,1 0 0,-2 1 0,1-1 0,-1 0 0,-1 1 0,0 15 0,-11 72 0,6-61 0,5-35 0,-31 294 0,28-243 0,4-1 0,1 0 0,16 92 0,-13-124-399,0-1 0,1 1 0,1-1 0,0 0 0,2 0 0,0-1 0,1-1 0,0 1 0,2-1 0,0-1 0,0 0 0,1-1 0,1 0 0,1-1 0,0-1 0,0 0 0,33 18 0,20 8-7969,4-4-5865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8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365 0 15005,'-5'1'431,"0"1"209,0-1 0,0 0 0,0-1 0,0 1 1,0-1-1,0 0 0,0 0 0,-8-2 0,8 2-247,-1-1-1,1 1 1,-1 1-1,1-1 0,0 1 1,-1 0-1,1 0 1,0 0-1,0 1 0,-1-1 1,-7 6-1,-5 2 2378,-31 24-1,12-8-1447,26-19-1322,1 1 0,1 1 0,-1-1 0,1 1 0,1 1 0,-1-1 0,2 2 0,-1-1 0,1 1 0,0 0 0,1 0 0,-6 16 0,8-17 0,1 1 0,0-1 0,1 1 0,0 0 0,0 0 0,1 0 0,0 0 0,1 0 0,0 0 0,1 0 0,0 0 0,1-1 0,0 1 0,0 0 0,6 13 0,-3-11-425,1 0 0,0-1 0,0 0 0,2 0 0,-1-1 0,1 1 0,1-2 0,0 1 0,20 15 0,8 3-4101,58 34-1,-47-32 998,41 26-9422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8.9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6 267 15245,'-2'-40'3114,"1"35"-2731,0 0 0,1 0 1,-1 0-1,1 0 0,0 0 0,0 1 0,1-1 1,-1 0-1,1 0 0,0 0 0,0 0 0,1 1 1,0-1-1,0 1 0,0-1 0,0 1 0,0-1 0,6-6 1,2 2-111,0 1 1,1-1-1,0 2 1,0-1-1,0 2 1,1 0-1,0 0 1,1 1 0,-1 0-1,16-3 1,23-4 265,61-8 0,-107 19-509,61-8 216,0 3 0,0 2 0,79 6 0,-139-1-238,1 0-1,-1 0 1,1 0-1,-1 1 0,0 0 1,0 0-1,1 0 1,-1 1-1,-1 0 0,1 0 1,0 1-1,-1-1 0,7 6 1,-9-5-4,1 0-1,-1 0 1,0 0 0,0 0 0,0 1 0,-1-1 0,1 1 0,-1 0-1,0-1 1,0 1 0,-1 0 0,1 0 0,-1 0 0,0 0 0,-1 1-1,1-1 1,-1 6 0,-1 12 27,-2-1 1,0 1-1,-1-1 1,-1 0-1,-13 36 0,-52 106 440,58-140-390,-85 181 109,-90 204 396,139-290-417,-49 183-1,53-58-168,42-233 2,2 0 0,-1 0-1,1 0 1,1 1 0,0-1 0,0 0 0,1 0-1,0 0 1,1 0 0,1-1 0,5 14-1,-6-18-5,0-1-1,1 1 0,-1-1 0,1 0 0,0 0 0,0-1 0,1 1 0,-1-1 1,1 0-1,0 0 0,0-1 0,1 1 0,-1-1 0,1 0 0,0 0 0,-1-1 0,1 0 1,0 0-1,0 0 0,1-1 0,8 1 0,3 0-374,1-2 1,0 0-1,-1-1 1,1-1-1,-1-1 1,1 0-1,-1-1 1,21-8-1,20-10-2760,57-31 0,-110 50 2858,91-47-7095,3-11-4979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9.2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223 79 16646,'-8'4'205,"-17"7"2036,0 0 0,2 2 0,-41 28 0,57-36-1833,1 1 1,0 0 0,0 0 0,0 0 0,1 1 0,0 0 0,0 0 0,0 0 0,1 1 0,1-1 0,-1 1 0,1 0 0,0 0 0,1 0 0,0 1 0,-2 10 0,3-9-409,1-1 0,0 0 0,0 0 0,0 0 0,1 1 0,1-1 0,-1 0 0,2 0 0,-1 0 0,1-1 0,0 1 0,1-1 0,5 10 0,-1-6 0,0-1 0,0 0 0,1 0 0,0-1 0,1 0 0,0-1 0,1 0 0,13 9 0,-2-5 0,0 0 0,1-1 0,0-1 0,1-2 0,0 0 0,1-1 0,-1-2 0,1 0 0,30 2 0,-48-7 0,0 0 0,1 0 0,-1-1 0,0 0 0,1 0 0,-1-1 0,0 0 0,1 0 0,-1 0 0,0-1 0,0 0 0,0-1 0,0 0 0,0 0 0,-1 0 0,1-1 0,7-6 0,-6 5 0,-1-1 0,-1 0 0,1-1 0,-1 1 0,0-1 0,0 0 0,-1-1 0,0 1 0,-1-1 0,1 0 0,-1-1 0,-1 1 0,0-1 0,0 1 0,0-1 0,1-15 0,-3 10 0,-1 1 0,-1-1 0,0 0 0,-1 0 0,0 1 0,-1-1 0,-1 1 0,0 0 0,-1 0 0,0 0 0,-1 0 0,0 1 0,-1 0 0,-1 0 0,0 1 0,0 0 0,-15-15 0,-3 1 0,0 0 0,-2 2 0,0 1 0,-2 2 0,-49-27 0,70 41-657,-1 0 1,0 1-1,0 1 1,0 0-1,0 0 0,-1 1 1,0 0-1,0 1 0,0 0 1,0 1-1,0 0 1,0 1-1,0 0 0,0 1 1,0 0-1,0 0 1,-17 6-1,27-7 167,-1 0 0,1 1 0,0-1 0,-1 1 0,1-1 1,0 1-1,-1 0 0,1-1 0,0 1 0,0 0 0,-1 0 0,1 0 0,-1 2 0,1-2-364,1 0 0,-1 1 0,1-1-1,0 1 1,0-1 0,-1 1 0,1-1-1,0 1 1,0-1 0,1 1 0,-1-1 0,1 3-1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9.6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 21 13157,'0'0'83,"0"0"0,-1 0 0,1-1 0,0 1 0,-1 0 0,1-1 0,0 1 0,-1 0-1,1-1 1,0 1 0,0 0 0,0-1 0,-1 1 0,1 0 0,0-1 0,0 1 0,0-1 0,0 1 0,0-1 0,0 1-1,-1 0 1,1-1 0,0 1 0,0-1 0,0 1 0,1-1 0,-1 1 0,0 0 0,0-1 0,0 1 0,0-1 0,0 1-1,0 0 1,1-1 0,-1 1 0,0-1 0,0 1 0,1 0 0,-1-1 0,0 1 0,0 0 0,1-1 0,-1 1 0,0 0-1,1 0 1,-1-1 0,0 1 0,1 0 0,-1 0 0,1 0 0,-1-1 0,1 1 0,0-1 96,0 1-18,0 0 1,0 0-1,0-1 1,0 1-1,0 0 1,0 0-1,0 0 1,0 0-1,0 0 1,0 0-1,-1 0 1,1 0-1,0 1 1,0-1-1,0 0 1,0 1-1,0-1 1,0 0-1,0 1 1,1 0-1,0 0 331,5 2-148,0 0 1,0 1-1,0-1 0,0 1 1,-1 0-1,0 1 0,0 0 1,0 0-1,0 0 0,4 7 0,4 4 95,0 1 0,13 24-1,-14-17-265,-1 0 1,-1 1-1,-1 0 1,-1 0-1,-2 1 0,0 0 1,-2 0-1,-1 1 0,-1 0 1,-1-1-1,-1 1 0,-6 53 1,4-16 264,1-61-88,3-6-303,191-224-304,-161 190 173,1 2 0,2 2 0,43-31 0,-77 64 84,-1 0 1,0-1-1,0 2 0,0-1 1,0 0-1,0 0 1,0 0-1,0 0 1,0 1-1,0-1 0,0 0 1,0 1-1,0-1 1,0 1-1,0-1 0,0 1 1,0 0-1,1 0 1,0 1 0,1-1-2,-1 0 0,0 1 0,0 0 0,0-1 0,0 1 0,0 0 0,-1 0 0,1 0-1,0 0 1,-1 0 0,1 0 0,-1 0 0,0 1 0,0-1 0,0 1 0,0-1 0,0 0 0,0 1 0,-1 0 0,1-1 0,-1 4 0,1 9-12,0 0-1,-3 27 1,0 9-373,3-12-349,-2-24-201,2 0-1,-1-1 1,2 1-1,5 23 0,6-4-1582,-3-20-913,-5-11-2187,15 2-3182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9.7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27 103 9585,'-26'-54'2040,"29"33"-628,4 0 1772,9 18-2727,5 0-697,-1 18-401,17 15-515,-7 3-364,3 3-2292,7 7-2513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8:59.9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310 187 10433,'-21'-8'978,"13"5"-97,0-1 0,0 1 0,-1 1 0,0 0-1,-12-2 1,-4 3 864,1 0-1,-36 5 0,53-3-1556,0 0-1,-1 1 0,1 0 0,0 0 0,0 0 0,0 1 0,1 0 1,-1 0-1,1 1 0,-1-1 0,1 2 0,-9 7 0,13-10-166,0-1-1,1 1 0,-1-1 1,1 1-1,-1 0 0,1 0 1,0 0-1,0 0 0,0 0 1,0 0-1,0 0 0,0 0 1,0 0-1,1 0 0,-1 0 1,1 1-1,0-1 0,-1 0 1,1 4-1,1-4-16,-1 0 0,1 0 0,0-1 1,0 1-1,-1 0 0,1 0 0,0 0 0,1-1 0,-1 1 0,0 0 0,0-1 1,1 1-1,-1-1 0,1 0 0,-1 1 0,1-1 0,2 2 0,2 0-3,1 0 0,-1 0 0,1 0 0,0-1 0,-1 0 0,1 0 0,0-1 0,0 1 0,0-1-1,0-1 1,11 0 0,23-3-311,-1-2-1,1-1 1,-1-3-1,-1-1 1,1-2-1,-2-1 1,54-27-1,-67 27 11,-6 3-632,-1 0 1,19-14-1,-31 19 315,0 0 0,-1 0 0,1-1 0,-1 1 0,0-1 0,-1 0 0,1-1 0,-1 1 0,5-11 0,8-22-3363,-2 0-2161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0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27 9377,'0'0'7070,"2"-1"-5972,6-2-518,-3 0-400,0 1 0,0 0 0,1 0 0,-1 0 0,0 1 0,1 0 0,-1 0 0,7 0 0,-11 1-178,303-7 1462,-222 11-1317,111 9 7,-162-9-99,0 2 0,0 1 0,-1 1-1,32 13 1,-56-19-47,0 1 0,0 1 0,0-1 0,0 1 1,0 0-1,-1 0 0,0 0 0,0 1 0,0 0 0,0 0 0,-1 0 0,1 0 0,-1 1 1,-1 0-1,1 0 0,-1 0 0,3 8 0,-3-5 10,0 1 1,-1-1-1,0 1 1,-1 0-1,0-1 0,-1 1 1,1 0-1,-2 0 1,0-1-1,0 1 0,-3 13 1,3-18-14,-11 47 54,-1-1 0,-3 0 0,-23 53 0,-31 36 61,-37 85 483,86-173-266,2 0 1,-18 80 0,30-105-162,2 0 0,1 1 1,2 0-1,0 46 0,3-67-174,0 0-1,0 0 0,0 0 1,1 0-1,0-1 0,1 1 1,-1-1-1,1 1 0,0-1 1,7 9-1,-7-11-79,0 0-1,1-1 1,0 1-1,-1-1 1,1 0-1,0 0 1,1 0-1,-1-1 1,0 0-1,1 1 1,-1-2-1,1 1 1,0 0 0,0-1-1,-1 0 1,9 1-1,2-1-472,-1 0 0,0-1 0,0-1 0,0 0 0,0-1 0,19-4 0,81-30-6217,-99 30 5331,58-20-7209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0.5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1 10381,'0'0'2176,"-13"6"-236,-11 12-200,1-3-119,0 6-517,-4 0-268,3 9-148,-2 1-224,5-1-480,1 3-636,4 3-972,9-21-789,-3 18-2347,7 28-3741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0.7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259 0 14097,'-50'27'2773,"23"-18"-369,-10 13-600,27-10-304,-7 9-292,-13 15-256,13-9-680,1 3-1132,9-18-1172,-7 21-748,-6 22-2977,7-10-4840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9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398 0 7873,'-171'34'5800,"147"-31"-4602,-1 2 0,0 1 0,1 1 0,1 2 1,-34 14-1,8 15 3611,55-35-4633,1 1 0,-1-1-1,1 0 1,0-1 0,0 1 0,0-1-1,0-1 1,0 1 0,12 0 0,-2 1 56,345 43 1603,-193-27-1448,1038 85 787,-591-58-949,965 40 206,-1290-91-278,-239-4-270,-52 9 111,1 0-1,-1 0 1,0 0 0,0 0 0,0 0 0,1 0 0,-1 0 0,0 0 0,0 0 0,1 0-1,-1 0 1,0 0 0,0 0 0,1-1 0,-1 1 0,0 0 0,0 0 0,0 0-1,1 0 1,-1 0 0,0 0 0,0-1 0,0 1 0,0 0 0,1 0 0,-1 0 0,0-1-1,0 1 1,0 0 0,0 0 0,0 0 0,0-1 0,0 1 0,0 0 0,1 0-1,-1 0 1,0-1 0,0 1 0,0 0 0,0 0 0,0-1 0,-23-2-453,-10 2-997,-1 3-1,0 0 1,0 2 0,-60 16-1,56-9-1861,1 2-1,-36 17 0,-4 7-7492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1.4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73 7741,'0'0'14057,"2"-2"-13250,10-3-372,1 0-1,-1 0 0,0 1 0,1 1 0,22-4 0,73-2 199,-85 7-454,806-19 120,-448 18-2381,-17-2-3706,-242 4 575,22 1-5041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1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64 13241,'25'-37'2953,"-19"28"3749,1-2-4841,1 4 129,-9 20 681,-9 19 678,-6-3-3349,-21 29 0,-6 8 0,11-13 59,20-37-128,1 2 1,1 0-1,1 0 0,0 1 0,1 0 1,1 0-1,-6 27 0,11-31-523,-11 90-5624,12-92 4014,1-1 0,1 1 1,3 19-1,18 33-11475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1.7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61 348 14893,'-15'-21'969,"9"14"-506,2 0-1,-1 0 1,1-1 0,0 1 0,0-1 0,1 0 0,0 0 0,-3-10 0,5 12-73,-1 0 1,1-1-1,0 1 1,0 0-1,1 0 1,0-1-1,0 1 1,1 0-1,1-12 0,0 14-232,-1 0 0,1 0 0,-1 1-1,1-1 1,0 1 0,1-1 0,-1 1-1,1 0 1,-1 0 0,1 0 0,0 0 0,0 0-1,0 1 1,0-1 0,1 1 0,-1 0-1,1 0 1,5-2 0,20-8 314,0 1 0,1 2 0,58-10 0,103-5 332,-140 18-610,834-25-628,-654 30-591,-71-1 28,246 3-4419,-325 6 2234,-34 0-2730,-19 0-3954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1.9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1 17326,'-3'7'1493,"1"1"0,-1-1 0,1 1 0,1 0 0,-1 10 0,0 8 1084,4 38 0,0-19-1461,-2 0-1039,5 186 98,-1-186-246,1-1 0,3 0 1,14 48-1,23 28-5073,10-8-6580,-21-50-947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2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67 16850,'-4'-63'5147,"5"63"-4968,0-1 0,0 1 0,-1-1 0,1 1 1,0 0-1,0-1 0,0 1 0,0 0 0,0 0 1,0-1-1,-1 1 0,1 0 0,0 0 0,0 0 1,0 0-1,0 0 0,0 0 0,0 1 0,0-1 1,0 0-1,0 1 0,0-1 86,3 1-70,0 0 0,-1 1-1,1-1 1,-1 1-1,1 0 1,-1 0-1,1 0 1,-1 0-1,0 1 1,0-1-1,0 1 1,0 0 0,-1 0-1,1 0 1,-1 0-1,3 4 1,7 12 353,15 33-1,-19-36-199,19 38-147,-3 0 1,-3 2-1,-2 1 0,-2 0 1,-3 1-1,-2 1 0,-3 0 1,2 90-1,-11-99-201,-1 0 0,-3 0 0,-2-1 0,-2 1 0,-2-2 0,-3 1 0,-34 87 0,47-135 0,0 0 0,-1-1 0,1 1 0,0 0 0,0 0 0,-1-1 0,1 1 0,0 0 0,-1-1 0,1 1 0,-1-1 0,1 1 0,-1 0 0,1-1 0,-1 1 0,1-1 0,-1 1 0,0-1 0,1 0 0,-1 1 0,0-1 0,1 1 0,-1-1 0,0 0 0,1 0 0,-1 1 0,0-1 0,-1 0 0,-6-6 0,7 6 0,0-1 0,0 0 0,-1-1 0,1 1 0,0 0 0,0-1 0,-1 1 0,1-1 0,0 0 0,1 1 0,-1-1 0,0 0 0,0 1 0,1-1 0,-1 0 0,1 0 0,0 0 0,-1 1 0,1-1 0,0 0 0,0 0 0,0 0 0,0 0 0,0 0 0,1 1 0,0-3 0,10-55 0,-9 51 0,12-37-644,1 1 0,2 1 0,2 1 0,2 0 0,2 1 0,2 2 0,47-60 0,2 12-3088,163-147 0,-163 171-2794,0 10-4115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2.5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0 10249,'-13'15'7161,"10"-14"-4718,1-1-2097,-1 0 0,1 0 0,0 1-1,0-1 1,0 1 0,0 0 0,0 0 0,0-1-1,0 1 1,0 0 0,-3 3 0,3-2-1,1 1 1,-1-1 0,1 1-1,0 0 1,-1-1 0,2 1-1,-1 0 1,-1 5 0,0 0 171,-3 13-150,2 0 0,0 0 0,1 1 0,1-1-1,1 1 1,1 0 0,1-1 0,0 1 0,2-1 0,1 0-1,0 0 1,2-1 0,9 23 0,-11-35-392,-1 1 1,1-1-1,0-1 1,0 1-1,1-1 1,0 0-1,1 0 0,-1-1 1,12 9-1,-14-12 4,1 0-1,0 1 1,0-2-1,0 1 1,1-1-1,-1 1 1,0-2-1,1 1 0,-1 0 1,1-1-1,0 0 1,0-1-1,-1 1 1,1-1-1,0 0 1,0 0-1,6-2 1,-2-1-33,1 0 1,-1 0 0,-1-1 0,1 0 0,-1-1-1,0 0 1,0-1 0,0 0 0,0 0 0,-1 0-1,0-1 1,-1-1 0,0 1 0,10-13 0,84-122-34,-47 63 588,-29 37-129,-18 29-186,0 2 0,18-23 0,-11 23-112,-12 11-74,0 0-1,0 0 1,0 0-1,0 1 1,0-1-1,0 1 1,0-1 0,0 1-1,0 0 1,0 0-1,-1-1 1,1 1-1,0 1 1,-1-1-1,1 0 1,-1 0-1,1 1 1,-1-1-1,0 1 1,1-1-1,0 3 1,28 38-574,-26-35 290,22 31-3073,34 38-1,0-2-8553,-35-41 1635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2.7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4 380 13385,'0'-2'265,"-1"0"1,0-1-1,1 1 0,0 0 0,-1 0 0,1-1 0,0 1 1,0 0-1,0 0 0,0-1 0,1 1 0,-1 0 1,1 0-1,-1-1 0,1 1 0,0 0 0,-1 0 0,1 0 1,1 0-1,-1 0 0,0 0 0,0 0 0,1 0 0,-1 0 1,4-2-1,-4 2 38,1 1-1,-1-1 1,1 0 0,-1 1-1,0-1 1,0 0 0,0 0-1,0 0 1,0 0 0,1-2-1,8-15 715,-4 14-797,0 0 0,0 0 0,1 1 0,-1 0 0,1 0 0,10-4-1,22-12 416,-18 7-337,6-3 12,-1-1 0,0-1 0,32-29 1,-49 35-87,0 0 0,0-1 0,-1 0 0,-1 0 0,0-1 0,6-19 0,-12 32-196,0-3 1501,-26 9-285,19-2-1238,0 0 0,0 0 0,1 0 0,-1 1 1,1 0-1,0 0 0,0 0 0,0 0 0,1 1 0,-1 0 1,-6 10-1,-6 10-14,-16 31 1,32-54 7,-19 38 0,1 1 0,-13 49 0,27-73 0,0 1 0,2-1 0,0 1 0,1-1 0,0 1 0,2 0 0,0 0 0,1 0 0,1-1 0,1 1 0,0-1 0,1 1 0,1-1 0,0 0 0,2 0 0,13 25 0,-13-33-435,-1 0 0,2-1 0,-1 0 0,1 0 0,1-1 1,-1 0-1,1-1 0,0 0 0,1 0 0,0-1 0,-1 0 0,2 0 0,15 4 0,0-2-1808,1 0 0,0-2 0,0 0-1,37 0 1,5-4-10235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3.3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1 252 16606,'194'-73'8653,"10"25"-5839,471-47-684,-280 60-2573,-391 35 436,0 0-1,1-1 1,-1 2 0,0-1-1,1 0 1,-1 1 0,0 0-1,0 0 1,0 0 0,1 0-1,-1 1 1,0-1 0,-1 1-1,1 0 1,0 1 0,3 2-1,-4-2 17,-1 0-1,1 0 1,-1 0-1,0 0 1,0 1-1,0-1 1,0 1-1,-1 0 1,0 0-1,1-1 1,-1 1-1,-1 0 1,1 0-1,0 0 1,-1 5-1,2 35 315,-7 74 0,0 15 374,23 91 83,50 232 0,-46-324-687,-8-51-93,-5 1 0,-3 0 0,-3 0 0,-5 1 0,-14 106 0,8-143 0,-2-1 0,-2 0 0,-2-1 0,-27 60 0,25-72 0,-1-1 0,-1 0 0,-2-2 0,0 0 0,-3-1 0,-36 36 0,25-35 0,-1 0 0,-1-2 0,-1-2 0,-2-1 0,0-2 0,-1-2 0,-86 30 0,-7-11 0,-170 29 0,232-54 0,12-1-773,40-7-147,1-2-1,-1 0 0,0-1 1,0-1-1,0-1 1,-23-1-1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3.5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76 13853,'-30'-15'6417,"30"-15"-9013,0 0-2649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9.7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229 656 15341,'-40'-12'1062,"25"7"-280,0 1 1,0 0-1,0 1 1,-27-2-1,-8-1 2397,14 0 3813,52-10-4867,-3 10-2106,-1 1 1,1 0-1,1 1 1,-1 1-1,0 0 1,1 0-1,22 0 1,671-35-20,-419 30 0,993-53 0,-4-67 0,-1257 126 0,264-44 0,-208 31 0,121-43 0,-167 47 0,29-15 0,-51 21 0,1 0 0,-1 0 0,1-1 0,-2 0 0,1 0 0,-1-1 0,9-10 0,-15 16-23,1-1 0,-1 0 0,0 0 1,0 0-1,-1 0 0,1 0 0,0 0 0,0 0 0,-1 0 0,0-1 1,1 1-1,-1 0 0,0 0 0,0 0 0,0 0 0,0-1 0,0 1 1,-1 0-1,1 0 0,-1 0 0,1 0 0,-1 0 0,0 0 0,0 0 1,-1-3-1,0 1-132,0 1 1,-1-1-1,1 1 1,-1 0-1,1 0 0,-1 0 1,0 0-1,0 1 1,0-1-1,0 1 1,-1-1-1,-6-3 0,1 3-846,0 0-1,-1 1 1,1 0-1,0 0 1,-1 1-1,-17-1 1,-32 4-7244,6 1-3679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5.5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814 191 11101,'3'-1'289,"-1"1"0,0-1 0,0 0 0,0 0 1,0 0-1,0 0 0,0-1 0,0 1 0,0 0 0,-1-1 0,1 1 0,0-1 0,-1 0 1,1 0-1,-1 1 0,0-1 0,2-3 0,-2 3-132,1-1-1,0 0 1,0 1 0,0-1 0,0 1-1,1 0 1,-1 0 0,0 0-1,1 0 1,0 0 0,3-2 0,29-12 321,1 1 1,0 2 0,1 1 0,56-9 0,161-15 220,-178 28-524,4-1-26,0 4 0,119 8 0,-178-1-171,-5-1 44,-1 0-1,1 1 1,-1 1-1,0 0 1,22 8 0,-33-9 14,0 0 1,0 0 0,-1 0-1,1 0 1,-1 1 0,1-1-1,-1 1 1,0 0 0,0 0-1,0 1 1,-1-1 0,1 0-1,-1 1 1,0 0 0,0-1-1,0 1 1,0 0 0,0 0-1,-1 0 1,0 0 0,0 0-1,0 0 1,0 1 0,-1 7-1,2 14 448,-3 0-1,0 1 0,-9 47 1,-26 77 1197,-57 269 2505,16 318-2145,72-573-2041,16 182 0,49 162 0,-53-464 0,4 14 0,-4 0 0,1 96 0,-8-138 0,-1 0 0,-1 0 0,-1 0 0,0-1 0,-1 1 0,-1-1 0,0 0 0,-1-1 0,-1 1 0,-1-1 0,0 0 0,-1-1 0,-20 27 0,12-24 0,-1-1 0,0 0 0,-1-1 0,0-1 0,-2-1 0,1-1 0,-2 0 0,1-2 0,-42 14 0,-17 0 0,-122 20 0,151-35 0,-108 20 21,-132 28 2,8 23-277,-49 29-7486,263-87 3210,24-6-1722,3 0-4799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7.1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39 228 10989,'2'-10'548,"1"1"0,0-1 0,0 1 1,0 0-1,1 1 0,1-1 0,-1 1 0,2-1 0,-1 1 0,1 1 1,0-1-1,0 1 0,12-10 0,-5 8-70,1 0-1,1 1 1,0 0 0,0 1-1,0 1 1,1 0 0,19-3-1,2-3 154,-17 6-406,0 0 1,1 2 0,-1 0-1,1 1 1,0 1 0,0 1-1,-1 1 1,1 1 0,32 5-1,-45-4-181,1 0 0,-1 0 0,1 0 1,-1 1-1,0 1 0,0-1 0,-1 1 0,1 1 0,-1-1 0,0 1 0,0 0 0,0 1 0,-1 0 1,1 0-1,-2 0 0,1 1 0,-1 0 0,0 0 0,0 0 0,-1 1 0,0-1 0,0 1 0,0 0 1,-1 0-1,2 13 0,-2-6-13,-1 1-1,-1 0 1,0 0 0,-1 0 0,-1 0 0,0-1-1,-1 1 1,-1 0 0,-9 27 0,-6 12 19,-35 69 0,47-109-50,-288 554 121,158-318-101,86-161 154,19-37 364,-44 106 0,72-149-395,0 0 0,1 0-1,-1 0 1,2 1 0,0-1-1,0 0 1,1 1 0,0-1 0,0 0-1,1 1 1,5 17 0,-5-23-72,1 1 0,0-1 1,0 0-1,0 0 1,1 0-1,-1 0 0,1 0 1,1-1-1,-1 1 1,1-1-1,-1 0 0,1 0 1,0 0-1,1 0 0,-1-1 1,1 0-1,-1 0 1,1 0-1,0 0 0,0-1 1,0 0-1,1 0 1,5 2-1,8-1 25,1 0 1,0-1-1,-1 0 1,1-2-1,0-1 1,37-5-1,119-34-798,-105 18-1134,101-45 1,61-47-6466,-144 69 2312,1 2-4782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7.3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333 0 13033,'-4'0'234,"-29"3"1962,31-3-2030,1 0 0,0 1 0,0-1 1,-1 1-1,1-1 0,0 1 0,0 0 0,0-1 1,0 1-1,0 0 0,0 0 0,0-1 0,0 1 1,0 0-1,0 0 0,0 0 0,1 0 0,-1 0 1,0 1-1,0 0 0,1-1 111,-1 0-1,0 0 1,1-1 0,-1 1-1,1 0 1,-1-1 0,0 1-1,1-1 1,-1 1-1,0-1 1,0 1 0,1-1-1,-1 0 1,0 1 0,0-1-1,0 0 1,-1 1-1,-22 2 2046,23-3-1710,-21 9 3259,-8 16-2259,24-20-1328,-4 6-262,-1 1 0,1 0-1,1 0 1,0 1 0,1 1 0,0-1 0,-10 28-1,0 8-204,-13 53 0,-1 39-6014,21-44-4370,10-31-2126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7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14 224 9441,'-2'-2'314,"0"-1"0,1 0 1,-1 0-1,1 0 0,0 0 1,0 0-1,0-1 0,0 1 0,1 0 1,-1 0-1,1-1 0,-1 1 0,1 0 1,0-1-1,1 1 0,-1 0 1,1 0-1,-1-1 0,1 1 0,0 0 1,0 0-1,0 0 0,1 0 0,-1 0 1,1 0-1,-1 0 0,4-3 1,0-1-42,0 0 1,0 0-1,0 1 1,1 0-1,0 0 1,1 1 0,-1-1-1,1 1 1,0 1-1,10-6 1,10-2-90,1 1 0,1 1 1,0 2-1,0 1 0,1 1 0,-1 1 0,1 2 1,0 1-1,1 1 0,55 7 0,-78-5-168,0 0-1,0 1 0,0 0 1,0 0-1,0 1 1,0 0-1,-1 1 1,0-1-1,0 1 0,0 1 1,0-1-1,0 1 1,-1 1-1,0-1 1,6 7-1,-6-4-2,-1-1-1,0 1 0,0 0 1,0 1-1,-1-1 1,0 1-1,-1 0 1,0 0-1,-1 0 1,1 0-1,-2 0 0,2 16 1,-2 9 10,-1 1 0,-1-1 0,-12 63 0,-34 101 56,19-89 15,27-105-94,-14 56-5,3 0 0,-8 98 0,19-138 9,1-1 0,1 1-1,1-1 1,1 1 0,0-1 0,2 0-1,0 0 1,1 0 0,1-1-1,1 0 1,0 0 0,15 22 0,-6-15-4,2-1 1,1-1 0,0-1 0,2-1-1,46 36 1,138 77 4,-92-64-4,-103-63-1,8 5 23,0 1 0,0 0 1,-1 2-1,21 22 0,-35-33 14,0 1 1,-1-1-1,1 1 0,-1 0 0,0 0 0,0 1 0,0-1 0,-1 1 0,0-1 0,0 1 0,-1 0 0,1 0 0,-1 0 0,0 0 0,-1 0 0,1 0 0,-1 0 0,-1 0 0,1 0 1,-1 0-1,-3 11 0,1-8 10,0-1-1,-1 0 1,0-1 0,0 1 0,-1-1 0,0 0 0,0 0 0,-1 0 0,0 0 0,0-1 0,0 0 0,-10 6 0,-12 8 28,-53 29 0,77-47-78,-129 67 259,-109 66-1425,217-119-480,2 2 1,0 0-1,-39 42 1,60-58 1162,0 0 0,1 0 0,-1 0-1,1 1 1,0-1 0,0 0 0,-1 1 0,1-1 0,1 0 0,-1 1 0,-1 3 0,5 32-8873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8.0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279 6 13977,'-24'-6'2216,"11"33"121,-10 6-349,-4-8-240,7 5-312,-7 3-276,3 9-236,1 6-232,0 4-116,2 5-536,11 0-1000,0 6-868,0 1-1092,0 2-3405,-3 6-5752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8.7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284 46 11881,'-5'-3'609,"0"-1"0,0 1 0,-1 0 0,1 1-1,-1-1 1,0 1 0,1 0 0,-1 1 0,-8-2 0,11 2-255,1 0 1,-1 1-1,1-1 1,-1 0-1,1 0 1,0 0-1,0-1 1,-1 1-1,1 0 1,0-1-1,-3-3 1,1 2 309,-4 3 723,1 3-1080,0 1 0,1 0 1,-1 0-1,1 1 0,0 0 0,0 0 1,0 0-1,1 1 0,-1-1 0,1 1 0,1 1 1,-1-1-1,1 1 0,-6 12 0,-3 11 517,1 0 0,-10 43 0,17-56-589,-5 19-135,2-1 0,1 2 1,2-1-1,2 1 0,1-1 1,1 1-1,6 43 0,-1-50-58,2 1 0,1-1-1,1 0 1,2-1-1,0 0 1,2 0 0,2-1-1,32 51 1,-16-38-42,1-2 0,2-1 0,2-1 0,2-2 0,1-2 0,1-1 0,2-2 0,1-2 0,78 40 0,-92-56-56,-1-1 1,1-1-1,1-2 1,0 0-1,0-2 0,0-1 1,1-2-1,0-1 1,46-2-1,-55-1 16,0-2 1,0 0 0,-1-2-1,1 0 1,-1-1-1,0-1 1,-1-1-1,0 0 1,0-2-1,-1 0 1,0-1-1,-1-1 1,0-1-1,20-19 1,-14 7-8,-1-1 0,-1-1 0,-1-1 0,-2 0 0,-1-2 0,-1 0 0,12-32 1,70-233 349,-76 222 50,-8 7 153,-12 47-386,2 1 1,7-23-1,-8 32-120,-4 11 0,-10 23 0,-11 41 0,-23 110 0,30-111 0,-126 700-2966,26-113-2009,87-532-3104,0-9-5684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20.0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 1399 7445,'-40'-72'5128,"36"60"-3813,1 0 0,0 0-1,-2-23 1,3 24-683,1 0 1,-1 0-1,-7-18 0,8 26 319,-6-21-363,3 18-214,5 19-97,1 16 116,-2-25-325,0 0 0,0 0 0,0 0-1,0 0 1,1 0 0,0 0 0,0-1-1,0 1 1,0 0 0,0-1 0,3 5 0,3 4 101,1 0 0,1-1 0,0 0 0,0-1 0,1 0 0,0 0 0,1-1 0,16 11 0,-8-9-10,0 0 0,1-1-1,0-1 1,38 11-1,1-5 11,0-4-1,121 9 1,516-27-58,881-159 146,-416-15-69,-191 27 554,1508-134 603,10 109-548,-314 72 307,-1496 77-766,267-23 385,-9-32-139,-921 83-584,349-50 0,-290 37 0,-2-3 0,130-51 0,-159 48 0,-42 21 0,0 0 0,0-1 0,-1 1 0,1 0 0,0-1 0,0 1 0,-1-1 0,1 1 0,-1-1 0,1 1 0,0-1 0,-1 1 0,1-1 0,-1 0 0,1 1 0,-1-1 0,1 0 0,-1 1 0,0-1 0,1 0 0,-1 0 0,1-1 0,-2 1 0,1 0 0,-1 0 0,0 0 0,1 0 0,-1 0 0,0 0 0,0 0 0,0 0 0,0 0 0,1 0 0,-1 0 0,-1 1 0,1-1 0,0 0 0,0 1 0,0-1 0,0 1 0,0-1 0,0 1 0,-1-1 0,1 1 0,-1 0 0,-32-6 0,-12 6-190,0 3 0,0 1 1,1 3-1,-61 16 0,72-15-24,-90 28-2393,77-21-604,-57 11-1,72-24 921,2-1-4991,5 3-2735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4.9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129 569 14217,'-51'-45'15414,"52"45"-15244,0 1 0,0-1 1,-1 1-1,1 0 0,0-1 0,-1 1 1,1 0-1,-1 0 0,1-1 1,-1 1-1,1 0 0,-1 0 0,1 0 1,-1-1-1,0 1 0,1 1 1,2 12-132,0 0 0,-1 0 0,0 1 0,-1-1 0,-1 0 1,-1 16-1,1 13-72,-44 696 33,8-306 0,28-334 0,2-34 0,3 89 0,3-150 0,4 15 0,-3-18 0,0-1 0,0 0 0,0 0 0,0 1 0,0-1 0,0 0 0,0 0 0,0 0 0,0 0 0,0-1 0,0 1 0,0 0 0,0 0 0,0-1 0,0 1 0,0 0 0,0-1 0,0 1 0,0-1 0,-1 1 0,1-1 0,0 1 0,0-1 0,0-1 0,22-19 0,-20 14 0,0-1 0,0 1 0,0-1 0,-1 0 0,0 0 0,-1 0 0,2-10 0,1-12 0,69-404 0,-5 23 0,29 3 0,-47 245 0,104-227 0,-140 358 0,2 1 0,1 1 0,2 1 0,30-39 0,-42 60 0,2 0 0,-1 0 0,1 0 0,0 1 0,0 0 0,1 1 0,14-8 0,-16 11 0,-1 0 0,1 1 0,-1 0 0,1 0 0,0 0 0,0 1 0,0 0 0,0 1 0,0 0 0,0 0 0,15 2 0,-9 2 0,-1-1 0,0 2 0,1 0 0,-2 1 0,1 0 0,-1 0 0,0 2 0,0-1 0,-1 2 0,0-1 0,0 1 0,-1 1 0,0 0 0,-1 1 0,15 20 0,-3 2 0,0 0 0,-2 1 0,-2 1 0,19 56 0,-3 8 0,-6 2 0,21 143 0,5 215 0,-46-388 0,16 263 0,10 95 0,-26-374-353,3-1 0,1-1-1,29 80 1,-35-121-607,0-2 0,0 1 0,1 0 0,0-1 0,1 0 0,11 12 0,-10-13-1222,1-1 0,0 1 1,11 6-1,20 9-10741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5.1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299 268 16458,'-215'-33'2964,"182"30"-124,6 0-184,4 3 2929,39-21-4449,31-9-248,27 6-648,26 3-240,28 3-516,16 3-700,16-6-640,18-1-405,6 1-951,-3 3-3764,-3 0-6770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5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1 272 13589,'4'-5'434,"1"0"0,-1 1-1,1-1 1,0 1 0,0 1-1,0-1 1,1 1-1,-1-1 1,1 1 0,0 1-1,0-1 1,0 1 0,0 0-1,11-1 1,-8 2-178,0 0 1,0 1-1,0 1 1,0-1-1,0 2 1,-1-1-1,1 1 0,0 0 1,-1 1-1,12 5 1,-5-1-43,0 0 0,0 2 1,-1 0-1,0 0 0,0 1 0,-1 1 1,-1 0-1,0 1 0,0 1 1,-1-1-1,-1 2 0,16 25 0,-2-1-51,-2 1 0,-1 1 1,-3 1-1,-1 1 0,-2 0 0,-2 1 0,-1 0 0,5 52 0,-10-45-44,-2-1 0,-3 2 0,-2-1 0,-2 0 1,-2 0-1,-2-1 0,-3 1 0,-1-1 0,-3-1 0,-26 64 1,26-80 354,-1-1 1,-1-1 0,-34 48-1,48-77-422,1 0 0,-1 1 0,0-1 0,0 0 0,-1 0 0,1 0 0,0 0 0,0 0 0,0 0 0,-1 0 0,1 0 0,0-1 0,-1 1 0,1 0 0,-1-1 0,1 1 0,-1-1 0,1 0 0,-1 1 0,1-1 0,-1 0 0,1 0 0,-1 0 0,1 0 0,-1 0 0,1 0 0,-1-1 0,-2 0 0,2 0-15,0 0 0,0 0 0,0 0 0,0 0 0,1-1 0,-1 1 1,0-1-1,1 1 0,-1-1 0,1 0 0,0 1 0,-1-1 1,1 0-1,0 0 0,0 0 0,0 0 0,0 0 0,1 0 0,-2-4 1,-3-22-16,0-1 1,2 1 0,2-1-1,0 0 1,7-52 0,35-146-20,-14 121-1106,67-172 1,-66 214 313,2 1 0,3 1 0,71-98 0,57-35-4141,-125 157 1175,2 2 0,76-56 0,-57 57-4472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5.7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0 293 12025,'5'-7'844,"0"1"1,1-1-1,0 1 0,0 1 1,0-1-1,8-5 1,-12 10-650,1-1 0,0 1 1,0 0-1,0 0 0,0 0 1,0 0-1,0 0 0,0 0 1,0 1-1,0 0 0,0-1 1,1 1-1,-1 1 1,0-1-1,0 0 0,0 1 1,0-1-1,0 1 0,0 0 1,4 2-1,5 1 24,0 2 1,0 0-1,-1 0 0,0 1 0,0 1 0,0 0 1,-1 0-1,-1 1 0,1 0 0,8 11 1,-7-5-39,-1-1 1,-1 2-1,0-1 1,-1 1-1,-1 0 1,10 29 0,-7-4 8,-2-1 0,-1 2-1,-3-1 1,-1 0 0,-4 70 0,-5-42 69,-3-1 0,-3 0 0,-3 0 0,-29 78 0,37-126 105,-1-1 0,0 0 0,-2-1 0,0 0 0,-15 20 0,23-61 516,7-15-750,2 0-1,2 0 1,1 1 0,16-39-1,-9 24-100,25-69-1109,73-145 0,-60 160-1989,101-147-1,-42 107-1248,-31 59-2596,-22 32-2467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6.3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433 151 8689,'-4'-2'697,"0"0"0,0 0 0,1 0 0,-1-1 0,1 1 0,-1-1 0,-4-6 0,1 3 629,-1 4 531,-6 3-885,7 0-667,-1-1-1,1 1 1,0 0-1,0 0 1,0 1-1,0 0 1,1 0-1,-8 4 1,-6 5 8,0 2 0,2 0 1,-1 1-1,2 0 1,0 2-1,1 0 1,0 1-1,1 0 0,1 1 1,-17 30-1,16-23-306,2 2-1,0 0 1,2 0-1,0 1 1,3 0-1,0 1 1,-7 50-1,14-67-129,0-1-1,1 1 0,0-1 0,0 1 1,1-1-1,1 1 0,0-1 0,1 0 1,0 0-1,0 0 0,1 0 1,1 0-1,7 13 0,-10-22 82,0 1 0,1-1-1,-1 0 1,1 0 0,-1 0 0,1 0-1,-1 0 1,1 0 0,0 0-1,0-1 1,0 0 0,0 1 0,0-1-1,0 0 1,1-1 0,-1 1 0,0-1-1,7 1 1,-4-1 9,0 0 1,0 0-1,1 0 0,-1-1 1,0 0-1,0 0 0,0-1 0,11-4 1,8-6-42,-1-2 0,0-1 0,0-1 0,21-19-1,81-81 19,-100 92 45,-9 7 31,82-73 196,-85 79-151,1 0-1,0 1 1,1 0-1,0 1 1,18-7-1,-28 14-46,0 1 1,0-1-1,0 1 1,0 0-1,1 1 1,-1-1-1,0 1 0,0 1 1,9 0-1,54 15 54,-64-15-63,85 30 56,-57-18-24,61 15-1,-75-24-37,-1-1 0,1-1-1,0 0 1,0-2 0,29-2 0,-41 1 10,1 0-1,-1-1 1,1 0-1,-1 0 1,0-1-1,1 0 1,-1 0 0,-1-1-1,1 1 1,0-2-1,-1 1 1,0-1-1,0 0 1,0 0-1,-1 0 1,7-9-1,0-2 233,-1-1-1,-1 0 1,-1-1 0,0 1-1,-1-2 1,-1 1-1,0-1 1,3-22-1,-3 3 656,-1 0 0,-2 0 1,-1-46-1,-4 81-833,1 1 1,0 0 0,0 0 0,0 0-1,0 0 1,1 0 0,-1 0-1,0 0 1,1 0 0,-1 0 0,3-4-1,-2 6-25,0 1 0,0-1 1,0 0-1,1 1 0,-1-1 0,0 1 0,0 0 0,0-1 0,0 1 0,0 0 0,0-1 0,0 1 1,0 0-1,-1 0 0,1 0 0,0 0 0,0 0 0,-1 0 0,1 0 0,0 0 0,0 2 0,22 30 232,-2 1-1,-1 1 1,-2 1 0,16 42-1,46 158 921,-75-219-1186,34 129-8,-6 1 0,-6 2 0,-7 0 0,-6 2 0,-7 169 0,-19-45 0,-92 517 0,85-690-647,-64 188 1,74-266 471,-1 0 0,-1-1 0,-1 0 0,-1-1 0,-2 0 0,0-1 0,0-1 0,-2 0 0,-21 18 1,23-25 127,0-1 1,0 0-1,-2-2 1,1 0-1,-1 0 1,-1-2-1,0 0 1,0-1-1,0-1 1,-1-1 0,0 0-1,-31 3 1,30-7 155,-1 0 0,1-1 1,-1-1-1,1-1 0,0-1 1,0 0-1,0-2 0,0 0 1,1-2-1,0 0 0,0-1 1,1 0-1,-1-2 0,2 0 1,0-1-1,-31-26 0,25 16 54,1-1-1,2-1 1,0-1-1,1 0 1,1-2-1,1 0 1,2-1-1,0-1 1,2 0-1,-14-46 1,13 25-184,3-1 1,2-1-1,2 1 0,2-1 1,2 0-1,3 0 0,2-1 1,2 1-1,16-75 0,3 27-246,4 1-1,4 1 0,80-168 0,-51 143-2500,95-142 1,-109 196-112,3 3 0,3 2 0,86-82-1,39-7-8573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6.5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71 251 13317,'-67'-51'2288,"67"8"-303,-3 28-345,9-15-280,-2 6-268,-1 6-232,4 3-408,13-3-556,10-6-428,7 12-1032,6 12-680,8 15-3293,2 15-4492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6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97 338 14341,'-73'36'2601,"62"-24"-105,-2 3 5144,16-33-6875,14-18-581,17-3-808,6-7-721,7-8-915,6-12-776,11-6-3117,10 2-5472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06.8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17 286 11645,'-17'-3'8265,"27"-18"-6345,10-9-388,14 18-288,9-3-252,21-3-320,20-3-608,13 0-784,10-3-548,7-7-984,17 1-156,13 0-3449,3 0-4988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38.3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914 94 6173,'0'0'3589,"15"-26"1290,-14 24-4485,0 1 0,0 0 0,0 0-1,-1-1 1,1 1 0,0-1 0,-1 1-1,1-1 1,-1 1 0,1-1 0,-1 1 0,0-1-1,0 1 1,0-1 0,1 1 0,-1-1-1,-1 0 1,1 1 0,0-2 0,-6-13 138,4 13-1148,1 0 1228,0 3-596,0-1 1,1 0 0,-1 0-1,0 1 1,0-1-1,0 1 1,1-1 0,-1 0-1,0 1 1,0 0 0,0-1-1,0 1 1,0 0-1,0-1 1,0 1 0,0 0-1,0 0 1,-1 0-1,-14-7 134,-12 21 83,10-2-68,-1 0-1,1 2 1,1 0 0,1 1-1,0 1 1,1 0 0,-21 30-1,10-8 261,-9 15 408,-42 84 0,35-42-193,5 3 1,-28 113-1,-29 209 448,77-340-953,-10 57 34,-43 184 251,-74 208 194,103-362-410,6-49 96,34-115 184,4-5-484,2-3-34,-1 0-1,1 0 0,-1 0 1,0 0-1,0-1 0,-1 1 1,0-1-1,0 0 0,0 0 1,3-12-1,13-24-1120,-18 40 768,29-17-3238,-28 18 2220,17-5 1654,-13 2-4419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39.5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216 10 13925,'0'0'57,"0"0"-1,0 1 0,0-1 0,0 0 1,0 1-1,-1-1 0,1 0 1,0 0-1,0 1 0,0-1 0,-1 0 1,1 0-1,0 1 0,0-1 1,-1 0-1,1 0 0,0 0 0,-1 0 1,1 1-1,0-1 0,-1 0 1,1 0-1,0 0 0,-1 0 1,1 0-1,0 0 0,0 0 0,-1 0 1,1 0-1,0 0 0,-1 0 1,1 0-1,0 0 0,-1 0 0,1 0 1,0 0-1,-1 0 0,1-1 1,0 1-1,-1 0 0,1 0 0,0 0 1,0 0-1,-1-1 0,1 1 1,0 0-1,0 0 0,-1-1 0,1 1 1,0 0-1,0 0 0,0-1 1,-1 1-1,1 0 0,0 0 0,0-1 1,-9-8 3682,6 11-3152,0-1 1,1 2 0,-1-1-1,1 0 1,-1 0 0,1 1 0,0-1-1,0 1 1,-2 3 0,-3 10 25,0-1 1,2 1 0,0 0 0,0 0-1,2 0 1,-2 18 0,-3 9 249,-49 431-82,37-253-704,-9 212-7332,16-184 1995,11-153-1384,10-7-3980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39.9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105 31 12949,'-8'-7'1048,"-13"-11"393,6 13 4302,13 5-5561,1 0 0,-1 1 1,0-1-1,0 1 1,0-1-1,0 1 1,1 0-1,-1 0 0,0 0 1,1 0-1,-1 0 1,1 0-1,-1 0 1,1 1-1,0-1 0,-1 0 1,1 1-1,0-1 1,0 1-1,0 0 1,0-1-1,0 1 0,0 0 1,0-1-1,1 1 1,-1 0-1,1 0 1,-1 0-1,1 2 1,-3 8 242,1 0 1,0 1 0,1 14 0,1 89 982,23 175 0,-12-211-1095,34 126-1,-33-165-284,2-1-1,2-1 1,1 0-1,43 69 1,-53-97-15,1-1 0,0 1 0,0-2 0,1 1 1,1-1-1,0 0 0,0-1 0,0 0 0,1-1 0,1 0 1,-1-1-1,1 0 0,16 6 0,-18-9-5,0-1-1,-1 0 1,1 0-1,0-1 1,0 0-1,0-1 1,0 0-1,0 0 1,0-1-1,0-1 0,0 0 1,-1 0-1,1-1 1,0 0-1,-1 0 1,0-1-1,0-1 1,9-5-1,-3 1-1,0-1 0,-1-1 0,-1 0-1,0 0 1,0-2 0,-2 0 0,1 0 0,-1-1-1,-1 0 1,-1-1 0,0 0 0,-1 0-1,0-1 1,6-20 0,-2 0-23,-2 0 0,-2-1-1,-1 0 1,-1 0 0,-3 0 0,-1 0 0,-1-1 0,-3 1-1,0-1 1,-9-38 0,6 49-52,-1-1 0,-2 1 0,0 0 0,-2 0-1,-1 1 1,-1 1 0,-1 0 0,-1 0 0,-1 1 0,-1 1 0,-1 1-1,-2 0 1,-39-36 0,45 48-139,0 0-1,0 1 0,-1 1 1,0 0-1,-1 1 1,0 1-1,0 0 0,0 1 1,-1 1-1,1 0 1,-1 1-1,-19-1 1,20 3-309,-1 1 0,1 0 1,0 2-1,0 0 0,0 0 1,1 1-1,-1 1 1,1 1-1,0 0 0,0 0 1,0 2-1,0 0 1,-13 9-1,17-9 8,-13 7-3644,-35 32-1,19-4-5294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0.3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31 14573,'-24'-30'9447,"31"55"-5265,22 141-1900,9 193 1,-32-176-2412,-18 205-1,-1-69-5667,9-108-4818,3-83-2497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3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5204 100 4688,'12'-16'2738,"-11"15"-2570,0 0 0,-1 0 0,1 0-1,0 0 1,0 0 0,0 0-1,-1-1 1,1 1 0,-1 0 0,1-1-1,-1 1 1,1 0 0,-1-1-1,0 1 1,0 0 0,0-1 0,1 1-1,-1-1 1,-1 1 0,1-3-1,-9-47 1812,7 48-1946,-18 9 28,-401 133 1241,-161 31-1064,238-72-201,111-30 41,-572 172-11,10 30-65,-566 292 118,1153-471-104,-188 93 864,357-167-348,30-15-215,24-11-204,207-107 134,-220 115-472,-20-4-4199,-6 0 478,-4 12-1445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4.6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593 1456 10589,'0'0'1321,"2"-3"38,2-3-1249,-4 6 49,1-1 0,0 0 1,0 0-1,-1 0 1,1 0-1,0 0 0,-1 1 1,1-1-1,-1 0 0,1 0 1,-1 0-1,0-1 0,1 1 1,-1 0-1,0 0 1,0 0-1,0 0 0,0 0 1,0 0-1,0 0 0,0 0 1,0 0-1,0-1 0,0 1 1,-1 0-1,1 0 0,0 0 1,-1 0-1,1 0 1,-1 0-1,1 0 0,-1 0 1,1 0-1,-1 1 0,-1-2 1,-2-7 186,-1 0 0,1-1 0,1 1 0,0-1-1,0 0 1,1 0 0,0 0 0,-1-18 0,-2-10 381,-9-62 609,-2-186-1,12 138-1060,-26-176 0,19 274-219,-1 0 0,-31-79 0,35 108-55,3 7-20,-1-1 0,0 1 0,-1 0 0,-1 0 0,0 1 0,-1 0 1,-13-15-1,19 25 14,0 0 0,0 0 0,0 0 1,0 1-1,0-1 0,0 1 0,-1 0 1,1 0-1,-1 0 0,0 0 1,0 0-1,1 1 0,-1 0 0,0 0 1,0 0-1,0 0 0,0 1 0,0-1 1,-1 1-1,1 0 0,0 0 0,0 1 1,0-1-1,0 1 0,0 0 0,0 0 1,0 0-1,0 0 0,1 1 1,-1 0-1,-6 3 0,0 2 20,0 1-1,0-1 1,0 2 0,1-1-1,0 2 1,1-1 0,0 1 0,0 0-1,1 1 1,-9 17 0,-1 8 195,-25 74-1,24-52-145,4 1 0,1 1-1,4 0 1,2 0-1,2 1 1,4 0-1,1 0 1,4 0-1,2-1 1,25 105-1,-8-80-53,3-1 1,4-1-1,4-1 0,3-3 0,4 0 0,92 132 0,-46-92-125,49 72-136,-100-137 148,43 91-1,-72-128 84,0 0 0,-1 0 0,0 1 0,-2 0 0,0 0-1,-1 0 1,0 0 0,-2 0 0,0 1 0,-1-1 0,-1 1 0,-1-1 0,-1 0 0,0 0-1,-1 0 1,-1 0 0,0-1 0,-2 1 0,0-1 0,-1-1 0,-1 0 0,0 0 0,-18 23-1,2-8 28,-34 32 0,57-61-2,0 0 0,0 0 0,0 0 0,-1 0 0,1 0 0,-1 0 0,1-1 0,-1 1 1,0-1-1,1 0 0,-1 0 0,0 0 0,-4 1 0,6-2-9,-1 0 0,1 0 0,0 0 0,-1 0 0,1 0 0,0-1 1,0 1-1,-1 0 0,1-1 0,0 1 0,0-1 0,0 1 0,0-1 0,-1 0 0,1 1 0,0-1 0,0 0 1,0 0-1,0 0 0,1 0 0,-3-1 0,1-3-25,0 1 0,0 0 0,0 0 0,0-1-1,1 0 1,-1 1 0,1-1 0,0 1 0,1-1 0,-1 0 0,1 0 0,0 1 0,0-1-1,2-7 1,2-11-123,1 1 0,1 0 0,1 0 0,1 0 0,1 1 0,19-33 0,-1 10-146,62-77 0,-49 76 182,2 1 1,53-43 0,104-65 75,-167 128 339,2 2 1,0 2-1,1 1 0,1 1 0,1 2 0,67-19 0,-97 33-224,0 0-1,0 1 0,1 0 0,-1 0 0,0 1 1,1-1-1,-1 2 0,0-1 0,1 1 0,-1 0 0,0 1 1,0-1-1,0 1 0,0 1 0,0 0 0,0 0 1,0 0-1,-1 0 0,0 1 0,1 0 0,-2 1 1,1-1-1,0 1 0,-1 0 0,0 1 0,0-1 0,0 1 1,-1 0-1,0 0 0,0 0 0,-1 1 0,5 9 1,10 37-519,-2 1 0,15 83 0,5 21-4449,-16-71-4288,-10-49-826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4.8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81 208 10917,'-40'-87'1876,"30"54"-316,3 2-360,1 16-91,-4-6-237,3 0 696,34 36-4425,6 21 1149,-13 4-2476,4 14-3185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5.4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10 314 9305,'-2'-6'408,"0"1"1,0-1-1,1 0 1,0 1 0,1-1-1,-1 0 1,1 0-1,0 0 1,0 0-1,1 1 1,0-1-1,0 0 1,0 0-1,1 1 1,2-8-1,-2 7-234,4-16 895,0 0-1,18-36 0,-20 50-925,1 0 0,0 1 0,0-1 0,1 1 0,0 0 0,1 0 0,-1 1 0,1 0 1,14-10-1,-16 13-108,0 0 0,0 0 0,0 0 0,1 1 0,-1-1 0,1 1 0,-1 1 1,1-1-1,0 1 0,-1 0 0,1 0 0,0 0 0,0 1 0,0 0 1,0 0-1,0 1 0,0-1 0,-1 1 0,10 3 0,-7-1-17,0 1 0,0 0 0,-1 0 0,1 1 0,-1-1 0,0 2 0,-1-1 0,1 1 0,-1 0 0,0 0 0,-1 0 0,1 1 0,4 9 0,3 5 0,-1 0-1,0 1 0,-2 0 1,11 34-1,-17-42-14,1-1 0,0 0-1,1 0 1,1-1 0,0 1 0,1-2 0,0 1 0,0-1-1,2 0 1,-1-1 0,1 0 0,1 0 0,-1-1-1,2-1 1,-1 0 0,1 0 0,22 9 0,50 19-27,23 10 49,-96-40-25,0 0 0,0 1-1,0 1 1,-1 0 0,0 0-1,14 15 1,-20-17 2,1-1 1,-1 1-1,0 0 0,-1 1 1,1-1-1,-1 1 0,-1-1 1,1 1-1,-1 0 0,0 0 1,-1 0-1,0 0 0,0 0 1,0 0-1,-1 0 0,0 1 1,-1 8-1,-3 9 10,-1-1-1,-1 0 1,-16 40 0,4-12 35,7-25-48,8-20-10,0 0-1,0 0 1,1 1 0,0-1-1,0 1 1,-1 13-1,7-22 4,2-1 2,0 0-1,0-1 1,0 0 0,-1 0-1,1 0 1,-1-1-1,0 1 1,0-1-1,0-1 1,0 1 0,-1-1-1,0 1 1,0-1-1,0-1 1,5-7-1,5-13-52,-1 1-1,12-36 0,-5 10-56,191-501-522,-198 517 672,-8 25 32,-1 0 0,0-1-1,-1 1 1,0-1 0,2-21 0,-10 33 230,-3 0-199,1 1 0,0 0 0,0 0 1,0 1-1,0 0 0,0 0 0,0 1 0,1 0 0,0 0 1,-1 0-1,2 1 0,-1 0 0,0 0 0,1 1 0,0-1 0,0 1 1,-6 10-1,-5 8 121,0 0 0,2 1 0,1 0 1,-12 32-1,21-45-174,0 0 0,1 0 0,1 0 0,0 0 0,0 0 0,1 0 0,1 1 1,0-1-1,0 0 0,2 1 0,-1-1 0,5 15 0,-4-22-60,-1 0-1,1-1 1,1 1 0,-1 0-1,1-1 1,-1 1 0,1-1-1,0 0 1,1 0 0,-1 0-1,1-1 1,0 1 0,4 3-1,1-1-110,-1-1-1,1 0 1,0 0-1,0-1 1,1 0-1,11 3 1,7 0-779,-1-2 1,1-1 0,55 2 0,-38-7-1603,0-2 1,-1-2-1,66-16 1,-27 3-4628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6.1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172 800 12561,'-7'4'543,"1"1"-1,0 0 0,0 0 1,0 1-1,1 0 0,0 0 1,0 0-1,1 0 0,-1 1 1,1 0-1,-5 12 0,-4 11 1073,-12 41 0,25-70-1589,-16 45 567,3-1-1,2 2 1,2 0-1,1 0 1,0 61-1,7-72-494,3-1 1,0 0-1,2 1 0,2-2 0,1 1 0,2-1 0,1 0 0,2 0 0,1-2 1,1 1-1,31 47 0,-17-34-257,-16-24-50,2 0 1,23 28-1,-3-23-131,-24-21 263,-9-5 68,1-1 1,-1 0 0,0-1 0,0 1-1,0 0 1,0 0 0,1 0-1,-1-1 1,0 1 0,0-1 0,0 1-1,0-1 1,0 1 0,0-1 0,0 1-1,0-1 1,0 0 0,0 0-1,0 1 1,-1-1 0,1 0 0,1-1-1,-2 1-10,0-3 20,0-1-1,-1 1 0,0-1 0,0 1 1,0 0-1,-1 0 0,1 0 0,-4-5 0,-1-8 19,-8-23-87,-35-69-1,30 71 56,-22-64 0,24 41-145,2-1-1,3 0 0,3 0 1,3-1-1,2-1 0,3 1 1,3 0-1,2 0 0,4 0 1,2 0-1,2 1 1,4 1-1,2 0 0,3 2 1,2 0-1,3 1 0,2 1 1,3 2-1,2 1 0,3 2 1,80-92-1,-89 116 82,1 1-1,55-40 1,-73 60 84,1-1 0,0 2 0,0 0 1,1 0-1,-1 1 0,1 0 0,0 1 1,1 0-1,-1 1 0,1 1 0,-1 0 1,18 0-1,-24 2 32,0 1 0,0-1-1,-1 2 1,1-1 0,0 1 0,0 0 0,-1 0-1,1 0 1,-1 1 0,0 0 0,9 6-1,-5-3 59,-1 2-1,0-1 1,0 1-1,0 0 0,11 18 1,-4-1 143,-1 0 0,-1 1 1,-1 0-1,9 31 1,2 21 654,21 118 0,-5 87 616,-20-73-350,-10 252 0,-48 209-104,16-365-712,25 462 0,-2-764-345,21 207 87,-16-176-158,2-1 0,1-1 0,25 65 1,-30-90-1,1 0 1,0 0 0,1-1-1,-1 1 1,1-1 0,0 0 0,1 0-1,0-1 1,0 0 0,1 0 0,-1 0-1,1-1 1,8 5 0,-10-7-21,0-1 0,0 0 1,1 0-1,-1-1 0,1 1 1,-1-1-1,1 0 0,0-1 1,-1 1-1,1-1 0,0 0 0,-1-1 1,1 0-1,-1 1 0,1-2 1,0 1-1,-1-1 0,0 1 1,1-1-1,8-5 0,-2 0-97,-1-1 0,1 0 0,-1 0 0,-1-1 0,0 0 0,0-1 0,0 0 0,-2-1 0,1 0-1,8-15 1,3-8-269,-1-1 1,18-50-1,-18 37 158,-2-2 0,-2 0 1,-3 0-1,-2-1 1,7-91-1,-16 111 244,-1-1 0,-2 1 0,0 0-1,-3 0 1,0 1 0,-2-1 0,-1 1 0,-2 1 0,0-1 0,-30-53-1,11 37 346,-2 1-1,-2 1 1,-2 2-1,-2 1 1,-81-68-1,-234-146 2086,235 171-1833,102 72-450,0-1 0,1-1-1,1 0 1,0-1 0,-14-22 0,24 33-108,0-1 1,0 1-1,1-1 1,-1 0-1,1 0 0,0 1 1,1-2-1,-1 1 1,1 0-1,0 0 1,1 0-1,-1-1 0,1 1 1,0 0-1,0-1 1,0 1-1,1 0 1,0 0-1,0-1 0,0 1 1,1 0-1,0 0 1,0 0-1,0 0 1,0 1-1,1-1 0,5-7 1,16-19-594,0 1 0,2 1 0,1 1-1,46-35 1,133-88-3548,-184 136 3621,52-37-1331,81-53-4655,-35 34-1704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6.3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 26 8489,'-50'-7'1751,"40"5"7584,24-14-8916,-28 20-10029,-3 5 2210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6.9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 12965,'-7'20'4407,"-18"6"-2200,8-9-870,10-6-829,0 1 0,0 0-1,1 0 1,0 1 0,1 0 0,1 0 0,0 0 0,1 0 0,-2 16-1,0 18 252,0 56 0,4-98-703,1 59-223,3-1 1,3 1-1,27 122 1,-13-109-3663,37 89 0,-33-100-2364,-6-2-3874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7.3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1 112 7885,'3'-109'3238,"-3"107"-3059,1 5-42,12 38-327,-3 1-1,-2 1 0,5 54 1,-5-31 78,7 75-204,-8-67 263,21 100-1,-26-167 234,0 0 1,0 0-1,1 0 0,0-1 0,0 1 1,1-1-1,-1 0 0,1 0 0,0 0 0,1 0 1,0-1-1,8 8 0,-12-13-91,0 1-1,0-1 1,0 0-1,0 0 1,0 0-1,0 1 1,0-1-1,0 0 1,0 0-1,0 0 1,0-1-1,0 1 1,0 0-1,0 0 1,0 0 0,0-1-1,1 0 1,2 0 227,8-1 261,-1-1 0,1 0 1,-1-1-1,0 0 0,0 0 1,15-10-1,64-43 2171,-41 24-2275,15-4-245,-39 23-204,-1 0 0,-1-1 0,0-1 0,40-38 0,-29 16 430,-1-2 0,-2-1 1,36-63-1,-67 103-404,1 0 1,0 0-1,-1 0 0,1 1 1,-1-1-1,1 0 0,0 0 1,-1 1-1,1-1 0,0 0 0,0 1 1,0-1-1,0 1 0,-1-1 1,1 1-1,0-1 0,0 1 1,0 0-1,0-1 0,0 1 0,0 0 1,0 0-1,0 0 0,0-1 1,0 1-1,0 0 0,0 1 1,0-1-1,0 0 0,0 0 0,0 0 1,0 1-1,0-1 0,0 0 1,0 1-1,0-1 0,0 1 1,0-1-1,0 1 0,0-1 0,-1 1 1,3 1-1,2 6 95,0-1 0,0 1 1,-1 0-1,0 1 0,0-1 0,2 12 1,14 27 113,8 10 24,-17-33-590,1 0 0,2 0 0,0-1-1,29 35 1,-2-9-2304,-39-46 2220,0-1-1,0 0 1,0 0-1,0 0 1,1 0-1,-1 0 1,1 0-1,-1-1 1,1 1-1,-1-1 1,1 1-1,0-1 1,0 0-1,0 0 0,0-1 1,3 2-1,-1-1-648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7.5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1 121 10049,'26'-21'2020,"-16"9"-312,11 6-208,-5 0-239,4-6-261,4 2-216,3 1-212,26-3-336,-6 6-776,0-3-1088,-3-3-1013,6 6-1479,7 6-3097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4.5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1393 153 10117,'-9'-12'495,"-1"1"-1,0 1 1,0 0 0,-1 0 0,-1 1 0,1 0-1,-1 1 1,-1 1 0,0 0 0,-25-11-1,-3 7-107,0 1-1,0 3 0,-1 1 0,0 2 0,0 1 0,0 3 0,0 1 0,0 3 0,0 1 0,-67 17 0,87-16-326,1 2 0,1 1 0,-1 0-1,1 2 1,1 0 0,0 1-1,1 1 1,0 0 0,1 2 0,-25 25-1,38-34-46,-1 0-1,1 0 0,0 0 1,1 0-1,-1 1 1,1-1-1,1 1 0,-1 0 1,1 0-1,0 0 1,-1 12-1,5 11 25,-1-21-24,-1-8-12,0 0 0,0 0 0,0-1 0,0 1-1,0 0 1,1 0 0,-1 0 0,0-1 0,1 1 0,-1 0 0,0 0 0,1-1 0,-1 1 0,1 0 0,-1-1 0,1 1 0,-1-1-1,1 1 1,-1 0 0,2 0 0,-1-1 0,0 1-1,-1 0 1,1 0 0,0-1-1,-1 1 1,1 0-1,0 0 1,-1 0-1,1 0 1,-1 0 0,1 0-1,-1 0 1,0 0-1,1 2 1,2 22 67,-1 0 0,-1 0 0,-1 0 0,-1 0-1,-6 34 1,-33 131 488,34-165-470,-45 183 603,-61 299 1191,3 335 335,94-716-2001,-9 108 170,-16 123 186,-7 119 85,38-353-454,4-36-27,3-1 1,13 108-1,-9-173-144,2 0 0,0-1 1,1 0-1,1 0 0,0 0 0,2-1 0,11 22 1,-13-31-21,0-1 1,0 0 0,1 0 0,0 0-1,0-1 1,1 0 0,0-1-1,0 1 1,1-2 0,0 1 0,0-1-1,1-1 1,-1 1 0,1-2 0,11 5-1,6-2-68,-1 0 0,1-2 0,0-1 0,0-1 0,0-2 0,36-1 0,-14-4-599,0-1 0,76-19 0,-66 7-873,-1-3 1,58-27-1,34-24-4851,-99 46 3196,68-31-6782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6.3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37 11449,'22'-10'2050,"-18"8"47,-4 1-1825,1 0-1,-1 0 1,0 0 0,-1 0-1,1 0 1,0 0 0,0 0-1,0 0 1,-1 0 0,1 0-1,0 0 1,-1 0 0,1 0-1,-1 1 1,1-1 0,-1 0-1,1 0 1,-1 0 0,0 1-1,1-1 1,-1 0 0,0 0-1,1 1 1,-1-1 0,0 1 0,0-1-1,-1 0 1,1 1-83,0 0 0,0 0 0,1 0 1,-1 1-1,0-1 0,0 0 0,0 0 1,1 1-1,-1-1 0,0 0 0,1 1 0,-1-1 1,0 1-1,1-1 0,-1 1 0,0-1 0,1 1 1,-1-1-1,1 1 0,-1 0 0,1-1 0,-1 1 1,1 0-1,0-1 0,-1 1 0,1 0 0,0 0 1,0-1-1,-1 1 0,1 0 0,0 0 0,0 0 1,0-1-1,0 1 0,0 0 0,0 1 0,0 7 47,-1 0 0,2 0-1,-1-1 1,1 1 0,1 0-1,-1-1 1,2 1 0,2 8-1,7 27 208,-4 11-443,3 109 0,-16 57 0,2-140 0,-18 203 0,-1 39 0,22-316-4,1 228-3626,2-184 1545,2 0 1,20 80-1,-11-93-5459,7-4-4807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16.7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590 31 12157,'-2'-3'2233,"-23"-24"14579,22 27-15573,-21 5-1188,1 1 1,0 0-1,0 2 0,1 0 1,-1 2-1,-28 17 1,6 1-69,-80 65 0,98-66-704,0 1-1,1 1 1,2 1-1,2 1 1,-23 41 0,40-64-875,1 1 0,0-1 1,1 1-1,0-1 0,0 1 1,1 0-1,-2 17 0,3 19-11093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8.3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71 212 6813,'-70'6'12541,"71"-9"-11870,5-7-252,-4 7-354,0 0 0,-1 0 1,1 0-1,0 1 1,0-1-1,1 1 1,-1-1-1,0 1 0,1 0 1,0 0-1,5-4 1,46-24-2079,98-38 0,-38 20-5067,-55 24-59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48.5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31 284 7709,'-30'-24'3076,"36"-3"-2024,1 3-196,3 3-280,14-13-112,-1 7-476,7-3-632,4-6-612,6 3-2212,17 6-1901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0.7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66 481 8041,'-18'-6'973,"14"4"-390,-1 0-1,1 1 1,-1 0 0,1 0-1,-1 0 1,0 0 0,-5 1-1,10-5 840,-3-52 2180,1 35-2138,2-44 0,0 58-1311,1 0 0,1 0 0,0 0 0,0 1 0,0-1 0,1 0 0,0 1 0,0 0 0,7-10 0,8-11 309,-11 16-304,0-1 0,1 1 0,1 0 0,0 1 0,1 0 0,0 0 0,0 1 0,1 1 1,21-15-1,-12 12-103,2 0 1,0 2-1,0 0 0,1 2 1,46-12-1,-62 19-54,1-1 1,0 1-1,-1 1 0,1-1 0,0 1 0,-1 1 0,1-1 0,0 1 0,-1 1 0,1 0 0,-1 0 0,0 0 0,1 1 1,-1-1-1,0 2 0,-1-1 0,1 1 0,0 0 0,-1 1 0,0-1 0,0 1 0,-1 1 0,6 5 0,0 4 11,0 0 0,-1 0-1,-1 1 1,-1 1 0,-1-1-1,0 1 1,-1 0 0,0 1-1,-2 0 1,0-1 0,-1 2-1,-1-1 1,0 0-1,-2 22 1,-3 27 0,-3-1 0,-22 100 0,27-158-3,-12 47 24,-2 0 1,-30 74-1,-58 100-50,66-150 48,27-58-20,-67 131 141,67-134 61,-2 0 1,0-1 0,0 0-1,-2-2 1,-28 28 0,5-5 1674,62-40-906,19-10-517,73-31 0,-52 17-221,377-157-1297,-327 126-2529,187-124 1,-203 111-562,-36 20-1448,3-8-4856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2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288 136 4476,'31'-27'1227,"-29"25"-1058,-1 1 0,1-1 0,0 1 0,-1-1 1,0 0-1,1 0 0,-1 0 0,0 0 1,0 0-1,0 0 0,1-3 0,4-6 3265,-7 8-3341,-1-28-44,2 29-60,-3 3-252,-9 6 66,-20 6 330,11-14 1080,20 0-1064,0 1 0,1 0 1,-1 0-1,0-1 1,1 1-1,-1 0 0,0-1 1,1 1-1,-1-1 0,1 1 1,-1-1-1,1 1 1,-1-1-1,1 1 0,-1-1 1,1 1-1,0-1 1,-1 0-1,1 1 0,0-1 1,-1 0-1,1 1 1,0-1-1,0 0 0,0 1 1,-1-1-1,1 0 1,0 0-1,0 1 0,0-1 1,0 0-1,0 1 1,1-3-1,5-32 7338,-6 40-6849,-4 59 172,-3 0 0,-17 73 1,1-9-374,-53 303 142,45-268-456,1-9-17,-39 256 62,68-405-73,2-8-92,1 1 0,-1-1 0,0 0 0,1 0-1,-1 1 1,1-1 0,0 1 0,0-1 0,0 1-1,0 0 1,0 0 0,3-2 0,3-4 6,10-12-46,2 0-1,0 1 0,1 1 1,1 1-1,0 1 0,2 1 1,36-17-1,187-66-1445,-91 40 159,-24 2-269,139-82-1,-202 97 1250,-1-4-1,-2-3 0,88-83 1,-147 125 455,0-1 1,-1 0-1,0 0 0,0-1 1,0 0-1,-1 0 0,-1 0 0,1 0 1,4-13-1,-8 16-2,0 1-1,0-1 1,0 0-1,-1 1 1,1-1-1,-1 0 1,-1 0 0,1 1-1,0-1 1,-1 0-1,0 1 1,0-1-1,-1 0 1,1 1 0,-1-1-1,0 1 1,0 0-1,0 0 1,-1 0-1,-4-7 1,-9-8 461,-2 1 1,0 0-1,-29-22 1,5 4 227,16 13 334,-1 1-1,0 2 1,-53-30 0,78 49-1129,1 0-1,0 1 0,0-1 0,-1 1 0,1-1 0,0 1 1,-1 0-1,1 0 0,0-1 0,-1 1 0,1 0 1,0 0-1,-1 0 0,1 0 0,0 1 0,-1-1 1,1 0-1,0 0 0,-1 1 0,1-1 0,0 1 0,0-1 1,-1 1-1,1 0 0,0-1 0,0 1 0,0 0 1,0 0-1,0 0 0,0 0 0,0 0 0,0 0 1,0 0-1,0 0 0,1 0 0,-1 0 0,0 2 0,-4 5-5,1 1 0,1 0 0,-1 0 0,-2 12 0,4-15 2,-14 68 1,3 0 0,3 0 0,-1 103 0,6-73 0,-1 37-32,7 1 1,6 0-1,6-1 1,35 153-1,-25-186-1902,1 3-3879,-4-23-3024,-6-23-4204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3.8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0 223 6389,'1'0'95,"-1"-1"1,1 1-1,-1 0 0,1-1 1,-1 1-1,1-1 1,-1 1-1,1-1 1,-1 1-1,1-1 1,-1 1-1,0-1 1,1 1-1,-1-1 1,0 0-1,1 1 1,-1-1-1,0 0 1,0 1-1,0-1 1,0 0-1,0 1 1,0-1-1,1 0 1,-2 1-1,1-1 0,0 0 1,0 1-1,0-1 1,0 0-1,0 1 1,0-1-1,-1 0 1,1 1-1,0-1 1,-1 0-1,0-1 275,0 0 0,0 1 0,1-1 0,-1 0 0,1 0 0,-1 0 0,1 1 0,-1-1 0,1 0 0,0-4 0,0-3 468,1 0 0,0 0-1,0 0 1,1 0-1,5-15 1,-5 19-551,-2-1-1,1 1 0,0 0 1,-1-1-1,0 1 1,-1-1-1,1 1 0,-1 0 1,0-1-1,-3-8 1,2 4 355,3 7-180,0 1 1,0-1-1,0 0 0,0 1 0,0-1 1,0 0-1,1 1 0,-1 0 0,4-5 1,-9 16-254,1 1 1,0-1 0,1 0 0,0 1 0,0-1 0,1 1 0,1 0 0,0 13 0,10 86 838,-1-28-502,-5 27-439,31 434 933,-19-405-688,63 257 0,-56-324-352,-23-69 0,1 0 0,-1 0 0,1 0 0,-1 0 0,1 0 0,0 0 0,-1 0 0,1 0 0,0 0 0,0-1 0,0 1 0,-1 0 0,1-1 0,0 1 0,0 0 0,0-1 0,0 1 0,0-1 0,0 0 0,0 1 0,0-1 0,0 0 0,0 1 0,1-1 0,-1 0 0,0 0 0,0 0 0,0 0 0,0 0 0,0 0 0,0 0 0,0-1 0,0 1 0,0 0 0,0-1 0,1 1 0,-1 0 0,0-1 0,-1 1 0,1-1 0,1 0 0,5-3 0,-1 0 0,1 0 0,-1 0 0,0-1 0,8-8 0,73-80 0,49-46 0,-116 120 0,1 2 0,1 1 0,1 0 0,1 2 0,27-13 0,-30 18 0,1 0 0,0 1 0,0 2 0,1 0 0,0 1 0,0 2 0,25-2 0,-35 5 0,0 0 0,0 1 0,0 1 0,0 0 0,0 0 0,-1 1 0,1 1 0,-1 0 0,0 1 0,0 0 0,0 1 0,0 0 0,-1 1 0,11 9 0,-14-10 0,-1 0 0,0 0 0,-1 1 0,0 0 0,0 1 0,0 0 0,-1-1 0,0 2 0,0-1 0,-1 0 0,0 1 0,-1 0 0,0 0 0,0 0 0,-1 0 0,0 1 0,0-1 0,-1 0 0,-1 1 0,0-1 0,0 1 0,0-1 0,-4 17 0,0-9 0,0-1 0,-1 1 0,-1-2 0,0 1 0,-1-1 0,-1 0 0,0 0 0,-1-1 0,-1 0 0,0 0 0,-1-1 0,-18 17 0,-17 10-159,-2-3 1,-1-1-1,-66 35 1,-166 72-1052,277-141 1192,-78 34-2965,77-35 2547,0 0 0,0 0 1,0-1-1,0 0 0,0 0 0,0 0 0,0 0 1,0-1-1,0 0 0,0 0 0,0 0 1,0-1-1,1 0 0,-1 0 0,0 0 0,1 0 1,-5-4-1,8 6 94,0-1-1,0 1 1,0-1 0,0 0 0,0 1-1,0-1 1,1 0 0,-1 0 0,0 0-1,0 1 1,1-1 0,-1 0 0,0 0-1,1 0 1,-1 0 0,1 0 0,-1-1-1,1-1 1,-5-27-10249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4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39 262 12161,'-3'2'1804,"-28"21"1819,31-22-3499,-1-1 0,0 1 0,1 0 0,0 0 0,-1-1 1,1 1-1,0 0 0,-1 0 0,1 0 0,0 0 1,0 0-1,-1 0 0,1 0 0,0-1 0,0 1 0,0 0 1,0 0-1,0 0 0,1 0 0,-1 0 0,0 0 0,1 1 1,-1 0 244,1 3-104,-1 4 122,1 0 0,0 0 0,0 0-1,1-1 1,0 1 0,0-1-1,1 1 1,5 9 0,7 11-31,1 0 0,2-2 0,0 0 0,2 0 0,45 44 0,-54-60-303,1-1-1,0 0 1,1-1-1,0 0 0,19 9 1,-28-16-45,0-1 1,-1 0-1,1 1 1,0-1-1,0 0 0,0-1 1,0 1-1,0-1 0,0 0 1,0 0-1,0 0 1,0 0-1,0-1 0,0 1 1,0-1-1,0 0 1,0-1-1,0 1 0,0-1 1,-1 1-1,1-1 1,0 0-1,-1 0 0,0-1 1,1 1-1,2-4 1,4-4-8,-1 0 1,0 0 0,0-1 0,-1 0-1,0-1 1,-1 0 0,-1 0 0,7-16-1,2-13 146,12-53-1,-15 48 206,-3 27-240,-9 19-107,1-1 1,-1 1-1,0 0 0,0 0 1,1 0-1,-1-1 1,0 1-1,1 0 1,-1 0-1,0 0 1,1 0-1,-1 0 1,0-1-1,1 1 1,-1 0-1,0 0 1,1 0-1,-1 0 0,0 0 1,1 0-1,-1 0 1,0 0-1,1 0 1,-1 1-1,0-1 1,1 0-1,-1 0 1,0 0-1,1 0 1,-1 0-1,1 1 1,2 2 17,0 0 1,0 0-1,-1 1 1,1-1 0,-1 1-1,0 0 1,0-1 0,0 1-1,1 5 1,9 23 123,-1 1 0,-2 0-1,9 68 1,2 118 238,-17-182-350,3 75 62,-6 1 1,-24 206-1,10-229-126,-5 0 0,-3-1 0,-67 167 0,84-243 22,-1 0 0,-1 0 1,0-1-1,-1 1 0,0-2 1,-1 1-1,-11 11 0,18-21 9,0 0 0,0 0 0,0 0-1,0 0 1,-1 0 0,1 0-1,0 0 1,-1-1 0,1 1-1,-1-1 1,0 0 0,1 0 0,-1 0-1,0 0 1,0 0 0,0 0-1,0-1 1,1 1 0,-1-1 0,0 0-1,0 0 1,0 0 0,0-1-1,0 1 1,0 0 0,0-1 0,0 0-1,1 0 1,-1 0 0,0 0-1,1 0 1,-1 0 0,0-1-1,1 0 1,0 1 0,-1-1 0,1 0-1,-3-3 1,-2-2-1,1-1-1,0 1 1,1-1 0,0 0-1,0 0 1,1-1 0,0 1-1,0-1 1,1 0 0,-4-15-1,1-15-68,1 1-1,2-1 1,2 0 0,1 0-1,2 0 1,9-46-1,4-1-888,47-141-1,-2 58-1283,7 2-1,99-174 1,129-119-1084,-287 448 3365,1-2 174,0 0 0,1 1 0,0 0 0,1 0 0,1 1 1,0 1-1,1 0 0,0 1 0,21-14 0,-33 24-147,0-1 0,0 1-1,0-1 1,0 1 0,0-1-1,1 1 1,-1 0 0,0-1 0,0 1-1,0 0 1,0 0 0,0 0 0,1 0-1,-1 0 1,0 0 0,0 0-1,0 0 1,0 1 0,0-1 0,0 0-1,1 1 1,-1-1 0,0 1 0,0-1-1,1 2 1,0-1 63,-1 1-1,1 0 1,-1-1-1,0 1 1,0 0 0,1 0-1,-1 0 1,0 0-1,-1 0 1,1 0 0,0 0-1,0 4 1,1 5 237,-1 0-1,0 0 1,0 0 0,-2 14 0,-5 33 848,-16 61 1,13-74-848,1 1-1,-3 77 1,24 120-4407,-13-160-1115,-2-41-1434,4-18-2796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5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0 486 10945,'16'-13'961,"0"1"0,0 0 0,1 2 0,1-1 0,-1 2 0,2 1-1,22-8 1,-7 5-582,0-2 1,-1-1-1,51-29 0,-69 34-329,0-1 1,-2 0-1,1-1 1,-1 0 0,-1-1-1,0-1 1,0 0-1,-2-1 1,17-25 0,-17 6 5,-9 30-66,-6 6 18,0 0 0,0 0 0,0 0-1,1 1 1,-1 0 0,1 0 0,0 0 0,0 0-1,-6 8 1,2 1-7,0 1 0,-9 21 0,14-27 7,1 0-1,0-1 1,0 1-1,0 0 1,1 0 0,0 0-1,1 0 1,-1 0-1,2 0 1,-1 0 0,1 0-1,0 0 1,3 10 0,-2-16-8,-1 0 0,1 0 0,0-1 0,-1 1 0,1 0 0,0 0 0,0-1 1,0 1-1,0-1 0,1 0 0,4 2 0,-7-2 1,1-1 0,0 1 0,0-1 0,1 1 0,-1-1 0,0 1-1,0-1 1,0 0 0,1 0 0,-1 1 0,0-1 0,0 0 0,1 0 0,-1 0-1,0 0 1,0-1 0,0 1 0,1 0 0,0-1 0,3 0 3,1 0-5,0 0 0,0-1 0,0 0 1,0 0-1,0 0 0,0-1 0,0 0 0,-1 0 0,0 0 1,0-1-1,0 1 0,0-1 0,0-1 0,-1 1 0,7-8 1,5-7-2,-1-1 0,20-36 0,3-15-15,-19 35 25,1 1-1,36-48 1,-55 82-3,0 0 0,0 0 0,1 0-1,-1 0 1,0 0 0,1 0 0,-1 0-1,0 1 1,1-1 0,-1 0 0,1 1-1,-1-1 1,1 1 0,-1 0 0,1-1-1,0 1 1,-1 0 0,1 0 0,-1 0-1,1 0 1,0 0 0,-1 1 0,1-1-1,-1 0 1,1 1 0,-1-1 0,1 1-1,-1-1 1,1 1 0,-1 0 0,0-1 0,1 1-1,-1 0 1,0 0 0,1 0 0,0 2-1,0-1 13,0 0 1,0 1-1,-1-1 0,1 1 0,-1-1 0,1 1 1,-1 0-1,0 0 0,0 0 0,0-1 0,-1 1 0,1 0 1,-1 0-1,1 0 0,-1 0 0,0 5 0,-4 51 262,2-50-220,-3 24 25,-2-1 0,-13 40 0,3-14-37,-5 11-93,13-44-1216,-12 52 0,21-76 1158,0 1 0,-1-1 0,1 0 0,0 0 0,0 1 1,0-1-1,0 0 0,0 1 0,0-1 0,0 0 0,0 0 0,1 1 1,-1-1-1,0 0 0,1 0 0,-1 0 0,1 1 0,-1-1 0,1 0 1,0 0-1,-1 0 0,1 0 0,0 0 0,0 0 0,0 0 0,0 0 0,-1 0 1,1-1-1,1 1 0,-1 0 0,0 0 0,0-1 0,0 1 0,0-1 1,0 1-1,1-1 0,-1 0 0,0 1 0,0-1 0,1 0 0,1 0 1,0 0-77,1 0 1,0 0-1,-1 0 1,1-1 0,0 1-1,-1-1 1,1 0 0,-1 0-1,1-1 1,-1 1 0,1-1-1,-1 0 1,5-3-1,8-8 113,-1-1-1,-1 0 0,0-1 0,-1-1 0,14-20 1,-9 8 646,-1-2 0,20-43 0,19-72 2602,-39 82-4258,-17 60-364,-20 3-10129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5.4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2026 15473,'-104'64'2011,"67"-43"-222,30-16 2597,14-6-476,9-2-2876,454-100 3022,-341 73-3953,-27 6-108,853-206 27,-10-46-159,1249-566-5352,-1807 671 4442,-21-22-226,-332 173 858,-1-2-1,-1-1 1,0-1 0,-2-2 0,27-31-1,-56 56 311,0 1 0,0-1 0,0 0 0,0-1 0,0 1 0,0 0 0,-1 0 0,1 0 0,0 0 0,-1-1 0,1 1-1,-1 0 1,1 0 0,-1-1 0,0 1 0,0 0 0,1-1 0,-1 1 0,0 0 0,0-1 0,0 1 0,0-1 0,-1 1 0,1 0-1,0-1 1,0 1 0,-1 0 0,1 0 0,-1-1 0,1 1 0,-1 0 0,0 0 0,0-1 0,-1-1 0,0 1-195,-1-1 0,0 1 1,1 0-1,-1 0 0,0 0 0,0 0 1,0 1-1,0-1 0,-1 1 0,-5-2 1,2 2-515,1 0 0,-1 0 0,0 1 0,0 0 0,-13 1 0,-50 9-6685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6.6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19 6161,'7'-12'2892,"-24"9"-1704,0 0 2560,27 15-8960,0 3-581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8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1963 347 6885,'-8'-2'378,"-1"0"0,1-1 1,0 0-1,0 0 0,0 0 1,0-1-1,1 0 0,-1-1 0,1 0 1,0 0-1,-7-8 0,-4-3 977,3 2-530,0 0-1,-1 1 1,-1 1-1,-30-18 1,32 24-653,-1 1 0,0 1 1,0 1-1,0 0 0,0 1 0,0 0 1,-1 2-1,1 0 0,-1 0 1,1 2-1,0 0 0,0 1 1,-30 9-1,-3 4 15,0 2-1,1 3 1,-46 26 0,-14 16 10,3 5 1,3 4 0,3 4 0,-126 126-1,167-141 133,3 2 1,-48 70-1,-84 149 1163,184-276-1457,-30 48 475,4 1 0,1 2 0,4 0 0,1 2 1,-24 105-1,43-138-396,0-1 0,2 1 1,1 0-1,1 0 0,1 0 0,2 0 1,7 37-1,6 0 100,40 110-1,-33-117-143,3-2 0,2 0 1,36 52-1,118 141 116,-110-158-136,4-4 0,3-3 0,150 119 0,-198-177-36,1-1-1,1-2 1,1-1-1,1-2 1,0-1-1,1-2 1,1-1-1,0-2 1,1-2-1,0-1 1,1-2-1,42 2 1,-23-9-8,-1-3-1,1-2 1,-1-2-1,-1-3 1,1-2 0,-2-3-1,89-36 1,360-198 6,-395 189-20,87-44-7,196-109 20,37-82-114,-397 272 104,-2-3 0,-1 0 0,-1-2 0,-1-1-1,-2-1 1,22-34 0,-32 41 24,-2 0-1,-1-1 1,-1-1-1,0 1 1,-2-2-1,-1 1 0,-2-2 1,0 1-1,4-47 1,-3-71-39,-6-1 1,-7 1 0,-37-227-1,35 328 18,-2 0-1,-2 1 1,-1 0-1,-3 1 0,-1 1 1,-2 0-1,-1 2 1,-3 0-1,-1 1 0,-1 1 1,-2 2-1,-2 1 1,0 0-1,-3 3 1,-57-45-1,-185-108-49,213 149 36,-1 2 0,-115-41 1,103 49 3,-1 2 1,-2 4 0,-118-13-1,165 28 0,0 2-1,0 1 0,0 1 0,0 1 0,0 2 0,0 1 0,1 2 1,0 0-1,0 2 0,1 1 0,0 2 0,-34 18 0,54-24-112,0-1-1,0 1 1,0 0-1,1 1 0,-12 14 1,-66 88-2294,72-90 1156,1 1 0,0 0 0,-16 42 0,5 14-5693,8-3-3464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8.5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54 8101,'-47'-9'5660,"47"-15"-7544,0 3-7009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9.4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0 567 6493,'14'-7'1747,"-11"5"806,2 2-1224,12-3-830,0-1-1,-1 0 1,1-2-1,21-9 1,72-38 636,-62 29-821,232-111 807,219-109-2123,-469 230-617,56-19 0,-33 17-4145,-33 9 1567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49:59.8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188 378 6541,'-77'17'2563,"50"-8"-530,10-5-720,-2-2-402,15-1-156,1-3-122,-4-2-313,4 1-195,-1 1 0,1 0 0,0 0-1,-1 1 1,1-1 0,-7-1 0,7-19-289,3 20 111,0-1-1,0 1 1,1-1 0,-1 0 0,1 1 0,0-1 0,0 1-1,0-1 1,0 1 0,0 0 0,1-1 0,-1 1 0,0 0-1,1 0 1,0 0 0,0 0 0,-1 0 0,1 0-1,0 1 1,4-3 0,6-5-366,0 0 0,22-10 0,28-11-518,2 3 1,1 4-1,125-30 1,-185 52 3129,-14 2-1848,-1 0 1,1 1-1,0 0 0,0 0 0,0 1 0,-14 7 0,20-9 101,39-9-56,34-10-426,268-64-2998,-139 38-2191,-135 27 1400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1.6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34 6409,'0'-1'71,"0"1"0,0-1 0,0 0-1,0 1 1,0-1 0,0 1 0,0-1 0,0 0 0,-1 1 0,1-1 0,0 1 0,0-1 0,-1 1 0,1-1 0,0 1 0,-1-1 0,1 1 0,0-1 0,-1 1 0,1-1 0,-1 1 0,1 0 0,-1-1 0,1 1 0,-1 0 0,0-1 0,-21 9 12988,21-11-12585,-2-9-928,0 0 4863,2 12-4348,1 0 1,0 0 0,-1 0 0,1 0 0,0 0 0,0 0 0,-1 0 0,1 0-1,0 1 1,0-1 0,-1 0 0,1 0 0,0 0 0,0 0 0,-1 0 0,1 1-1,0-1 1,0 0 0,0 0 0,-1 0 0,1 1 0,0-1 0,0 0 0,0 0-1,0 1 1,-1-1 0,1 0 0,0 0 0,0 1 0,0-1 0,0 0 0,0 0-1,0 1 1,0-1 0,0 0 0,0 1 0,0-1 0,0 0 0,0 0 0,0 1-1,0-1 1,0 1 0,0 4 27,-1 1 1,1 0-1,0-1 0,0 1 0,1 0 1,0-1-1,0 1 0,0-1 0,1 1 0,-1-1 1,1 0-1,6 11 0,1 8 251,51 127 1113,9 30-247,-1 11-1161,7-3 0,122 216 0,150 188-45,42-26 0,-281-407 0,45 61 0,-15-50 0,-131-163 0,1 0 0,0-1 0,0 0 0,1 0 0,0-1 0,0 0 0,1-1 0,-1 0 0,17 6 0,-21-9-1,-1-1 0,1 1 0,-1-1 0,1 0-1,-1 0 1,1-1 0,-1 0 0,1 1 0,-1-2 0,1 1 0,0 0 0,-1-1 0,1 0 0,-1 0 0,1 0-1,-1-1 1,0 1 0,1-1 0,-1 0 0,0 0 0,0-1 0,0 1 0,-1-1 0,1 0 0,0 0-1,-1 0 1,0 0 0,5-7 0,0 2-32,-3 2-528,0 1 0,-1-2 0,0 1-1,0 0 1,0-1 0,-1 1-1,0-1 1,3-12 0,6-8-2160,12-8-5426,2 9-5652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2.0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16598,'0'0'9392,"3"1"-7242,1 0-1957,0 0-1,0 0 1,-1 1 0,1 0 0,0 0 0,-1 0-1,1 0 1,-1 0 0,0 0 0,0 1 0,0 0-1,0 0 1,0 0 0,0 0 0,-1 0 0,0 0-1,1 1 1,-1-1 0,-1 1 0,1-1 0,0 1-1,-1 0 1,2 7 0,12 42-193,-2 1 0,-2 1 0,-3 0 0,1 70 0,9 64 0,-13-154-43,-1-8-196,0 0 0,11 35 0,-13-55 112,0-1 1,1 1-1,0-1 0,0 1 1,1-1-1,-1 0 1,1 0-1,1-1 1,-1 1-1,1-1 0,0 0 1,0 0-1,12 8 1,-9-8-883,0 0 0,1-1 1,0 0-1,0 0 0,14 3 0,29-1-7662,3-8-3856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2.4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215 356 13049,'-50'-6'4461,"44"6"-3731,0 0 0,0 1 0,0 0 0,0 0 0,0 0 0,0 1 0,0-1 0,1 1 1,-1 1-1,-8 4 0,9-4-352,0 1-1,0-1 1,1 1 0,-1 1 0,1-1 0,0 0 0,0 1-1,1 0 1,-5 6 0,1 4-19,1-1 0,0 1 0,1 1 0,0-1 0,1 1 0,1-1 1,-2 21-1,2 7-244,2 0 0,2 0 0,1 0 0,13 63 0,-8-67-115,1 1 0,3-1 0,1-1 0,2 0 0,1 0 0,30 51 0,-43-85 0,1 0 0,0 0 0,-1 0 0,2 0 0,-1-1 0,0 1 0,1-1 0,-1 0 0,1 0 0,0 0 0,0 0 0,0-1 0,0 0 0,0 0 0,1 0 0,-1 0 0,1-1 0,-1 1 0,1-1 0,0 0 0,-1-1 0,1 1 0,0-1 0,0 0 0,-1 0 0,1 0 0,0-1 0,0 0 0,6-2 0,-1 0 0,0-1 0,-1 0 0,0 0 0,0-1 0,0-1 0,0 1 0,-1-1 0,0-1 0,0 1 0,-1-2 0,0 1 0,9-12 0,3-8 0,-2-1 0,-1 0 0,-1-1 0,-1-1 0,-2 0 0,17-62 0,-16 33 0,-2-1 0,5-113 0,-15 133 0,-2 0 0,-1 0 0,-2 0 0,-2 0 0,-18-61 0,18 81 0,0 1 0,-2 0 0,0 0 0,-1 1 0,-1 0 0,-1 0 0,0 1 0,-1 1 0,-1 0 0,-1 0 0,0 2 0,-25-21 0,34 32-303,0 0 0,0 0 0,0 0 0,0 1 0,0 0 0,0 0 0,0 0 0,-1 1 0,1 0 0,-1 0 0,1 0 0,-1 1 0,1-1-1,-1 2 1,0-1 0,1 0 0,-1 1 0,1 0 0,-1 0 0,-7 4 0,4-2-727,0 1-1,0 0 0,1 0 1,-1 1-1,1 0 0,0 1 1,1 0-1,-1 0 0,1 0 1,-11 14-1,-6 17-11051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2.8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813 88 11317,'-6'-7'845,"0"0"-1,0 1 1,-1 0 0,0 0-1,0 1 1,0-1 0,-11-4-1,1 0 1522,13 6-1902,-1 2 1,1-1-1,-1 0 0,0 1 1,1 0-1,-1 0 0,0 1 0,0-1 1,-1 1-1,1 0 0,0 0 0,-7 0 1,5 2-293,1 0 1,-1 1-1,1-1 1,0 1-1,0 0 1,0 1-1,0-1 1,0 1 0,0 0-1,1 1 1,-1 0-1,1-1 1,0 2-1,0-1 1,1 0-1,-1 1 1,1 0-1,0 0 1,-5 9-1,-4 5 397,2 1-1,0-1 0,1 2 0,-11 30 0,14-26-568,0-1 0,2 1 0,0 0 0,2 0 0,0 1 0,2-1 0,1 1 0,1-1 0,2 0 0,0 1 0,1-1 0,2 0 0,0-1 0,2 1 0,0-2 0,2 1 0,1-1 0,17 28 0,72 95 0,2 3 0,-92-131 0,-2 1 0,8 22 0,-15-36 0,1 1 0,-2-1 0,1 0 0,0 1 0,-1-1 0,0 1 0,-1-1 0,1 1 0,-1-1 0,0 0 0,0 1 0,-1-1 0,-3 10 0,1-6 0,0 1 0,-1-1 0,0-1 0,-1 1 0,0-1 0,-9 11 0,-1-4 0,-1 0 0,0 0 0,-1-2 0,-30 17 0,-86 40 0,81-44 0,-98 44-135,-79 43-1028,226-111 208,-1 1 0,1-1 0,0 1 0,1 1 0,-1-1 0,0 0 0,1 1-1,-5 7 1,40-24-18934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3.0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175 359 13073,'-95'90'2090,"92"-87"-1776,1 0 0,-1 0-1,0 0 1,-1 0 0,1-1-1,0 1 1,-1-1-1,0 0 1,1 0 0,-1 0-1,0 0 1,0-1 0,0 0-1,-8 2 1,-3 0 1201,11-1 2070,10-4-2193,354-100 2401,47-15-3007,-310 88-970,185-60-1667,-268 85 1326,0-1 0,-1-1-1,0 0 1,0 0 0,0-2 0,-1 1 0,0-2-1,0 0 1,-1 0 0,13-15 0,-22 22-151,0 0 1,-1 0-1,1 0 1,-1 0-1,1 0 1,-1-1-1,0 1 1,0-1-1,0 1 1,0-1-1,0 1 0,-1-1 1,1-3-1,0 4-182,4-16-8969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3.6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34 130 11397,'-34'-45'984,"34"27"-572,7 0-564,7 9-484,6 0-332,-7-6-2300,0 0-1517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4.2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10233,'2'-8'392,"-1"5"-131,0-1 1,0 1-1,0-1 1,-1 0-1,1 1 1,-1-1-1,0 1 1,0-1-1,0 0 1,-1 1-1,-2-11 7707,8 15-8140,67 19-1951,-43-10-825,0-3-1,60 9 1,-25-12-4397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5.2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168 154 5781,'-45'-12'1188,"36"9"2741,9 3-3863,0-1 0,-1 0 0,1 1 0,0-1 0,-1 1 1,1 0-1,-1-1 0,1 1 0,-1-1 0,1 1 0,0-1 0,-1 1 1,0 0-1,1-1 0,-1 1 0,1 0 0,-1 0 0,1-1 1,-1 1-1,-1 0 0,1 0 70,0-1 1,0 1-1,0-1 1,0 1-1,0-1 1,-1 0-1,1 1 1,0-1-1,0 0 1,1 0-1,-1 1 1,0-1-1,0 0 1,0 0-1,-1-2 1,-9-25 1195,10 26-663,0-1-119,-2-2 113,1-1 1,-1 0 0,-1 1-1,1-1 1,-1 1 0,-8-9-1,11 13-641,-10-8 6,7 5-30,-19-14 66,21 12-27,15 7-27,30 20 289,-6-27-206,-34 6-92,2 0-1747,24 5-1022,37 11 0,-13-2-2318,2-4-1781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6.8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27 5713,'-8'6'-416,"2"-9"6146,6-7 857,3 3-5481,4-6 2483,-6 16-3446,5 9-4,-4-5-28,1 0-1,1 0 1,0 0 0,6 9 0,181 205 1793,1 3-704,18 29-317,-163-189-709,164 198 420,-165-210-537,-18-19 3,43 39 0,87 66-15,202 230 0,92 162-29,-63-103 31,-145-164 357,-105-129-277,-39-41-81,24 14 6,17 23-18,-39-34-22,-84-78-4,40 31 0,-10-10 22,-29-24 96,1-1 0,0-1-1,41 20 1,-25-15 55,-34-17-135,21 3 72,25 15 513,-45-18-105,-3-1-513,0-1 0,1 1 1,-1-1-1,0 1 1,1 0-1,-1-1 1,0 1-1,1-1 1,-1 1-1,1 0 1,-1-1-1,0 1 1,1 0-1,-1-1 1,1 1-1,-1 0 1,1 0-1,-1 0 0,1-1 1,-1 1-1,1 0 1,0 0-1,-1 0 1,1 0-1,0 0 2,0 0 0,0 0 0,0-1 0,-1 1-1,1 0 1,0 0 0,0-1 0,-1 1 0,1 0-1,0-1 1,0 1 0,-1-1 0,1 1 0,0-1-1,-1 1 1,1-1 0,-1 1 0,1-1 0,-1 0-1,1 1 1,-1-1 0,1 0 0,-1 0 0,7-68-572,-5 20-2571,-6 7-1828,2 18-3186,-1 6-3739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7.4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31 12705,'-14'0'2250,"11"0"37,2-3-34,-3-23 2261,3 24-2293,3 10-797,-1-3-1261,11 52 2397,-7-39-2109,-1-1-1,-1 2 1,0-1-1,-1 35 1,-9 30-370,-20 95 0,-7 67 102,33-216-937,1 1 0,0-1 1,3 0-1,0 0 0,2 0 0,11 38 1,-12-54-277,1-1 0,0 1 0,0-1 0,12 17 0,21 16-7078,-6-14-3349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7.8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163 315 11305,'-3'-25'1723,"3"20"-134,-1 8-24,-2 6-781,0 0-1,-1 0 1,-1-1-1,1 1 1,-1-1 0,0 0-1,-1 0 1,0 0-1,-13 12 1,9-10-301,2 0 1,-1 0-1,1 1 1,-10 19-1,10-10-63,0 1 0,1 1 1,0 0-1,2 0 0,1 0 0,1 0 0,-1 42 1,5-19-80,2 0 1,17 86-1,-15-110-305,1 1-1,1-1 0,1 0 0,1-1 0,1 0 0,1 0 1,0-1-1,1-1 0,2 0 0,-1 0 0,2-1 0,1-1 0,0-1 1,18 15-1,-23-22-27,1 1 1,0-1-1,0-1 1,1 0-1,-1-1 1,1 0-1,1-1 1,-1-1 0,1 0-1,0 0 1,0-2-1,0 0 1,0 0-1,0-1 1,0-1-1,0 0 1,1-1-1,-1-1 1,0 0-1,0-1 1,0 0-1,25-11 1,-24 7-18,0 0 0,-1-1 0,-1-1 1,1 0-1,-2 0 0,1-2 0,-1 1 0,-1-2 0,0 1 1,15-22-1,-13 14-20,-2 0-1,0-1 1,-1-1 0,-1 1 0,-1-2 0,10-40 0,-9 17-14,-3 0-1,-2 0 1,-1 0 0,-3 0-1,-2 0 1,-1-1 0,-11-46-1,7 57 37,-1 1-1,-2 0 0,-2 0 0,0 1 0,-28-49 0,27 59-61,0 2 1,-2 0 0,0 0-1,-2 1 1,0 1-1,-1 1 1,0 1 0,-33-24-1,36 32-291,-1 0-1,1 1 1,-1 1 0,-1 1-1,1 0 1,-1 1 0,-34-6-1,37 9-479,1 0 1,-1 1-1,0 1 0,0 0 0,0 1 0,1 0 0,-1 2 1,0-1-1,1 1 0,-20 8 0,-3 11-5024,10 2-3401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8.3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560 171 10333,'-5'-8'444,"3"6"-287,1 0 1,-1 0-1,1 0 1,-1 0-1,1 0 0,0 0 1,0 0-1,0-1 1,0 1-1,1 0 1,-1-1-1,1 1 0,-1-1 1,1 1-1,0 0 1,0-1-1,0 1 1,0-4-1,1 1 262,-1 1 0,-1-1 0,1 1 0,0-1 1,-1 1-1,0-1 0,0 1 0,-1-1 0,1 1 0,-1 0 0,0-1 0,0 1 0,-4-7 1,4 8-199,-1-1 1,1 1 0,0 0 0,-1 0 0,0 0 0,0 0-1,0 0 1,0 1 0,0-1 0,0 1 0,-1 0 0,1-1-1,-1 2 1,0-1 0,0 0 0,-6-1 0,4 2-62,0 0 0,0 1 1,0 0-1,0 0 0,0 0 1,0 1-1,0 0 0,0 0 1,0 1-1,0-1 0,1 1 0,-1 0 1,-8 5-1,-13 6 146,1 0-1,1 1 1,1 2-1,0 0 1,1 2-1,-42 40 1,47-37-200,0 2-1,1 0 1,1 1-1,1 1 1,-21 49 0,28-54-69,1 1 0,1 0-1,1 1 1,1-1 0,0 1 0,2 0 0,1-1 0,2 33 0,-1-45-44,1-1 0,1 0 0,0 1 0,0-1-1,0 0 1,1 0 0,1-1 0,-1 1 0,1 0 0,5 7 0,-7-13 4,0 1 0,0 0 0,0-1 0,0 0 1,0 0-1,1 1 0,-1-1 0,1-1 0,-1 1 1,1 0-1,0-1 0,0 1 0,0-1 0,0 0 1,0 0-1,0 0 0,0 0 0,0 0 0,0-1 1,0 1-1,0-1 0,0 0 0,1 0 0,-1 0 0,0-1 1,0 1-1,0-1 0,0 1 0,0-1 0,4-2 1,11-4 1,-1-1-1,-1-1 1,0 0 0,0-1 0,-1-1 0,0 0 0,0-1 0,-2-1 0,17-18-1,8-16 13,49-80-1,19-22 869,-83 119-434,-17 21-191,0 1 1,0 0 0,1 0-1,0 1 1,15-12 0,-21 18-245,-1 1 0,1 0 0,-1-1 0,0 1 1,1 0-1,-1 0 0,1-1 0,-1 1 1,1 0-1,-1 0 0,1 0 0,-1 0 0,1 0 1,-1-1-1,1 1 0,-1 0 0,1 0 1,-1 0-1,1 0 0,0 1 0,-1-1 1,1 0-1,-1 0 0,1 0 0,-1 0 0,1 0 1,-1 1-1,0-1 0,1 0 0,-1 0 1,1 1-1,-1-1 0,1 0 0,-1 1 0,0-1 1,1 1-1,-1-1 0,11 27 411,-2 41 83,-9-65-502,11 385-2,-9-233 0,-2-47-975,-4 0 0,-32 187-1,13-179-5105,5-41-2333,2-14-3948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8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64 19326,'4'-3'479,"0"1"1,1 0 0,-1 0-1,1 0 1,-1 1 0,1-1-1,0 1 1,0 0-1,-1 0 1,1 1 0,0-1-1,0 1 1,0 0 0,0 1-1,-1-1 1,1 1-1,0 0 1,0 0 0,-1 0-1,1 1 1,0-1 0,-1 1-1,7 4 1,-8-4 640,20-5-310,-8-1-1227,-15-5-674,-13-5-2166,13 14 3003,-26-17-6430,14 10 1290,-2-2-7292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09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34 5861,'0'0'4684,"-3"-1"-3855,-24-10 8393,28 9-8953,1 0-234,0 0-1,0 0 0,0 1 1,1-1-1,-1 1 1,0-1-1,1 1 0,-1 0 1,0 0-1,1 0 1,0 0-1,-1 0 0,1 0 1,0 1-1,-1 0 1,1-1-1,0 1 0,-1 0 1,1 0-1,0 0 1,0 1-1,2 0 0,10 2 75,0 1-1,-1 0 0,15 7 0,-8-3 13,428 185 794,-14 36-670,-325-169-246,122 66 30,328 172-12,-338-184-9,350 164 14,-482-239-5,1-3 1,2-4-1,169 34 1,-241-63-5,230 27 203,9-22 224,-255-8-192,-5-1-614,-1 0 271,1-1 0,0 1 1,-1 0-1,1-1 0,-1 1 1,1 0-1,-1-1 1,0 1-1,1 0 0,-1 0 1,0 0-1,0 0 1,0 0-1,0 0 0,0 0 1,0 0-1,0 0 0,0 0 1,-1 0-1,1 1 1,0-1-1,-2 0 0,-34-12-2840,28 11 1795,-15-4-4528,1 2-3494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0.5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204 100 4932,'-2'-3'1652,"-23"-27"8089,24 27-8619,-14-58 5059,14 59-5526,1 5-389,0 0 0,-1 1 0,1-1-1,-1 0 1,0 1 0,0-1 0,0 0 0,-2 3 0,-16 27 731,14-25-798,0 0 0,1 1 0,0-1 1,-5 16-1,-23 85 511,5 1 1,-16 146-1,40-221-1536,2-1 0,1 1 0,6 38 0,3 3-3200,3 19-6777,-6-36 1120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0.7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37 11685,'27'-36'9846,"-27"52"-8131,1-5-1216,-1 0 0,0-1 0,-1 1 0,0 0 0,-1-1 0,-6 21-1,-18 41-539,3 1 0,-24 134 0,32-85-4305,10 0-4298,5-64-1997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1.3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359 255 7309,'-2'-5'624,"1"0"0,0 0 0,0 0-1,0-1 1,1 1 0,-1 0 0,1 0 0,1 0 0,-1-1 0,1 1 0,0 0 0,0 0 0,0 0 0,3-7 0,0 5-265,-1 0 0,1 1-1,0 0 1,0 0 0,1 0 0,0 0 0,0 0-1,0 1 1,8-5 0,3-2-134,1 1-1,0 1 0,1 0 1,0 1-1,0 1 1,32-9-1,-22 9-46,0 1 0,37-4-1,-57 10-155,1 0-1,-1 1 0,0 0 0,0 0 0,1 0 0,-1 1 0,0 1 1,0-1-1,0 1 0,0 1 0,0-1 0,11 7 0,-17-8-18,-1 0 0,0 0 0,1 0-1,-1 0 1,0 0 0,0 1 0,0-1-1,0 0 1,0 1 0,0-1 0,0 0 0,0 1-1,-1-1 1,1 1 0,-1-1 0,1 1-1,-1 0 1,1-1 0,-1 1 0,0 0-1,0-1 1,0 1 0,0 0 0,0-1-1,0 1 1,0 0 0,0-1 0,-1 1-1,1-1 1,-1 1 0,1 0 0,-1-1-1,0 1 1,-1 1 0,-3 7 1,-1 0 1,0-1-1,0 0 1,-9 9-1,9-11 3,-59 69 19,36-44-25,2 0 0,1 2 0,-36 63 0,56-85-2,0-1 0,1 1 0,1 0-1,0 0 1,0 0 0,2 1-1,-1-1 1,0 21 0,3-24 1,1 0-1,-1 0 1,2 0 0,0 1 0,0-1 0,0 0-1,1-1 1,0 1 0,1 0 0,0-1 0,0 0 0,9 11-1,8 9 5,1-1-1,33 30 1,-28-30 0,31 40-1,-56-65-3,0 1 0,0 0 0,0 1 0,0-1 0,0 0 0,-1 0 0,1 1 0,-1-1 0,0 1 0,0-1 0,0 1-1,0 0 1,-1-1 0,0 1 0,0 0 0,0-1 0,0 1 0,0 0 0,-1-1 0,1 1 0,-1 0 0,0-1 0,0 1-1,0-1 1,-1 1 0,1-1 0,-1 0 0,0 1 0,0-1 0,0 0 0,0 0 0,-1-1 0,1 1 0,-1 0 0,0-1-1,-4 4 1,-7 5-1,-1-1-1,1-1 0,-2 0 0,1-1 0,-1 0 0,-24 7 0,-31 6-247,-86 15-1,94-24-1930,1 2 0,-86 34-1,91-19-2825,11 6-2743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1.8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1 334 5080,'6'33'9883,"-2"-35"-8620,13-4-722,0 1 1,0 1-1,1 1 0,0 0 1,35-1-1,-3 1-56,1055-160 1524,-945 136-1956,271-61-1664,-416 83 919,1 0 1,-1 0-1,29-16 1,-10-1-5771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2.3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136 29 8049,'0'0'2021,"1"-3"-117,2-4-1681,4-12 3990,-5 20-2028,-2 12-1280,-3 9-115,-1 0-1,-12 38 1,2-9-104,-60 335 905,47-126-5701,16-114-4274,13-74-284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3.0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0 856 5993,'5'2'243,"-1"0"1,1-1 0,0 0 0,0 0 0,0 0 0,0-1 0,-1 1 0,1-1-1,0 0 1,7-1 0,51-13 2104,-16 3-1309,31-1 139,366-71 1165,280-130-1709,-441 108-538,426-224 0,-517 234 181,-189 93-269,-1 4-6,8 4-2,-1 0 0,-1 1 0,1 1 0,-1-1 0,0 1 0,9 14 0,-7-11-17,0 0 0,0 0-1,1-1 1,16 13 0,11 0-167,79 34 0,-103-51 163,-13-5 129,-1-1 0,1 1 0,0-1 0,0 1 0,-1-1 0,1 1 0,0 0 0,-1-1 0,1 1 0,0 0 0,-1-1 0,1 1 0,-1 0-1,1 0 1,-1 0 0,0-1 0,1 1 0,-1 0 0,0 0 0,0 0 0,1 0 0,-1 0 0,0 0 0,0 1 0,-3 26-36,0-11 182,-87 655 2386,-51-9-2341,54-351-2376,19-108-2456,34-99 63,-1 5-3651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4.3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1327 94 5032,'47'-20'1223,"-44"19"-754,-1-1 0,0 1 0,0 0 0,0 0 0,0-1 1,0 1-1,0-1 0,0 0 0,0 0 0,-1 0 0,1 1 0,-1-1 0,1-1 0,-1 1 0,0 0 0,0 0 0,0 0 0,0-1 0,0 1 0,0 0 0,-1-1 0,1-2 0,0 0-900,0 3 1197,14-18 3147,-39 23-3318,1 2 1,-1 1-1,-37 14 1,-71 38 1189,56-24-1151,-11 4-469,3 3 0,1 4 0,3 3 0,-89 70 0,-131 133-5373,115-69-3683,88-76-943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5.5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17 254 7169,'-16'-12'5120,"20"12"-3970,60-3 734,90-17-1,-22 1-1205,656-48 547,161-17-496,-823 68-546,126-11 55,-226 24 305,-10 1-2933,-5 2-6138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5.8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0 11333,'-14'10'1630,"11"-8"1236,-1 0-1581,-32 13 1051,36-15-2310,-1 0 0,1 0 0,0 0 0,0 0 1,0 0-1,-1 0 0,1 0 0,0 0 0,0 1 0,0-1 0,0 0 1,0 0-1,-1 0 0,1 0 0,0 0 0,0 0 0,0 1 1,0-1-1,0 0 0,0 0 0,-1 0 0,1 0 0,0 1 0,0-1 1,0 0-1,0 0 0,0 0 0,0 1 0,0-1 0,0 0 0,0 0 1,0 0-1,0 1 0,0-1 0,0 0 0,0 0 0,0 0 1,0 0-1,0 1 0,1 7 195,0 0-1,0 0 1,1 1-1,0-1 1,1-1 0,-1 1-1,2 0 1,-1-1 0,1 1-1,6 8 1,10 14 371,26 29 0,-30-39-297,54 65 460,69 90 13,-106-129-521,51 95 1,-76-125-239,-1-1 1,0 1 0,-2 0-1,0 0 1,0 1-1,-2-1 1,0 1-1,1 29 1,-4-36-132,-1 0-1,0 0 1,0 0 0,-1 0 0,-1 0-1,0-1 1,0 1 0,0-1 0,-1 0-1,-1 0 1,0 0 0,0 0 0,-1-1-1,1 0 1,-2 0 0,-7 8 0,-12 6-796,-1-1 0,0-1 1,-2-1-1,0-1 1,-35 14-1,59-29 762,-142 61-5277,106-48 2944,-54 25-5371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6.57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14 178 7409,'-14'12'9043,"20"-13"-7977,465-59 2848,9 29-3475,-451 29-361,485-24 164,373-23-302,-789 41-177,19-2-733,-39 7-4703,-88 18-600,0 0 279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16.8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33 6393,'7'-33'11542,"-5"36"-10902,25 42 88,3-1 1,61 71-1,85 71-260,-37-50-283,259 282 57,-378-393-266,-1 0-1,-1 1 1,-1 0 0,-1 2-1,19 47 1,-30-63-25,-1 1 1,0 0-1,-1 1 1,0-1-1,-1 0 0,-1 1 1,0 0-1,-1-1 1,0 1-1,-1-1 1,-1 1-1,0-1 1,0 1-1,-2-1 0,-6 18 1,-4-1-532,-1 0-1,-1-1 1,-39 51 0,18-33-1402,-57 53 0,59-68-794,-40 27 0,67-53 2146,-53 40-4651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8.0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362 0 15437,'-7'9'2217,"17"0"-93,-20 3-256,0-3-276,-6 7-304,-8 14-236,-3-6-292,-3 9-160,3 6-524,-6-3-988,3 16-1108,-17-1-1184,-10 9-2981,3 12-5524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56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55 227 11461,'9'-23'1659,"-17"5"1214,0 7-1281,-24-63 5779,30 68-6454,0-1-1,0 0 1,1 0 0,0 0 0,-1-8 0,0-2 536,-1-8-902,4 20-294,2 1-208,0 72-49,16 193 0,-15-59 0,27 605 0,-11-599 0,-18-190-244,3-26-4148,-3 6 3250,0-1 0,-1 1 0,1 0 0,-1-1 0,0 1 0,0-1 0,1 1 1,0-4-1,-4-27-13728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57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1 12417,'-2'0'1,"-5"-1"1631,1 1 0,0 1-1,-1-1 1,1 1 0,-7 2-1,11-2-1123,0-1-1,0 1 0,0 0 0,0 0 1,1 0-1,-1 0 0,0 0 1,1 1-1,-1-1 0,-1 3 1,-7 13-1607,6-1 1573,1-1-1,1 1 0,0 0 1,1-1-1,1 1 0,0 0 0,2 0 1,3 19-1,0 35 579,-9 399-490,6 152-359,29-340-5463,-16-167 2672,-14-111 1815,-1-1 0,0 1 1,1 0-1,0-1 0,0 1 0,0 0 0,0-1 1,0 1-1,0-1 0,0 1 0,1-1 1,-1 0-1,5 4 0,10 12-10343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57.9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419 177 10293,'-81'0'1749,"39"-4"1958,34 2-2994,5 2 439,-26 13 2251,85-4-2979,0-2 0,67-1 0,118-12-185,-126 1-170,625-45-854,0-33-284,-644 71 976,43-9 1,83-7 278,-216 28-151,1-1-1,-1 1 1,1 1 0,-1-1 0,0 1-1,1 0 1,-1 0 0,0 1 0,8 3 0,-10-3 38,0 1 1,0-1 0,0 1 0,-1 0 0,1 0 0,-1 1 0,0-1 0,0 1 0,0-1 0,0 1-1,0 0 1,-1 0 0,0 0 0,3 7 0,38 94 1504,-4 1 0,37 162 0,13 233 102,-75-364-1330,-5 252 0,-53 136 28,-7-116-196,3-59-780,47-346 514,-22-4-81,17 0 151,0-1-1,-1-1 0,1 1 1,-1-1-1,1 0 0,0 0 0,-10-6 1,-15-6-1,-36-8-7,0 3 1,-2 2-1,-114-11 1,-218 6-73,18 26 196,0 16-1,-576 106 0,666-47-1339,244-64 199,-11-1-3212,57-14 964,8-1-2901,20-7-3844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4.81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1546 0 6449,'-6'4'170,"2"-2"-10,-1 1 1,1-1 0,-1 0 0,0 0 0,0-1 0,1 1 0,-1-1 0,0 0 0,0 0 0,0-1 0,0 1 0,0-1 0,-7-1 0,-74-2 2932,-152 12 0,-88 34-769,9 20-1227,263-48-926,2 1 0,0 4 1,-91 46-1,124-55-113,0 1 0,1 1 0,0 0 0,-25 25 0,37-32-40,0 1-1,0 0 1,1 0 0,0 0-1,0 0 1,1 1 0,0 0-1,0 0 1,1 0 0,0 0-1,0 0 1,1 1 0,0-1-1,-1 17 1,4-5 0,1-1 0,1 1 0,0 0 1,2-1-1,11 31 0,7 30-6,-9-7 11,-3 0-1,-4 1 1,-1 91 0,-27 226 243,14-300-192,-1 10-11,-56 870 783,53 6-81,102 126 92,-60-912-704,8-2 1,9-1-1,119 300 0,-104-350-83,7-2-1,5-4 1,178 235 0,-174-272-32,3-3 0,97 82 0,-144-143-187,0-1-1,2-1 1,1-2 0,56 29-1,-83-51-86,1 0-1,-1-1 0,1-1 0,0 0 0,0 0 0,1-1 1,-1-1-1,0 0 0,1-1 0,-1 0 0,14-2 0,-3-2-1240,0 0-1,-1-2 1,1-1-1,-1-1 1,21-10-1,35-17-6892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6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506 1 6273,'-13'15'10669,"12"-12"-9450,-2 9-776,0 0 0,-1 0-1,-1-1 1,1 1 0,-2-1 0,0 0-1,0-1 1,-1 1 0,-9 11 0,-9 7-241,-49 46 1,36-43-1618,-61 40 1,58-45-2765,-51 46 0,29-8-4644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7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379 10 14893,'-7'-9'6989,"-13"12"-4873,4 3-256,-8 9-351,-13 6-425,10 3-160,-3 6-240,7 7-120,-4 5-548,-3 6-668,0 0-960,-4 6-1189,7 19-759,1 14-2945,6 7-6020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59.5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2 256 9009,'-1'-13'1090,"0"0"0,1 1 0,1-1 0,0 0 0,1 0 0,4-16 0,-4 22-696,1 1 0,-1-1 0,1 1 1,1-1-1,-1 1 0,1 0 0,0 1 0,0-1 0,1 1 0,0-1 0,0 1 1,11-8-1,-5 5-104,1 1 1,1 0 0,0 1-1,0 0 1,0 1 0,0 1-1,22-5 1,-11 4 21,-1 2 0,1 0 0,38 1 0,-52 3-278,-1-1 0,1 1 1,-1 1-1,1 0 1,-1 0-1,0 0 0,0 2 1,0-1-1,0 1 0,0 0 1,-1 1-1,0 0 0,0 0 1,0 1-1,-1 0 1,0 0-1,0 1 0,0-1 1,-1 2-1,0-1 0,0 1 1,-1 0-1,0 0 1,0 0-1,-1 1 0,0 0 1,-1 0-1,5 16 0,-4-7-3,-1 1 0,-1 0 0,-1 1 0,0-1-1,-1 0 1,-1 0 0,-1 0 0,-1 0 0,-1 0-1,-9 29 1,-8 14 66,-52 101 0,66-148-79,-137 230 67,34-66-97,88-139 65,2 1 1,-23 68-1,41-101-7,-1-1 0,2 0 0,-1 1 0,1 0 1,0-1-1,1 1 0,0-1 0,1 14 0,-1-18-22,1 1 1,0 0-1,0-1 0,1 1 0,-1-1 0,1 0 0,-1 1 1,1-1-1,0 0 0,0 0 0,1 0 0,-1 0 0,1 0 0,-1-1 1,1 1-1,0-1 0,0 0 0,0 0 0,0 0 0,4 2 1,5 1 12,0 0 0,0-1 0,1 0 0,-1-1 1,1 0-1,0-1 0,-1-1 0,16 1 0,15-3 41,49-5 0,88-21-449,-2-7 0,185-61 1,-339 88-303,0-1 0,-1-2 0,43-23 1,-65 32 509,1 1 0,0-1 0,-1 0 0,1 0 0,-1 0 0,1 0-1,-1-1 1,0 1 0,1 0 0,-1 0 0,0-1 0,0 1 0,0-1 0,0 1 0,0-1 0,0 0 0,0 1 0,-1-1 0,1 0 0,0 1 0,-1-1 0,0 0 0,1 0 0,-1 0 0,0 1 0,0-1 0,0 0 0,0 0 0,-1-2 0,1 1-307,-2 1-1,1-1 1,0 0-1,-1 0 1,1 1-1,-1-1 1,0 1-1,1-1 1,-1 1-1,-1 0 1,1 0-1,0 0 0,0 0 1,-1 0-1,1 0 1,-4-1-1,-30-18-8381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0:59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 0 15013,'-2'2'403,"-1"-1"1,1 0-1,0 0 0,0 1 0,-1 0 0,1-1 0,0 1 0,0 0 0,1 0 0,-1 0 0,0 0 0,1 0 1,-1 1-1,1-1 0,0 0 0,-1 1 0,1-1 0,-1 4 0,0 0 296,0 1-1,0 0 0,1 0 1,-1 0-1,1-1 1,1 10-1,11 114 2750,0-19-1690,-6 110-1758,-35 348 0,24-476-2705,14 177 0,-4-198 1396,4-9-3518,5-24-1591,8 4-5401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0.4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894 667 12445,'-13'-21'821,"8"13"2,0 0-1,0 0 1,1-1-1,-5-10 0,8 16-611,0-1 1,1 0-1,-1 0 0,1 1 0,-1-1 0,1 0 0,0 0 0,0 0 0,1 1 0,-1-1 0,1 0 0,0 0 0,0 1 0,2-7 0,1 4-77,-1 0-1,1 0 1,0 0 0,0 0-1,1 0 1,-1 1 0,1 0-1,0 0 1,1 0 0,-1 1-1,1 0 1,0 0 0,7-3-1,14-8 207,53-18 0,-61 25-230,405-121 662,-344 108-819,516-107-868,10 43-55,-596 84 953,290-30-413,-205 26 244,109 6 1,-166 2 153,0 1-1,0 2 1,0 2 0,69 24 0,-83-23 65,-1 2 0,0 0 0,0 2 1,-2 0-1,1 2 0,-2 0 0,0 1 0,22 24 0,5 12 259,-3 2 1,66 106-1,51 135 482,-93-150-586,-6 3 0,-7 3 0,47 206 1,-78-234-127,-5 1 1,-5 0 0,-6 1 0,-13 213-1,-22-63 89,-64 280-1,79-494-122,-57 268 432,66-316-458,-1 0-1,0-1 0,-1 1 0,0-1 1,-1 0-1,0-1 0,-1 1 1,-14 18-1,16-25-2,0 0 0,0 0 0,-1 0-1,1 0 1,-1-1 0,0 0 0,0 0 0,0-1 0,-1 1 0,0-1 0,1-1 0,-1 1 0,0-1 0,0 0 0,0-1-1,0 0 1,-10 1 0,-60-3 35,-102-14 0,79 4-21,-973-24 1689,977 34-1579,-2083 101 1894,2040-85-2150,71-6-762,-1-3-1,-79-3 1,146-3 639,0-1 1,0 1-1,0 0 1,0 0 0,1-1-1,-1 1 1,0-1-1,0 0 1,0 1-1,0-1 1,0 0-1,1 0 1,-1 0 0,0 0-1,1-1 1,-1 1-1,1 0 1,-1-1-1,1 1 1,0-1-1,-1 1 1,1-1 0,0 0-1,0 1 1,0-1-1,0 0 1,1 0-1,-1 0 1,0 0-1,1 0 1,-1 0 0,1 0-1,0 0 1,0 0-1,-1 0 1,1 0-1,1 0 1,-1 0-1,0 0 1,0 0 0,1 1-1,-1-1 1,1 0-1,0 0 1,-1 0-1,2-2 1,1-1-1313,0 0 0,0 1 0,0-1 0,0 0 0,1 1 0,5-5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1.3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322 433 9325,'-15'-8'303,"-3"-1"1106,1 0-1,1-1 1,-1-1-1,-15-15 1,27 22-1065,1 0-1,1 0 1,-1 0-1,0-1 1,1 1-1,0-1 1,0 0-1,1 0 1,-1 0 0,1 0-1,0 0 1,0-1-1,1 1 1,-1-1-1,1 1 1,1-1-1,-1 1 1,1-1 0,0-10-1,2 7-139,-1-1 0,1 0 0,1 1-1,0-1 1,0 1 0,1 0 0,0 0-1,1 0 1,0 0 0,12-15 0,-8 13-90,1 0 0,0 0 0,1 1 0,0 0 0,1 1 0,0 1 0,16-9 1,-17 10-83,2 1 0,-1 0 0,1 1 1,-1 0-1,1 1 0,1 0 0,-1 1 1,0 1-1,1 0 0,-1 1 0,1 0 1,0 1-1,-1 1 0,1 0 0,0 1 1,-1 0-1,23 7 0,-28-5-25,1 0 1,-1 0-1,0 1 0,0 0 0,-1 1 0,1 0 1,-1 0-1,-1 0 0,1 1 0,-1 0 0,0 0 1,0 0-1,-1 1 0,6 12 0,3 8 36,-2 2 0,17 58 0,2 4-18,-22-67-63,2-1-1,0 0 1,2 0-1,1-2 0,26 34 1,21 13-494,4-3 1,2-2-1,3-4 1,83 54-1,-139-104 454,116 83-591,-106-74 539,-1 1-1,0 1 1,21 27 0,-39-43 137,-1 1 0,0 0 0,0 0 0,-1 0 0,0 0 0,0 1 0,0-1 0,-1 1 0,0-1 0,0 1 0,0 0 0,-1 0 0,0 9 0,-1-11 29,0 0 0,-1 0-1,1 0 1,-1 1 0,-1-1 0,1 0 0,-1 0 0,0 0 0,0-1 0,0 1-1,-1 0 1,1-1 0,-1 0 0,0 1 0,-1-1 0,1 0 0,-1 0 0,-4 3 0,-12 10 110,-1-2 1,-1 0-1,0-1 0,-1-1 1,-1-1-1,-47 16 1,-161 35 299,138-41-309,-69 21-1,-195 46-1029,117-49-2781,60-19-5626,116-15 245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1.6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11 15029,'-22'4'3691,"33"-10"1081,4-2-3072,-15 8-1665,0 0 0,0 0 0,0 0 0,0 0 0,0-1 0,0 1 0,0 0 0,1 0 0,-1 0 0,0 0 0,0 0 0,0 0 0,0 0 0,0 0 0,0 0 0,0 0 1,1 0-1,-1 0 0,0 0 0,0 0 0,0 0 0,0 0 0,0 0 0,0 0 0,0 0 0,1 0 0,-1 0 0,0 0 0,0 0 0,0 0 0,0 0 0,0 0 0,0 1 0,0-1 0,0 0 0,1 0 1,-1 0-1,0 0 0,0 0 0,0 0 0,0 0 0,0 0 0,0 0 0,0 0 0,0 1 0,0-1 0,0 0 0,0 0 0,0 0 0,0 0 0,0 0 0,0 0 0,0 0 0,0 1 0,0-1 1,0 0-1,0 0 0,0 0 0,0 0 0,0 0 0,8 23 352,0 0 1,-2 0-1,-1 0 0,-1 1 1,-1 0-1,0 44 0,-18 150 2116,8-148-2280,-32 240-147,-11 166-495,49-405-2039,14 113 0,-5-132-3228,17 63 0,-4-41-7466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2.1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821 670 13421,'-3'-8'303,"0"1"-1,0-1 0,1 0 1,0 0-1,0 0 0,1 0 1,0 0-1,1 0 0,-1 0 1,1-1-1,1 1 0,0 0 1,0 0-1,1 0 0,-1 0 1,2 0-1,-1 0 0,1 1 1,0-1-1,1 1 0,0 0 1,0 0-1,1 0 0,-1 0 1,2 1-1,-1 0 0,9-8 1,8-6 29,1 2 1,1 0 0,0 1 0,1 2 0,1 1-1,0 1 1,38-14 0,205-52 105,-199 61-291,171-40-993,400-43-1,-559 93 669,538-35-795,-557 42 949,293 10-344,-313-5 357,0 2 0,0 1 1,-1 3-1,0 2 0,-1 1 0,44 21 0,-57-19 146,0 2 0,-1 1 0,-1 1 1,-1 1-1,-1 2 0,0 0 0,40 51 0,-16-9 463,-2 3-1,37 72 1,-23-24-19,-5 2 0,53 161 0,-87-206-412,-4 0 0,-3 1 0,-3 1 0,-3 0 0,-4 138 0,-61 369 235,-22-118-186,4-31-596,68-378-7,2-7-149,-3-1 1,-16 56-1,22-95 493,-1 0 0,-1 0 0,1 0 0,-1 0-1,0-1 1,-1 1 0,0-1 0,0 0 0,0-1 0,0 1 0,-1-1 0,0 0 0,0 0-1,0-1 1,-1 0 0,0 0 0,0 0 0,0-1 0,-11 4 0,-12 2 44,1-2-1,-2-1 1,-49 5-1,58-9 41,-563 32 1711,2-40-681,261 1-713,-1498 31-1073,1537-13-2395,100 0-1896,86-8-1289,31-9-3636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5.0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23 302 4368,'0'0'17395,"-12"6"-16917,11-5-380,0 0 0,0 0 1,0 0-1,0 0 0,0 0 0,0 1 1,1-1-1,-1 0 0,1 0 1,-1 1-1,1-1 0,-1 0 0,1 1 1,0-1-1,-1 0 0,1 1 1,0-1-1,0 0 0,0 1 0,0-1 1,0 1-1,0-1 0,1 0 1,-1 1-1,0-1 0,1 0 0,-1 1 1,1-1-1,-1 0 0,1 0 1,0 0-1,0 1 0,1 1 0,0 0-27,0 0-1,0 1 0,0-1 1,1 0-1,-1-1 0,1 1 0,0 0 1,-1-1-1,1 1 0,0-1 0,7 4 1,5-3 69,1 1 0,0-2 1,1 0-1,-1-1 1,0-1-1,0 0 0,27-5 1,-6 3 17,694-48 562,537-25-546,-448 58-127,274-12-12,-1075 28-29,120-7 62,204-37 0,-203 4-76,-80 18 38,-58 23-29,2-2-14,26-10 44,-27 11-19,1-4-18,22-9 10,-9 4-2,0 2 0,0-1 0,1 2 1,30-9-1,-44 15-51,32-13 54,-32 13-9,20 1-2,119 1-43,-79-7 60,-60 5-39,0 1 0,0 0 0,0 0 0,0 1 0,-1-1 0,1 1 0,4 1 0,0 0-54,-4-2-121,-4 2-625,0 1 698,0-1 0,-1 0 1,1 0-1,-1 0 1,0 0-1,1 0 1,-1 0-1,0 0 0,0 0 1,0 0-1,0 0 1,-1 0-1,1-1 1,0 1-1,-1 0 0,1-1 1,-1 1-1,0-1 1,1 0-1,-1 1 1,0-1-1,0 0 0,0 0 1,0 0-1,0 0 1,0-1-1,0 1 1,0 0-1,0-1 0,0 1 1,0-1-1,-1 0 1,-1 0-1,-40 1-3637,5-6-3858,12-1-1051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5.4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34 6697,'-70'-27'8128,"67"26"-6497,1 0-1311,0 0 0,-1 0 0,1 0 0,0 1 0,-1-1 0,1 1 0,-1-1 0,1 1 0,-1 0 0,1 0 0,-1 0 0,1 0 0,-1 1 0,1-1 0,-3 1 0,3 0-228,1 0 1,0-1-1,-1 1 1,1 0-1,0 0 1,0 0-1,0 0 1,0 0-1,0 0 1,0 1 0,0-1-1,0 0 1,0 0-1,0 1 1,1-1-1,-1 0 1,1 1-1,-1-1 1,1 1-1,-1-1 1,1 1-1,0-1 1,0 1-1,0-1 1,0 1 0,0-1-1,0 1 1,0-1-1,0 1 1,1 1-1,1 7 118,0 1-1,1-2 0,0 1 1,0 0-1,1-1 1,1 1-1,0-1 0,0 0 1,0-1-1,1 1 0,12 12 1,10 9 285,50 42 0,-61-57-392,39 30 121,3-1 0,2-3 0,125 62 0,214 68-388,-266-117-41,-116-47 168,189 81-462,-150-61 256,81 53 1,-126-72 211,0 1 1,0 0-1,-1 1 0,0 0 1,-1 1-1,0 0 0,12 19 1,-18-23 21,0-1 1,-1 0-1,0 1 1,0-1-1,0 1 1,-1 0 0,0 0-1,-1 0 1,0 0-1,0 0 1,0 1-1,-1-1 1,0 0-1,0 0 1,-1 0-1,0 1 1,-2 8-1,-2-1 20,-1-1 0,0 1 0,-1-2-1,0 1 1,-1-1 0,-1 0 0,0 0-1,-20 20 1,-5 1 16,-58 46 0,-656 437-1143,394-285-3718,247-156-452,76-53 1858,-27 17-6233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5.6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141 149 12317,'-6'-13'6417,"-1"-5"-5273,4 0 436,-7 6-1244,-4-3-480,1-3-400,-14-12-1032,0 12-1224,14 12-2129,-7 6-3888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7.0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3843 58 4120,'0'0'2182,"1"-3"-1266,10-19 613,-10 20 123,2 2-1327,34 0 261,-33 0-287,-2 0-4,23 10 249,-22-8 2414,0-3-2441,31-7 4301,-36 5-4780,1 1 0,-1 0-1,1 0 1,-1-1-1,0 1 1,1 0 0,-1 0-1,0 1 1,-1-1 0,1 0-1,0 1 1,-3-2 0,-3 1 2,0 0 1,1 1 0,-1 0-1,0 1 1,0 0 0,0 0-1,-9 2 1,-5-1 37,-1073 100 1174,14 87-1103,1045-181-141,-232 47 78,-93 17-121,-2-28 70,322-43-76,0-1 1,-1-2 0,1-2-1,1-2 1,-55-16 0,31 5-691,-76-31 0,80 31-150,39 13-1701,-33-13 0,52 17 232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7.5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1152 74 6661,'-36'-28'1540,"28"22"-6,6 3-19,-20-27 1000,21 29-2433,0 1 1,0-1-1,0 0 1,0 1-1,-1-1 1,1 1-1,0-1 1,0 1-1,0-1 1,0 1-1,-1 0 1,1 0-1,0-1 1,0 1-1,-1 0 1,1 0-1,0 0 1,0 1-1,-2-1 1,-1 0 168,-10 0-20,1-1 0,-1 2 1,1 0-1,0 1 0,0 0 0,0 1 0,0 0 0,0 1 0,-22 10 0,0 2 42,1 3-1,-36 24 0,10 2-110,2 3 1,3 2-1,-67 76 1,26-26-85,0 1-206,-127 174-1,220-272 137,-5 9-39,-1 0 0,1 1 0,-6 14 0,12-24 33,1 1 1,-1 0 0,1 0-1,0 0 1,0 0 0,0 0 0,1 0-1,-1 0 1,1 0 0,0 1-1,0-1 1,1 0 0,-1 0-1,1 0 1,0 0 0,1 4-1,0-3 16,0-1 0,1 1-1,-1-1 1,1 1-1,0-1 1,0 0 0,0 0-1,0 0 1,1 0-1,0-1 1,0 1-1,0-1 1,0 0 0,0 0-1,1-1 1,-1 1-1,1-1 1,-1 0 0,1 0-1,0-1 1,0 1-1,0-1 1,7 1-1,65 13 219,132 8 0,80-17-8,-207-5-197,476-19-1443,-191-13-6558,-217 14-11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7.7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128 127 9541,'-37'-18'2736,"20"3"-1908,4 3-296,3 0-408,0 3-588,-4-12-764,4-1-2308,-6 4-2013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9.5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16 146 10097,'1'-1'549,"1"-1"1,-1 1-1,1-1 0,-1 0 1,0 0-1,0 1 0,0-1 1,0 0-1,0 0 0,1-3 1,-2 3-300,-1 1 1,1-1 0,-1 1 0,1 0 0,-1 0-1,1-1 1,-1 1 0,0 0 0,1 0-1,-1 0 1,0 0 0,0 0 0,-2-2-1,1 1-478,1 0 1666,-12-14-63,10 9 2862,24-46-4012,-20 51-258,6-11-413,-4 7 436,-1 2-1430,-14 26-10794,2-9 2684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19.9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11845,'10'15'1568,"17"18"-16,-13-3-220,-1 9-107,0 6-153,-2 4-240,2 8-196,-3 6-92,0 6-168,0 1-328,-3 2-392,-4 6-1008,0-2-1000,-3 5-2661,-3 13-3972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1.3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108 4 4476,'20'-3'5349,"-20"6"-4547,-1 1-616,0-1 0,0 0-1,0 0 1,0 1 0,0-1 0,-1 0 0,1 0 0,-1 0 0,0-1-1,0 1 1,0 0 0,0-1 0,0 1 0,-4 2 0,-2 5 872,-2 2-419,5-6-118,0 1-1,0-2 0,-1 1 1,-6 5-1,10-10 1408,2 3-1795,1 6 363,-1 6-2085,0-16 1492,-1 1-1,1-1 0,0 0 0,-1 1 0,1-1 1,0 0-1,-1 1 0,1-1 0,0 0 0,-1 0 1,1 1-1,0-1 0,-1 0 0,1 0 0,-1 0 1,1 0-1,-1 0 0,1 1 0,-1-1 0,1 0 1,0 0-1,-1 0 0,1 0 0,-1 0 0,1 0 1,-1 0-1,1 0 0,-1-1 0,1 1 0,0 0 1,-1 0-1,1 0 0,-1 0 0,0-1 0,-15-4-4641,-1-1-2797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3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1531 78 3584,'0'0'6790,"-1"-4"-6433,-1-31 1616,1 34-1958,1 0 0,-1 1 0,1-1 0,-1 1 0,1-1 0,-1 1 0,1-1 0,-1 1 0,0 0 0,1-1 0,-1 1 0,0 0 0,1-1 0,-1 1 0,0 0 0,1 0 0,-1 0 0,0-1 0,-1 1 0,1 0 295,0 0-1,-1-1 1,1 1 0,0-1-1,-1 1 1,1-1 0,0 0-1,0 1 1,-1-1 0,1 0-1,0 0 1,-2-1 0,0-6-283,3 8-22,0-1 1,0 0-1,-1 1 0,1-1 0,0 0 1,0 1-1,0-1 0,-1 1 1,1-1-1,0 1 0,-1-1 1,1 1-1,0-1 0,-1 1 1,1-1-1,-1 1 0,1-1 0,0 1 1,-1-1-1,1 1 0,-1 0 1,0-1-1,1 1 0,-1 0 1,1-1-1,-1 1 0,1 0 0,-1 0 1,0 0-1,1 0 0,-1 0 1,1-1-1,-1 1 0,0 0 1,1 0-1,-1 0 0,0 1 1,1-1-1,-1 0 0,1 0 0,-1 0 1,0 0-1,1 1 0,-1-1 1,1 0-1,-2 1 0,-28 11 52,-1-1-1,0-1 1,-41 6-1,27-6-43,-13 4 31,-116 28-167,-187 71 0,170-44-1,146-55 122,0-2-1,-1-2 1,-93 8 0,-2 1-64,83-8-79,55-10-195,20-13-13335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4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843 21 4404,'0'0'2557,"-1"-2"-2115,0 0 0,0 1 0,-1-1 0,1 0-1,-1 0 1,1 1 0,-1-1 0,1 1 0,-1 0-1,0-1 1,-2 0 0,-30 4-16,31-2-229,0 2 20,-31 19 225,-54 43 0,-5 4-262,11-14-130,-127 78 60,174-112-95,-1 1 0,2 2 0,1 2 1,1 1-1,-53 56 0,83-79-2,0-1 0,0 0 0,0 1 0,0 0 0,0-1 0,1 1 0,-1 0 0,1 0 0,0 0 0,0 0 0,0 0 0,0 0 0,1 0 0,-1 0 0,1 1 0,0-1 0,0 0 0,0 0 0,0 0 1,0 0-1,1 1 0,-1-1 0,1 0 0,0 0 0,0 0 0,0 0 0,1 0 0,-1 0 0,1-1 0,-1 1 0,1 0 0,0-1 0,0 1 0,0-1 0,0 0 0,1 1 0,-1-1 0,0 0 0,1 0 0,3 1 0,17 8 21,1-2 1,0 0-1,0-2 1,48 9-1,107 4 22,-165-19-54,54 3 33,0-4-1,104-12 0,133-37-100,-45 5-1948,-258 44 1940,53-10-1476,-17-5-2808,-18 6 119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4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5809,'0'0'8912,"1"3"-8012,4 10-552,0-1-1,1 0 0,0 0 0,1-1 0,0 0 0,1 0 0,0-1 1,1 1-1,15 12 0,13 9 54,52 35 0,-50-39-187,-6-5-500,1-2 0,64 31 0,-39-28-2867,2-5-3495,-41-13 182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4.8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587 1 7309,'-20'15'1728,"3"3"56,3-6-28,-6 15-164,0 3-264,0 6-187,-7 12-189,1 10-148,-8 5-184,1 6-140,-8 7-108,1 5-72,-3 4-204,-1 5-780,1-3-676,-11 4-889,7 8-2419,4 13-3649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2.7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124 22 9849,'30'-21'8894,"-13"30"-6267,-14-8-2500,-1 1-1,0 0 1,1 0 0,-1 0-1,0 0 1,0 0 0,0 0-1,-1 1 1,1-1-1,0 0 1,-1 1 0,0 0-1,1-1 1,-1 1 0,0 0-1,-1 0 1,1-1 0,0 1-1,0 6 1,0 7 337,0 0 0,-1 24 0,-3-9-76,0 0 1,-2-1-1,-2 1 1,-14 42-1,-55 115 325,7-19-415,64-154-367,1 1 1,0 0-1,1 0 1,1 1-1,1-1 1,0 0-1,1 1 1,0-1-1,5 28 0,-3-34-94,0 0-1,1-1 0,0 1 1,0-1-1,1 1 0,0-1 1,1 0-1,0 0 0,0-1 0,1 0 1,0 0-1,0 0 0,1 0 1,0-1-1,1 0 0,15 11 1,-4-7-356,1-1 1,0-1 0,0 0-1,1-2 1,0 0 0,0-1-1,1-2 1,-1 0 0,1-1-1,22 0 1,-4-3-1378,-1-1 1,1-3-1,-1-1 0,68-17 1,-18-3-4721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2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 46 12165,'-4'-6'1187,"1"0"0,-1 0 1,0 0-1,-10-9 0,9 9 4875,5 9-4377,-2 6-685,0-2-542,1 0 0,0 0 0,0 0 0,1 0-1,0 0 1,0 0 0,2 9 0,31 220 670,2 250 0,-46-87-7083,7-368 3365,-8 32 1,-4-3-3751,-7 11-5969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3.2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434 0 13413,'-22'59'3260,"2"0"-1,-15 85 0,23-94-1630,-28 186 4395,11-53-4235,-12 38-1631,-35 170-182,59-322 24,-77 377 0,74-324 0,-7 207 0,26-292-1059,3 0 0,1 0 0,1 0-1,10 36 1,-9-56 72,0-1-1,0 1 0,2-1 1,0-1-1,0 1 0,2-1 1,0 0-1,0-1 0,2 0 1,19 21-1,16 3-12635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3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560 325 13305,'0'-18'883,"1"-1"0,0 0 0,7-34 0,-6 46-643,1 0 0,-1 0 1,1 0-1,0 1 0,0-1 0,1 1 0,0-1 1,0 1-1,1 1 0,-1-1 0,1 1 0,0-1 1,8-4-1,2-1 33,0 1 0,1 0 0,0 2 0,1 0 0,0 0 0,1 2 0,21-6 0,132-20 648,-78 22-736,0 4 0,0 3 1,0 5-1,0 4 1,0 4-1,-1 4 0,-1 4 1,0 4-1,106 41 0,-139-40-173,-1 2 0,-1 3-1,-2 2 1,0 3 0,-3 1-1,-1 3 1,-1 3 0,-2 1 0,-3 2-1,-1 2 1,-2 2 0,44 65-1,-36-32 121,-3 2 0,-4 1 0,-3 3 0,-5 1 0,-3 1 0,32 148 0,5 161 1010,-24 5-269,-16-139-708,9 141 105,-32-289-196,-14 173-1,-31 18-224,24-226 28,-45 138 1,43-166 61,3-7-23,-2-1 0,-24 45 1,33-75 68,0-1 1,-1 0 0,0 0-1,-1-1 1,0 0-1,-1 0 1,-1-2 0,0 1-1,0-1 1,-18 10 0,9-9 3,-1 0 0,0-2-1,0-1 1,-1 0 0,0-2 0,0-1 0,-41 5 0,-172-2-33,183-8 40,-578-17-776,246 4-786,349 13 1299,-463-8-3266,-1 28-5565,251 5-502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06.0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908 18 6465,'-50'0'1729,"48"0"-1535,1 0-1,-1 0 1,0 0-1,1 0 1,-1 0-1,1-1 1,-1 1 0,0-1-1,1 1 1,-1-1-1,1 0 1,-1 1-1,1-1 1,0 0-1,-1 0 1,1 0 0,0 0-1,0 0 1,-3-3-1,1 2 476,1 0 1632,26 5-412,127 28 176,-31-4-1579,82 7-90,192 31-50,-348-60-303,-32-4-25,1 0-1,-1 1 1,0 0-1,0 1 1,0 1 0,0 0-1,-1 1 1,1 1-1,-1 0 1,16 10-1,-26-14 3,0 1 1,0 0-1,-1 0 0,1 1 0,-1-1 1,0 1-1,0-1 0,0 1 1,0-1-1,-1 1 0,1 0 0,-1 0 1,1 5-1,8 57 313,-7 208 1018,-4-61-535,15 447 1015,-13-571-1711,-5 1-1,-3-1 1,-4 0-1,-5-1 1,-3-1-1,-3 0 1,-50 120-1,-87 169 53,6-14 31,68-160 291,-73 206 351,116-247-290,-40 321 0,39-39-228,-11 95 377,43-445-532,-15 96 394,-8 39 51,31-202-485,2-16-122,0-1 1,-1 1-1,0-1 1,-1 1-1,0-1 1,0 0-1,-1 0 1,-1-1-1,1 1 1,-1-1-1,0 0 1,-1 0-1,-13 14 1,10-15-55,-2-1 1,1 0-1,-1-1 1,0 0-1,0 0 1,0-1-1,-21 4 1,0-1-616,-54 3 0,-273-9-6402,159-5-1746,65 2-2188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8.1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83 4908,'-11'-8'1137,"16"11"-91,18 11 9647,6 0-8186,-5-12-2141,0 0 1,0-1-1,0-1 0,25-4 1,3 0 27,456-14 992,105-5-1541,-570 21-152,116-10-903,-137 9-37,0-2 0,34-10 0,-29 1-1698,-14 4-2021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8.5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40 6833,'-40'-39'11204,"40"43"-9687,3 33 1209,-2 59 0,0-56-2187,3 0 0,1 0 0,2 0 0,1-1 0,18 48 0,-14-45-383,-3-11-190,7 20-1032,-3 2 0,-1 0 0,4 66 0,-14 67-8922,-10-86-1138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28.8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57 124 8397,'0'0'2056,"-7"-15"-1284,1 3 416,-1-3-744,4 0-380,-8-12-2128,1-3-1152,-3 21-1441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0.4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135 157 4088,'0'1'56,"0"-1"0,0 1-1,0-1 1,0 0-1,0 1 1,1-1 0,-1 1-1,0-1 1,0 0-1,1 1 1,-1-1 0,0 0-1,0 1 1,1-1-1,-1 0 1,0 1 0,1-1-1,-1 0 1,0 0-1,1 1 1,-1-1 0,1 0-1,-1 0 1,0 0 0,1 0-1,-1 1 1,1-1-1,-1 0 1,1 0 0,-1 0-1,0 0 1,2 0-1,1-13 1973,-1 2 9629,-9 11-11510,0 0-1,-1 0 1,1 1-1,-1 0 1,1 0-1,0 1 0,-13 4 1,12-3 39,-1 0 0,1-1-1,-1 0 1,-14 1 0,4 0 198,16-3 1160,8 0-1475,-1-1 0,1 0-1,0 0 1,0-1 0,-1 1 0,8-4 0,13-4 11,6 2 110,55-2-1,-25 3-114,338-23 169,-41 4-133,-307 20-48,49-6 935,109-24 0,-145 14-434,-61 20-490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0.9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 0 7681,'-2'1'487,"1"-1"1,-1 1-1,0 0 1,0-1-1,1 1 1,-1 0-1,0 0 1,1 0 0,-1 0-1,1 1 1,-1-1-1,1 0 1,0 1-1,-1-1 1,1 1-1,0-1 1,0 1-1,0-1 1,0 1 0,0 0-1,1 0 1,-1-1-1,0 1 1,0 3-1,2 20-290,1-19-50,0-1 0,0 1 0,0-1 0,1 0-1,0 0 1,0 0 0,0 0 0,1-1 0,0 1 0,7 6 0,3 2 187,30 21 0,-7-12-182,0-1-1,2-3 1,0-1 0,80 23-1,47 20-685,-163-58 538,1 0 0,-1 0 0,1 0 1,-1 0-1,0 1 0,0-1 0,0 1 0,0 0 0,0 0 0,0 0 1,-1 0-1,0 0 0,1 0 0,-1 1 0,0-1 0,-1 1 0,1 0 1,-1-1-1,1 1 0,-1 0 0,0 0 0,-1 0 0,1 0 0,-1 0 1,0 0-1,0 4 0,-1 10 173,-1 1 1,0-1-1,-2-1 1,-8 28 0,5-23 7,-10 34 245,-3-1 0,-2-1 1,-45 80-1,-107 144 153,117-190-491,-79 97-2577,82-127-4467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1.5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10045,'0'0'5600,"1"2"-3860,1 7-855,1 0 1,0 0-1,1 0 0,8 15 0,5 1 173,26 33 0,-20-28-518,11 9-724,1-2 1,2-1-1,2-2 1,66 46-1,-37-29-2095,-14-13-439,-26-21-1939,30 15 1,-38-25-1599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1.6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540 0 6885,'-57'31'2132,"40"-10"-100,-6-6-284,-11 9-236,11-3-280,-4 6-223,-3 0-301,-4 3-48,-2 10-284,-8 2-844,-3 3-816,-7-6-741,-2 9-2151,-1 7-3181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2.7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61 254 10989,'-44'-24'1252,"31"15"2220,9-15-3112,4 3-68,4 2-67,2 4-153,4 0-316,14-9-225,3 9-403,16-6-388,4 0-688,3 3-1536,21-9-1917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3.8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211 190 3536,'-3'28'1055,"2"-26"-883,0 0 0,0-1 1,-1 1-1,1 0 0,0-1 0,-1 0 0,0 1 0,1-1 0,-1 0 1,0 1-1,1-1 0,-1 0 0,0 0 0,-4 1 0,5-2 48,-9 5 358,-1-2 0,-1 1 0,1-1 0,0-1 0,-15 2 0,15-3-160,-1 1 0,1 0-1,0 1 1,-13 4 0,12-3 827,-2 0-540,10 2 2830,21-1-2366,1 1-870,1 0-1,1-2 1,-1 0-1,38 2 1,87-5 309,-52-2-358,1585-39 635,-98-81-737,-1263 74-201,-95 13 36,-96 11 9,19-2-23,-25 16 23,138 7 0,-122 4 6,-113-2 1,131-6-29,-149 6 21,-7-2-489,-3-1 152,-1 1 1,0 0-1,0 0 1,0 0-1,0 1 1,0 0 0,0 0-1,0 1 1,0 0-1,-1 0 1,1 1-1,-9 1 1,-31 2-7033,26-4-92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4.2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413 5 6729,'-3'-1'700,"0"0"0,0 0 0,1 1 0,-1-1 0,0 1 0,0 0 0,0 0 0,0 0 0,0 0 0,1 0 0,-1 1 0,0-1 0,0 1 0,0 0 0,-4 2 0,5-2-258,0 0 1,0-1 0,1 2 0,-1-1-1,0 0 1,1 0 0,-1 0 0,1 1-1,-1-1 1,1 1 0,0-1 0,-3 4-1,1 15-2221,4-13 1876,1 1 0,0-1-1,1 0 1,0 0-1,0 0 1,0 0 0,1-1-1,0 1 1,0-1-1,1 0 1,-1 0 0,1-1-1,10 9 1,10 8 98,52 33-1,-49-35-93,118 74 274,-69-47-220,96 78 1,-153-108-109,0 1 0,-1 1 0,-1 0 0,-1 2 0,0 0 0,-2 1 0,0 0 0,-2 1 0,12 27 0,-19-35-15,-1 0-1,-1 0 1,0 1-1,-1 0 0,0-1 1,-2 1-1,0 0 1,0 0-1,-2 0 1,0 0-1,0 0 1,-2-1-1,0 1 0,-1 0 1,0-1-1,-7 15 1,1-8-74,0-2 1,-1 1-1,-2-2 0,0 1 1,-1-2-1,0 0 0,-2 0 1,0-2-1,-1 0 1,-28 21-1,-10 1-741,-1-3 0,-93 44 0,-133 41-3743,192-84 2477,-57 25-3076,6 2-2823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6.2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79 12297,'0'-15'5925,"-10"-6"-5537,3 6-348,-3 0-3877,4 3-435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6.6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67 109 5757,'19'0'698,"-14"1"-245,0-1 1,0 0-1,0 0 1,-1 0-1,1-1 1,0 0-1,0 1 1,11-5 5034,-40 2-4980,20 2-548,1 0-1,-1 1 0,1-1 0,-1-1 0,1 1 0,0 0 0,-1-1 0,1 0 0,0 1 0,0-1 0,0 0 0,0-1 0,1 1 0,-1 0 0,1-1 0,-1 0 1,1 1-1,0-1 0,-4-6 0,-32-28-7155,22 17 2115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8.7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6362 57 5653,'1'0'83,"-1"0"0,0 0 0,0 0 0,1-1 0,-1 1 1,0 0-1,1 0 0,-1-1 0,0 1 0,0 0 0,0 0 1,1-1-1,-1 1 0,0 0 0,0-1 0,0 1 0,0 0 1,1-1-1,-1 1 0,0 0 0,0-1 0,0 1 1,0 0-1,0-1 0,0 1 0,0 0 0,0-1 0,0 1 1,0 0-1,0-1 0,0 1 0,0-1 0,-1 1 0,1 0 1,0-1-1,0 1 0,0 0 0,0 0 0,-1-1 1,1 1-1,0 0 0,0-1 0,-1 1 0,1 0 0,0 0 1,0-1-1,-1 1 0,1 0 0,0 0 0,-1-1 0,-1 1 709,0 0 0,1 1 0,-1-1 0,0 0 0,0 0 0,0 1 0,1-1 0,-1 1 0,0 0 0,1-1 0,-3 2 0,2-5-359,-12-23 1066,-14 9-1356,25 15 214,0 2-341,-65 0 464,65 0-453,-1 2 4,-43 12-14,0-2 1,-64 9-1,57-12 24,-192 28 238,138-23-288,-996 83 1523,605-96-766,-371 15-335,74 72-212,648-63-202,-491 91 233,530-94-282,-162 37 138,160-37-102,-114 7 1,122-17-103,68-10 150,-45-2 0,47-2-21,-50 6-1,69-4 51,1 1 1,-25-3-1,8 0 12,27 2-36,-1-1-33,-17-2 39,0 0-1,-1 1 1,1 2 0,-1 0 0,-26 4 0,-31 0-194,48-5 158,18 1 15,0-1-1,0 2 1,0 0 0,0 0 0,-15 4 0,25-4-7,0-1 27,-4-2-831,-9-1 1739,10 2-5879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9.1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931 83 10389,'0'-1'125,"-1"0"1,0 0-1,1 0 0,-1 0 1,0 0-1,1 0 1,-1 0-1,1 0 0,-1 0 1,1 0-1,0-1 1,0 1-1,-1 0 0,1 0 1,0 0-1,0 0 0,0-1 1,0 1-1,0 0 1,0 0-1,1 0 0,-1 0 1,0-1-1,0 1 0,1 0 1,-1 0-1,1 0 1,-1 0-1,1 0 0,0 0 1,-1 0-1,1 0 1,1-1-1,2-5 427,-2 4 722,-5-1-850,0 1 1,0 0-1,0 0 1,-1 0-1,1 0 1,-1 1-1,0-1 1,0 1-1,-5-2 1,5 3-362,0 0 0,0 0 0,1 0 0,-1 1 1,0-1-1,0 1 0,0 0 0,0 0 0,0 1 1,0-1-1,0 1 0,0 0 0,0 0 1,0 0-1,1 0 0,-1 1 0,-5 2 0,-6 4 52,1 1-1,-23 16 0,-20 23 62,2 3 1,-66 78-1,-120 184 65,167-210-243,14-17 53,-54 103 0,108-179-39,1 1 0,0 1-1,1-1 1,0 1 0,1 0 0,1 0 0,-1 0 0,1 15 0,1-23-5,1-1 0,0 1 0,0-1 0,0 1 0,1 0 0,-1-1 0,1 1 0,0-1 0,0 0 0,0 1 0,1-1 0,-1 0 0,1 1 0,-1-1 0,1 0 0,0 0 0,1 0 0,-1-1 0,0 1 0,1 0 0,-1-1 0,1 0 1,0 1-1,0-1 0,0 0 0,0-1 0,0 1 0,0 0 0,1-1 0,-1 0 0,7 2 0,14 2 24,1-1-1,-1-1 1,1-2 0,35-1-1,102-16 6,-57 4-41,29 1-96,427-42-1266,-188 4-4441,-251 32 629,-10 6-2971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9.6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49 13077,'-6'-15'6081,"-8"9"-5837,1 3-752,-14-9-3005,4 0-955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39.8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 19 12753,'-44'-18'448,"21"24"-1008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2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1984,'0'0'1356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2.6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52 2348,'-6'-27'220,"-18"15"-268,8 0-684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2.8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19 3860,'0'0'3249,"-20"-9"-4253,7 0 43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3.4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44 320 3780,'3'7'-72,"3"9"1439,-4-16-537,0-10-424,-3 0 227,-3 9 1232,-11 12 1567,8-5-4123,5-4 1750,1-1-1043,1-1 0,0 1 0,-1 0 0,1-1 0,-1 1 0,1-1 0,-1 0 0,1 1-1,-1-1 1,1 1 0,-1-1 0,1 0 0,-1 1 0,1-1 0,-1 0 0,1 1 0,-1-1 0,0 0 0,1 0 0,-2 0 0,1 0 23,1 1 0,-1-1 0,0 0 0,0 0 0,0 1 0,1-1 0,-1 0 0,0 1 0,0-1 0,1 1 0,-1-1 0,0 1 0,1-1 0,-1 1 0,1-1 0,-1 1 0,1 0 0,-1-1 0,1 1 0,-1 0 0,1-1 0,-1 1 0,1 1 0,0 1 41,0-1 0,0 1 0,0 0 1,1-1-1,-1 1 0,1 0 0,0-1 0,-1 1 1,1-1-1,0 1 0,1-1 0,-1 1 0,0-1 0,1 0 1,-1 0-1,1 0 0,0 0 0,0 0 0,0 0 0,0 0 1,0 0-1,0-1 0,0 1 0,1-1 0,-1 1 1,0-1-1,1 0 0,-1 0 0,1 0 0,-1 0 0,1-1 1,4 1-1,8 2 64,1-2 1,0 0 0,0-1-1,24-3 1,-37 3-132,643-84 1801,-205 19-1399,1957-159 139,-2086 208-144,-289 16-314,-1-1 0,0-2 1,0 0-1,41-12 0,-60 14-90,-1 0-9,5-2-76,1 0 0,-1 1 0,1 0 0,-1 1 0,1-1 0,12 1 0,-17 1-533,10 17-4475,-6-10-793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3.9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96 21 4336,'-14'-18'5372,"11"18"-4564,-11-1-118,0 0-1,0 1 1,-17 2 0,30-2-664,1 1 0,-1 0 0,1-1 0,-1 1 0,1 0 0,0-1 0,-1 1 0,1 0 1,0-1-1,0 1 0,-1 0 0,1 0 0,0-1 0,0 1 0,0 0 0,0 0 0,0 0 0,0-1 0,0 1 0,0 0 0,0 0 0,0 1 0,0-2 40,1 4-16,-1-1 0,0 0 1,1 0-1,-1 0 0,1 0 0,0 0 0,0 0 1,0 0-1,1 0 0,-1 0 0,1 0 1,-1-1-1,1 1 0,0 0 0,0-1 0,0 0 1,0 1-1,4 1 0,4 6 143,1-1-1,22 13 0,10 2 106,0-1 0,2-2 0,72 23-1,147 28 50,-194-55-236,-8-3-71,67 19 17,-115-28-37,0 1 0,0 0-1,0 0 1,-1 1 0,0 1-1,18 14 1,-29-20-4,1 0 0,-1 0 0,0 0 0,0 1 0,0-1 0,0 1 0,0 0 0,-1-1 1,1 1-1,-1 0 0,0 0 0,0 0 0,0 0 0,0 0 0,0 0 0,-1 0 0,1 0 0,-1 5 0,0-2 4,-1 0-1,1 0 0,-2 1 1,1-1-1,0 0 1,-1 0-1,-1 0 0,-4 10 1,-4 3 25,-1 1-1,-1-1 1,-1-1 0,-16 17 0,-424 464-1664,321-323-3245,97-126 696,23-31-256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4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82 11665,'-14'-6'4845,"11"-15"-4237,3 0 980,-10 3-1304,3 3-228,10 33-9365,1-3 2556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45.9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0 7325,'0'0'4308,"-10"18"-9748,-3 0 2231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3.9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139 66 13761,'-6'-35'2841,"5"28"4921,2 4-5389,-1 2-2268,0 0 0,0-1-1,1 1 1,-1 0 0,1 0 0,-1-1-1,1 1 1,-1 0 0,1 0 0,0 0-1,0-1 1,-1 1 0,1 0-1,1-1 1,-2 2-38,1 0 0,-1 0 0,1 0-1,-1-1 1,0 1 0,1 0 0,-1 0-1,1 0 1,-1 0 0,0 0 0,1 0-1,-1 0 1,1 0 0,-1 0 0,0 0-1,1 0 1,-1 0 0,1 0 0,-1 0-1,0 0 1,1 1 0,-1-1 0,0 0 0,1 0-1,-1 0 1,1 1 0,-1-1 0,0 0-1,1 1 1,1 1 109,0 0-1,0 1 0,-1-1 1,1 1-1,-1 0 1,1-1-1,-1 1 0,0 0 1,0 0-1,0-1 1,-1 1-1,1 0 1,0 4-1,3 40-175,-3-1 0,-1 0 0,-7 51 0,-28 140 0,34-233 0,-40 208 0,-17 111 0,44-228-801,6-56-453,2 1 1,2 0-1,2 0 0,1 0 1,6 45-1,16 6-6748,5-3-5456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6.1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31 11661,'0'0'3372,"-3"-16"-2144,-1 1 1745,-2 30-2581,-1 4-64,17-4-100,-3 3-204,-7 0-392,0 3-708,6 0-588,4 6-169,-6-3-2595,2 0-3425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6.2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19 10861,'30'-19'8977,"-40"35"-7885,3 2-212,4 0-196,3 0-132,3 12-176,7 12-564,-7-27-364,8 24-1032,12 13-668,4-16-3365,3 9-4628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6.9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92 326 12245,'-13'1'-76,"-5"2"4529,31 2-578,-12-5-3800,0 0 1,0 0 0,-1 0-1,1 0 1,0 0 0,-1 0-1,1 0 1,0 0 0,-1 1-1,1-1 1,0 0 0,-1 1-1,1-1 1,-1 0 0,1 1-1,-1-1 1,1 1 0,0-1-1,-1 0 1,0 1 0,1 0-1,-1-1 1,1 1 0,-1-1-1,0 1 1,1-1 0,-1 1-1,0 0 1,1-1 0,-1 1-1,0 0 1,0 0 0,-5 25 2146,0-8-1486,-2 34 323,2 1 0,2 74 0,1-21-389,-25 411 239,-8-83-862,34-430-35,1-50 4,1-1 0,9-49 1,-3 35-24,153-873-996,-142 853 924,5 1-1,50-122 1,-68 190 85,1 0 1,1 0-1,0 0 1,1 1-1,0 0 1,1 1-1,19-19 1,-24 26 19,-1 0 0,1 0 0,0 1 0,0-1 0,0 1 0,1 0 0,-1 0 0,0 0 0,1 1 0,-1 0 0,1-1 0,0 2 0,-1-1 0,1 0 0,0 1 0,-1 0 0,1 0 0,0 0 0,0 1 1,-1 0-1,1 0 0,0 0 0,-1 0 0,1 1 0,7 3 0,0 2 132,0 0-1,0 1 1,-1 0 0,1 1-1,-2 0 1,12 13 0,54 70 799,-32-29-848,-3 1-1,51 110 0,47 150-26,-104-236-80,240 737-2,-255-762-2729,53 119-1,-71-177 1432,1 0-1,0 0 0,1 0 0,-1 0 1,1 0-1,6 5 0,-3-3-3346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7.4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 1238 12469,'-56'1'3357,"28"-2"1549,31-22-2979,2 16-1835,-1 0-1,1 0 0,1 1 0,-1 0 0,1 0 1,0 0-1,0 0 0,1 1 0,-1 0 0,1 1 1,11-7-1,6-5-33,36-26-214,242-176-1574,-19-25-1388,79-150-191,-195 203 4847,-131 154-235,-35 36-1245,-1 0 0,1 0 0,0 0 0,-1 0 0,1 0 0,0 0 1,-1 0-1,1 0 0,-1 0 0,1 1 0,0-1 0,-1 0 0,1 0 0,-1 1 1,1-1-1,0 0 0,-1 1 0,1-1 0,-1 0 0,1 1 0,-1-1 1,0 1-1,1-1 0,-1 1 0,1 0 0,-1-1-20,3 5 126,-1 0 0,0 0 0,0 1 1,0-1-1,-1 0 0,0 1 0,0-1 0,0 1 0,-1-1 0,1 1 0,-1-1 0,-1 1 0,0 7 0,1 19 469,-5 201 2234,0-121-2050,1-10-212,1 260 692,6-311-1163,3 1 0,1-1-1,3 0 1,33 97-1,-38-134-112,1 1 0,1-1 0,1 0 0,0-1 0,0 0 0,2 0 0,-1-1 0,2 0 0,-1 0 0,2-1 0,-1-1 0,1 0-1,15 9 1,-15-12-5,1 0 0,0-1 0,1 0-1,0-1 1,0-1 0,0 0 0,0-1-1,0 0 1,1-1 0,-1-1 0,1 0-1,0-1 1,-1-1 0,17-2 0,-8-1-19,0-1 1,0-1 0,0-1-1,-1-1 1,-1 0 0,1-2-1,-1-1 1,25-17 0,-36 22-7,1-2 1,-1 1 0,-1-2 0,0 1-1,0-1 1,-1 0 0,0-1-1,0 0 1,-1 0 0,0-1 0,-1 0-1,0 0 1,-1 0 0,0-1 0,-1 0-1,0 0 1,2-14 0,-5 20 7,-1 0 0,0 0 0,0-1 0,0 1 0,-1 0 0,1 0 0,-1-1 0,-1 1 0,0 0 0,1 0 0,-2 0 0,1 1 0,-1-1 0,0 0 0,0 1 0,0 0 0,-1 0 0,0 0 0,0 0 0,0 0 0,0 1 0,-1 0 0,0 0 0,0 0 0,0 0 0,0 1 0,-1 0 0,-8-4 0,-2 0-2,0 1 0,-1 0 1,0 1-1,0 1 0,0 0 0,0 2 1,-1 0-1,1 0 0,-20 2 1,4 2-239,1 2 0,-1 1 1,1 1-1,0 1 1,1 3-1,0 0 0,-57 28 1,60-23-1953,-37 27 0,41-24-2376,-34 34-1,27-21-6373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7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0 13905,'-3'1'2282,"-5"1"-1286,7-2-826,-1 1 0,1-1 0,-1 0 0,1 1 0,-1-1 0,1 1 0,0-1-1,-1 1 1,1 0 0,0-1 0,-1 1 0,1 0 0,0 0 0,0 0 0,0 0 0,-1 0 0,1 0 0,0 0 0,0 1 0,1-1 0,-1 0 0,0 0-1,0 1 1,1-1 0,-1 1 0,1-1 0,-1 0 0,1 1 0,-1-1 0,1 1 0,0-1 0,0 1 0,0 2 0,-1 32 956,2-1 0,2 0 0,1 0 0,10 40 0,4 39 55,1 510 916,-20-436-1812,1-180-277,-1 7 27,2 0 1,4 29 0,-5-41-35,1-1 0,-1 0 0,0 1 0,1-1 0,0 0 0,0 0 0,0 1 0,0-1 1,0 0-1,0 0 0,0 0 0,0 0 0,1 0 0,-1 0 0,1-1 0,0 1 0,0 0 0,-1-1 1,1 1-1,0-1 0,0 0 0,0 1 0,0-1 0,1 0 0,-1 0 0,3 1 0,0-3-13,0 0-1,0 0 1,-1 0-1,1-1 1,-1 0-1,1 0 1,-1 0-1,1 0 1,-1 0-1,0-1 1,0 0-1,4-4 1,-5 5-3,28-23-183,-1-1 1,50-58-1,-53 54 83,1 1 1,61-49-1,-67 63 92,1 0 0,0 1 1,1 2-1,1 0 0,33-11 0,-46 20 15,1-1 1,-1 2 0,1 0-1,0 0 1,-1 1-1,1 0 1,0 2-1,0-1 1,0 1-1,-1 1 1,1 0-1,-1 1 1,18 7-1,5 6-10,-2 1 1,0 2-1,-1 2 0,-1 1 0,34 31 1,-7-7 36,-48-38-30,66 46 132,-69-50-115,0 0 0,0 0 0,1-1 0,-1 0 0,1 0-1,0 0 1,0-1 0,14 2 0,-15-5-9,0 1-1,0-1 1,0-1-1,0 1 1,0-1 0,0 0-1,0-1 1,-1 1-1,1-1 1,-1-1-1,0 1 1,0-1 0,0 0-1,0-1 1,-1 1-1,0-1 1,1 0 0,-2 0-1,9-11 1,3-6-4,-1-1 1,-1 0 0,20-45-1,50-94-28,-63 136 177,-21 26-137,1-1 0,0 1 0,-1 0 0,1 0 0,0 0 0,-1 0 0,1 0 1,-1 0-1,1 1 0,0-1 0,-1 0 0,1 0 0,-1 0 0,1 0 0,0 1 0,-1-1 0,1 0 0,-1 1 0,1-1 1,-1 0-1,1 1 0,-1-1 0,0 1 0,1-1 0,-1 1 0,1-1 0,-1 1 0,13 13 60,-8-3-44,0 1 1,-1 0 0,-1 0 0,1 0-1,-2 1 1,0-1 0,0 1 0,-2 0-1,1 12 1,-1-5-217,2 1-1,7 33 1,23 58-5060,-32-109 4944,0 0 0,1-1 1,0 1-1,0-1 1,-1 1-1,1-1 0,1 0 1,-1 1-1,0-1 1,1 0-1,-1 0 0,1 0 1,-1 0-1,1 0 1,0 0-1,0 0 0,0-1 1,0 1-1,0 0 1,0-1-1,5 2 0,-5-2-49,0-1-1,1 0 1,-1 1-1,0-1 1,1 0-1,-1-1 1,0 1-1,1 0 1,-1 0-1,0-1 1,0 0-1,1 1 1,-1-1-1,0 0 0,0 0 1,0 0-1,0 0 1,0-1-1,0 1 1,0 0-1,0-1 1,-1 0-1,1 1 1,0-1-1,-1 0 1,2-2-1,22-27-5701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8.0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128 691 8257,'-16'-169'1020,"-1"109"196,7 0 312,6-1 136,-2 10-248,-8 3-135,4-3-249,-3 2-200,-4 10-196,4 3-140,9 21-48,1-12-364,3 3-280,20 45-9149,10 24 1960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9.0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21 701 9893,'2'-11'523,"-1"7"-285,0 1-1,0 0 1,-1-1-1,1 1 1,-1 0 0,0-1-1,0 1 1,0-1-1,0 1 1,0 0-1,-1-1 1,0 1-1,0 0 1,0-1-1,0 1 1,0 0-1,-1 0 1,-2-5-1,2 3 342,-1 0 0,1 0 0,1 0 0,-1 0-1,1-1 1,0 1 0,0 0 0,0-1 0,1-6-1,2-50 3405,-2 59-3828,0 1 0,0-1 0,1 1 0,-1-1 0,1 1 1,-1-1-1,1 1 0,0 0 0,0-1 0,0 1 0,1 0 0,-1 0 1,0 0-1,1 0 0,-1 0 0,1 0 0,0 0 0,0 1 0,0-1 1,3-2-1,-2 2-31,1 1 1,0-1-1,0 1 1,0-1-1,0 1 1,0 0-1,0 1 1,0-1-1,0 1 1,0 0-1,5 0 1,7 1 28,0 2-1,0 0 1,0 0-1,28 11 1,-26-7-82,0 1 0,0 0 0,0 2 1,-1 0-1,-1 1 0,0 0 0,0 1 1,-1 1-1,-1 1 0,0 0 0,16 22 1,-20-23-57,-2 1 1,1 0-1,-2 0 1,0 1 0,-1-1-1,0 2 1,-1-1-1,-1 1 1,0-1 0,-1 1-1,-1 0 1,0 0-1,-1 1 1,-2 16 0,-13 98-659,-1 38-987,9-105 124,5-61 1159,5-5 137,3-4 155,0 0 0,-1 0 0,0 0 1,0-1-1,0 0 0,-1 0 0,0 0 1,-1-1-1,1 0 0,-1 0 0,-1 0 1,4-11-1,6-23-104,11-52 1,-14 48 17,-4 22 121,131-609-360,-129 582 611,2 1-1,2 0 0,34-85 1,-42 165 169,-2 223 304,-4-68-458,3-155-228,0 34 98,18 125 1,-18-185-118,0-1 0,0 1 0,0-1 0,1 1 0,-1-1 0,1 1 0,0-1 1,0 0-1,0 0 0,1 0 0,-1 0 0,1 0 0,-1-1 0,1 1 1,0-1-1,0 1 0,0-1 0,1 0 0,-1 0 0,0-1 0,1 1 0,-1-1 1,1 1-1,-1-1 0,1 0 0,6 1 0,8 0-20,0 0 0,1-1 0,-1-1 0,24-3 0,-21 1-6,36-1 12,120-6 4,-101 12-9,47-2-90,-110-1 28,0-2 0,0 0 1,1 0-1,-2-1 1,1-1-1,23-9 1,-29 8 109,-1 1 1,0-1-1,0 0 1,0 0-1,0-1 1,-1 0-1,0 0 1,0 0-1,-1 0 1,0-1-1,0 0 1,0 0-1,-1 0 1,0 0-1,0 0 1,-1-1-1,0 1 1,2-13-1,-3 16 169,-4 5-176,0 0 0,1-1 1,0 1-1,-1 0 0,1 0 0,-1 0 1,1 0-1,0 1 0,0-1 0,0 1 1,0-1-1,0 1 0,0 0 0,0 0 1,0 0-1,1 0 0,-1 0 0,1 0 1,-1 0-1,1 0 0,0 1 0,0-1 1,0 0-1,-1 4 0,-1 1 15,1-1 0,0 1 1,0 0-1,1 0 0,0 0 0,0 0 0,1 13 0,0-16-28,0 0-1,1 0 1,0 0-1,0 0 1,0 0-1,0 0 1,0-1 0,1 1-1,0 0 1,0-1-1,0 0 1,0 1-1,0-1 1,1 0 0,-1 0-1,1 0 1,0 0-1,0-1 1,0 1-1,3 2 1,-1-3-35,-1 0 0,1 0-1,0 0 1,-1-1 0,1 0 0,0 0 0,0 0-1,0 0 1,0-1 0,0 1 0,0-1 0,-1 0-1,1-1 1,0 0 0,0 1 0,6-3 0,4-2-99,0 0 0,0-1 1,-1 0-1,1-1 1,-2-1-1,1 0 1,-1-1-1,-1-1 1,1 0-1,-2 0 1,1-1-1,-1-1 0,-1 0 1,0 0-1,8-15 1,12-23-47,-2-1 1,37-98 0,-27 59 233,8-17 1212,-44 104-871,-3 6-307,1-1 0,-1 1-1,0-1 1,1 0 0,-1 1-1,0-1 1,0 0 0,-1 0 0,0 2-1,-8 16 273,2 11 193,1 0-1,2 1 1,-2 38 0,3 93 561,4-160-1108,0 0 10,1 1-1,-1-1 1,1 1-1,-1-1 1,1 1-1,0-1 1,0 0 0,4 7-1,-2-3-16,2-3 3,11-1-13,1-1 0,-1-1 0,0-1 0,1-1 0,31-4 0,-37 4-20,0 0 0,-1 0 0,1 1-1,0 1 1,0 0 0,0 0 0,14 5 0,0 1-24,39 18 0,21 7-3453,-80-30 3087,0-1 0,0-1 0,0 1 1,0 0-1,0-1 0,0 0 0,0-1 1,0 1-1,0-1 0,5-1 0,18-6-8287,-9 2-3720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9.2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101 0 14785,'-53'9'3381,"56"19"-273,0-4-224,-9 3-448,-1-3-527,0 0-361,0 6-324,1-3-224,-4 19-508,6-31-492,1 18 0,0-3-860,6-6-928,4-3-264,3 3-749,0 0-635,17-6-3017,9 4-5940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1:59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389 0 12105,'0'0'2468,"-27"6"149,0 3-341,7 9-480,-10 6-412,7-3-220,-8 10-192,5-4-260,-1 6-996,-7-6-972,-19-3-96,6 18-5317,3 1-6280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3.5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 33 7617,'-12'-14'-712,"-4"-5"7188,15 24-3009,8 16-2179,127 271 2662,-89-192-3367,-4 2 0,32 127 0,35 222 206,71 592-1002,-133-737-641,96 384-2255,-41-353-35,24-11-3548,-55-176-936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4.9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1719 4192,'0'0'8,"-41"-8"1914,-75-2-1,112 10 473,27-14-1590,10 1-678,0 2-1,1 1 0,0 2 1,45-6-1,-22 4-46,1768-301 525,11 28-412,-7 1-192,-11-28 25,-1167 180-134,-15-38 73,-452 100 24,-71 24-114,-110 43 139,-12-9-102,8 10 86,1-1 0,0 0 0,-1 0 1,1 0-1,-1 1 0,1-1 0,-1 0 0,1 0 1,-1 1-1,1-1 0,-1 1 0,0-1 1,0 0-1,1 1 0,-1-1 0,0 1 0,0 0 1,1-1-1,-1 1 0,0-1 0,0 1 1,0 0-1,0 0 0,1 0 0,-3-1 0,-18 2 165,0 1 0,-29 6 1,46-7 142,-17-1 320,21 0-599,-1 0 0,0 0 1,0 0-1,0 0 1,1 0-1,-1 0 1,0 0-1,0 0 0,0 0 1,0 0-1,1 0 1,-1 0-1,0 1 0,0-1 1,1 0-1,-1 1 1,0-1-1,0 0 1,1 1-1,-1-1 0,0 1 1,0 0-1,6 19 368,-3-14-487,196 458 1563,-117-287-1138,325 683 965,135 226-517,-283-538 56,-186-386-364,35 72 558,-101-224-968,-1 1 1,2-1-1,0 0 1,0 0-1,0-1 1,1 0-1,1-1 1,0 1-1,0-2 0,13 10 1,-16-13-41,0-1 1,0 0-1,0-1 1,1 0-1,-1 0 1,0 0-1,1 0 1,-1-1-1,1 0 1,0-1-1,-1 1 0,1-1 1,0-1-1,-1 1 1,1-1-1,-1 0 1,1-1-1,-1 1 1,1-1-1,5-3 1,18-10-7,-2-2 0,0 0 1,-1-2-1,-1-1 1,34-32-1,-37 32 50,52-47-179,71-83 0,-125 123 49,31-52-1,-29 44 3,-17 23-84,0 1 0,-1-1 0,0 0 0,-1 0-1,4-18 1,-7 27 30,-4-17-166,2 17 276,1 0 1,-1 1-1,0-1 0,0 1 1,0-1-1,0 1 1,0 0-1,0-1 1,-1 1-1,1 0 1,-1 0-1,0 0 1,1 0-1,-1 0 1,-4-3-1,-35-23-84,24 18 75,15 9 17,-22-16-147,52 2 158,-28 15-12,1 0 0,0 0 0,0 1 0,0-1 0,0 0 0,-1 0-1,1 1 1,0-1 0,0 0 0,0 1 0,-1-1 0,1 1 0,0-1 0,-1 1 0,1-1 0,0 1 0,-1-1-1,1 1 1,0 1 0,1 0 1,2 0-2,1 1 0,-1 0 0,0 0 0,0 0 0,0 1 0,0-1 0,-1 1 0,1 0 0,-1 0 1,0 0-1,0 1 0,-1-1 0,1 1 0,-1 0 0,0-1 0,0 1 0,0 0 0,-1 0 0,1 7 1,-1 23 21,-2 1 0,-1 0-1,-2 0 1,-1-1 0,-11 37 0,10-46 9,-29 123 47,-56 145 0,-74 137 98,24-69-117,-212 648-51,82-225 21,239-691-11,-35 91 199,57-162-145,-2 1-1,0-2 1,-2 1-1,-1-2 1,-24 29-1,32-42-34,-1-1 0,0 0 0,-1 0 1,1-1-1,-1 0 0,-1 0 0,1-1 0,-1 0 0,-13 4 0,6-4-14,0 0 1,0-1-1,0-1 1,-1-1-1,-18 0 1,-20-3 6,2-3 1,-92-18-1,115 17 5,-467-97 55,37 6-382,-799-46-178,-15 135 196,614 46-1249,-966 184 0,134 135-7270,1147-254 2463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0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346 61 15069,'-47'-45'3293,"33"30"8640,4 27-10629,4 0-320,-8 6-800,-6 18-184,3 0 0,-9 3 0,-5 4-264,1-4-2180,-10-6-1021,7 15-223,3 24-3061,3-2-6424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0.8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93 6 14517,'-28'-5'2868,"22"4"2105,-5 17-549,3-7-3374,1 8-452,1 0 1,1 0-1,1 0 0,0 0 1,-1 19-1,-1 0-926,5-28-97,0 1 1,1 0 0,0 0 0,0 0 0,1-1-1,0 1 1,1 0 0,-1-1 0,2 1 0,-1-1 0,6 12-1,1 8-1835,10 27-7922,0-10-395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0.9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 15 12857,'-54'-9'3456,"28"6"-343,5 0 3451,11 18-5203,4-3-257,2 9-220,1 22-228,-4-10-584,11 6-928,-1 0-676,0 3-1073,-3-5-1191,10 11-2501,14-3-5700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1.4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 84 13785,'-31'-4'6714,"37"7"-3220,24 5 2041,-6-5-7397,8-3 2132,-1-1 1,0-2 0,43-9-1,0 0-178,294-42-717,-286 43 451,-79 10 169,0 1 1,0 0-1,0 0 0,0 0 0,0 1 0,0-1 0,0 0 0,0 1 1,0 0-1,4 2 0,2-1-4,-9 1 17,0 0 0,0-1 0,0 1 0,0 0 0,0-1 0,0 1 0,-1-1 0,0 1 0,1 0 0,-1-1 0,-1 4 0,-5 8 28,-1-1 0,0 1-1,0-1 1,-12 12 0,-16 26 141,-112 200 111,-30 48-110,108-190 20,-60 100 412,96-149-167,-40 98 0,69-144-341,0 0-1,1 1 1,0-1-1,1 1 0,1 0 1,-1 15-1,2-26-72,1 1 0,0-1 0,1 0 0,-1 0-1,1 0 1,0 0 0,0 0 0,0 0 0,0 0 0,1 0 0,-1-1-1,1 1 1,0 0 0,0-1 0,0 1 0,1-1 0,-1 0-1,1 0 1,0 0 0,0 0 0,0 0 0,0-1 0,1 1 0,-1-1-1,1 0 1,-1 0 0,5 2 0,1-1-4,0 0 0,0-1 1,0 0-1,1 0 0,-1-1 0,0 0 1,19-1-1,68-13 83,-74 10-70,251-57 69,-104 19-510,-60 16-1514,157-58 0,-147 33-2964,-3-8-4534,-71 35-1632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1.7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79 15161,'0'0'14418,"-2"3"-12845,-1 0-1514,1 0 0,0 0 0,0 1 0,0-1 0,0 0 1,0 1-1,1 0 0,0-1 0,0 1 0,0 0 1,0 0-1,0-1 0,1 1 0,-1 0 0,1 4 1,1 7 127,0-1 1,7 27 0,0 3-83,-4-16-105,1 0 0,1 0 0,1-1 0,2 0 0,1-1 0,1 0 0,15 28 0,-19-44 0,-1 0 0,2 0 0,-1 0 0,1-1 0,1 0 0,0-1 0,0 0 0,13 9 0,-15-13 0,1 1 0,0-1 0,0-1 0,0 0 0,0 0 0,0 0 0,1-1 0,-1 0 0,1-1 0,-1 0 0,1 0 0,15-1 0,-18-1 0,0 1 0,0-1 0,0 0 0,-1 0 0,1-1 0,-1 0 0,1 0 0,-1 0 0,1 0 0,-1-1 0,0 0 0,0 0 0,0 0 0,-1-1 0,1 0 0,-1 0 0,0 0 0,0 0 0,0-1 0,0 1 0,-1-1 0,0 0 0,0 0 0,0 0 0,-1-1 0,0 1 0,3-9 0,-2 2 0,0 0 0,-1 0 0,-1 0 0,0-1 0,0 1 0,-1-1 0,-1 1 0,0 0 0,-1-1 0,0 1 0,0 0 0,-7-15 0,-1-1-462,-2-1 0,-2 2 1,0 0-1,-2 1 0,-1 0 0,-32-38 0,36 50-33,0 1-1,0 1 0,-2 0 0,1 0 1,-20-10-1,24 16 203,0 1-1,-1 0 1,1 1 0,-1 0 0,0 0-1,0 1 1,0 1 0,0 0 0,-14 0-1,-9 7-7401,3 8-5253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2.3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61 278 11421,'-46'-22'2942,"32"8"7526,15 11-8587,0 0-1812,-1 1 1,1 0-1,0 1 0,0-1 1,0 0-1,1 0 0,-1 0 1,0 1-1,1-1 0,-1 1 1,1-1-1,0 1 1,-1-1-1,1 1 0,0 0 1,0 0-1,0 0 0,0 0 1,3-1-1,0 1 153,-1 0-1,1 0 1,0 1-1,-1-1 1,1 1-1,0 0 1,0 0-1,8 2 1,7 3 445,0 1 1,0 0 0,24 12-1,-42-16-663,14 5-4,0 0 0,-1 2 0,0 0 0,0 1 0,-1 0 0,0 1 0,-1 1 0,0 0 0,-1 1 0,0 0 0,13 21 0,-17-22 0,-1 0 0,-1 1 0,0 0 0,0 1 0,-2-1 0,1 1 0,-2 0 0,0 0 0,0 0 0,-2 0 0,0 0 0,0 1 0,-1-1 0,-3 19 0,0-6 0,-2-1 0,-1 0 0,-1 1 0,-1-2 0,-13 29 0,8-26 0,8-25 0,1-1 0,3-2 0,1 0 0,0 0 0,0 1 0,0-1 0,0 0 0,0 0 0,-1 0 0,1 0 0,0 1 0,0-1 0,0 0 0,0 0 0,-1 0 0,1 0 0,0 0 0,0 0 0,0 0 0,-1 0 0,1 0 0,0 0 0,0 0 0,-1 1 0,1-1 0,0 0 0,0 0 0,0 0 0,-1-1 0,1 1 0,0 0 0,0 0 0,-1 0 0,1 0 0,0 0 0,0 0 0,0 0 0,-1 0 0,1 0 0,0 0 0,0-1 0,-3-9 0,4-17 0,4-4 8,2 1 0,1 0 0,1 0 0,23-50 0,68-110-209,-75 149-1121,2 1 1,2 1-1,1 1 1,57-55-1,-56 66-2009,0 1 0,2 1-1,45-26 1,-32 28-6358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2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366 1 9385,'-11'5'801,"9"-3"-467,1-1 0,-1 0-1,0 0 1,0 0 0,0 0 0,-1-1-1,1 1 1,0 0 0,0-1 0,-4 1-1,-16-6 3768,21 4-3972,-1 1-1,1-1 0,0 1 0,-1-1 0,1 1 1,-1-1-1,1 1 0,-1 0 0,1 0 1,-1 0-1,1 0 0,-1 0 0,1 0 0,-1 0 1,1 1-1,-1-1 0,1 0 0,0 1 1,-1-1-1,1 1 0,0 0 0,-1-1 0,1 1 1,-2 1-1,-5 4 386,-12 6 164,1 1 0,1 1 0,0 1 0,1 1 0,-25 28 0,22-20-469,1 2 1,2 0 0,-21 40-1,27-46-414,8-15 97,0 0-1,0 0 1,1 0-1,0 0 1,0 1 0,0-1-1,0 1 1,1-1-1,-1 8 1,18-8-130,-8-5 278,0 0 1,0-1 0,0 0-1,0-1 1,0 0-1,0 0 1,0 0-1,-1-1 1,15-8-1,27-8 614,-37 15-506,0 1 0,1 0 0,-1 1 0,1 1 0,-1 0 0,1 0-1,-1 1 1,1 0 0,-1 2 0,1-1 0,-1 1 0,16 5 0,-4 2-64,3 2 56,1-2 0,39 9 0,-61-17-131,-1-1-1,1 0 1,-1 0 0,1-1 0,-1 1 0,1-1 0,-1 0 0,0-1 0,1 1 0,-1-1 0,0 0 0,0 0 0,0-1-1,-1 1 1,1-1 0,0 0 0,-1 0 0,8-8 0,1-3 255,0 0 1,-1-1-1,19-32 0,-11 17 583,49-57 1304,-52 71-2151,-10 16 0,-4 0 0,-1 0-59,0 0 1,0-1-1,1 1 1,-1 0-1,0 1 0,0-1 1,0 0-1,0 1 0,0-1 1,0 1-1,0-1 1,0 1-1,0 0 0,0 0 1,0 0-1,0 0 1,-1 0-1,1 0 0,0 1 1,-1-1-1,1 0 0,-1 1 1,1-1-1,-1 1 1,0 0-1,1 0 0,-1-1 1,0 1-1,0 0 1,0 0-1,-1 0 0,2 2 1,2 9-664,0 1 0,-1-1 0,0 0 0,0 15 0,0-8-170,-1-13-237,-1 0-696,-1 0-6389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2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17 184 11709,'-3'-75'2032,"-1"39"-364,1 15-299,-4 3 743,11 3-1532,2-4-256,4 28-1204,4 1-696,-4 2-469,10 21-2391,-10-3-3437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3.2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1 158 11493,'3'-8'1992,"0"-1"0,0 1 0,2-18-1,-4 22-1599,-1 0-1,1 0 0,0 1 0,1-1 0,-1 0 0,1 1 1,0-1-1,-1 1 0,2-1 0,-1 1 0,0 0 1,1 0-1,-1 0 0,1 0 0,0 0 0,0 1 0,0-1 1,0 1-1,1 0 0,6-4 0,2 0 72,1 1-1,-1 0 1,1 1 0,1 0-1,12-1 1,-13 2-244,0 1 0,1 1 0,-1 0 0,0 1 0,1 0 0,24 5 0,-33-4-190,0 0 0,0 0 0,0 1 0,0-1-1,-1 1 1,1 1 0,0-1 0,-1 1 0,1-1 0,-1 1-1,0 0 1,0 1 0,0-1 0,-1 1 0,1 0 0,-1 0-1,0 0 1,0 0 0,0 0 0,2 6 0,-3-4-15,0 1 0,-1-1 1,0 1-1,0-1 0,-1 1 0,0 0 1,0-1-1,-1 1 0,1 0 1,-1-1-1,-4 12 0,3-7-8,-7 20-6,0 0 0,-3 0 0,0-1 0,-2-1 0,-28 44 0,0 4 0,22-42 0,-13 26 0,31-56 0,0 1 0,0-1 0,1 0 0,0 0 0,0 1 0,0-1 0,1 1 0,-1-1 0,1 0 0,1 9 0,0-11 0,0-1 0,0 1 0,0-1 0,0 1 0,0-1 0,0 0 0,1 1 0,-1-1 0,1 0 0,-1 0 0,1 0 0,0 0 0,0 0 0,0 0 0,0-1 0,0 1 0,0-1 0,1 1 0,-1-1 0,1 0 0,-1 0 0,0 0 0,1 0 0,0 0 0,-1-1 0,1 1 0,3 0 0,9 1 0,-1-1 0,0 0 0,24-3 0,-36 2 0,83-9-1124,-1-5-1,161-46 1,-213 51 918,21-12-2460,-20 7-3350,-50 4-11506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3.9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173 9 13017,'-37'-8'5208,"29"9"-1871,-2 6-2472,7-5-160,-2 2-197,0 0-1,0 0 1,0 1 0,1-1-1,0 1 1,0 0 0,0 0-1,0 0 1,1 1 0,0 0-1,0-1 1,0 1-1,-2 8 1,-4 13 519,-9 46-1,16-63-788,-20 136-1317,15-47-5111,7-85 4040,1 0-1,1 1 1,0-1 0,5 18-1,6 13-9374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4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312 21 17330,'-57'-21'2692,"40"30"-456,-6 15-424,3 4-412,0 2-260,0 9-431,0 3-1010,-14-3-1199,-3 10-276,0 11-5208,11 6-6790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4.5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329 10 15337,'-7'0'3145,"-6"-10"-297,-1 29 220,4-4-276,4 18-307,-11 21-389,7-6-1100,-10 10-996,-4 8 0,1 3 0,-1 10 0,-2-1 0,2-3 0,-3-17-2792,-3 8-1261,7 30-3531,-7-5-7770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5.6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61 13685,'-43'-60'17436,"43"64"-17529,0 5-326,1 0 0,1 0 1,0 0-1,0 0 0,0-1 1,1 1-1,6 12 1,19 35-4922,-15-29 1647,9 11-2415,1-5-3446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05.7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 0 14073,'-50'6'8761,"53"18"-7409,4-3-280,-10 13-216,3 20-168,3-12-328,4 3-720,6 4-684,7 2-888,7 0-872,-3 3-3421,2 1-5588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0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88 119 12093,'-23'-93'15838,"13"114"-14628,6-6-917,1 0 0,0 1 0,2 0 0,-1 0 0,2-1 0,0 1 0,3 22 0,-1 0-56,0 638 808,-3-655-1045,1-2 0,-1 0 0,-1 0 0,-8 37 0,10-56 0,0 0 0,0 1 0,0-1 0,0 0 0,0 0 0,0 1 0,0-1 0,0 0 0,0 0 0,0 1 0,0-1 0,0 0 0,-1 0 0,1 1 0,0-1 0,0 0 0,0 0 0,0 0 0,-1 1 0,1-1 0,0 0 0,0 0 0,0 0 0,0 0 0,-1 1 0,1-1 0,0 0 0,0 0 0,-1 0 0,1 0 0,0 0 0,0 0 0,-1 0 0,1 0 0,0 0 0,0 0 0,-1 0 0,-6-8 0,-3-17 0,5-2 0,2 1 0,0-1 0,2 0 0,3-43 0,22-110 0,-3 70-36,6 1 0,57-148-1,-79 243 31,33-74-45,-34 80 48,0 0-1,1 1 1,0-1 0,1 1 0,-1 0 0,1 0 0,13-11 0,-17 17 8,0 0 1,1-1 0,-1 1-1,1 0 1,0 0 0,-1 0-1,1 1 1,0-1 0,0 1-1,-1-1 1,1 1 0,0 0-1,0 0 1,0 0 0,-1 1-1,1-1 1,0 1-1,0-1 1,2 2 0,5 1 13,-1 0 1,0 1-1,13 7 1,-13-5-20,1 1 0,-1 0 0,0 1 0,0 0 0,-1 0 0,0 1 0,-1-1 0,0 2 0,9 15 0,6 14 0,19 46 0,-33-68 0,31 72 0,-4 1 0,-4 2 0,-4 1 0,-4 1 0,19 161 0,-3 133-8717,-35-335 893,-3-9-5418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0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74 175 13933,'-36'6'2957,"19"-21"-209,-3 3 3596,26-6-5040,4 0-327,17 3-497,27-6-536,3 9-828,6 0-533,4-4-803,10 1-592,-6 0-3505,2 3-5736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0.7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542 585 10865,'-103'-44'8268,"98"43"-7882,-1 0-1,0 0 1,0 1-1,0-1 1,0 1-1,1 0 1,-1 1 0,0-1-1,-11 4 1,16-4-352,-14 4 214,1 1 0,-1 0 0,1 1 0,0 1 0,0 0 0,0 1 0,1 0 0,0 1 0,1 1 0,0 0 0,1 0 0,0 1 0,-15 19 0,-1 5-70,2 2 0,1 0 0,-27 60-1,42-79-235,1 2-1,1-1 1,-5 25-1,10-36-82,0 0-1,1 0 1,0 1 0,0-1-1,1 1 1,0-1-1,0 1 1,1-1 0,0 0-1,4 14 1,-4-19 73,0-1-1,0 0 1,1 1 0,-1-1-1,0 0 1,1 0 0,-1 1-1,1-1 1,0 0-1,0-1 1,0 1 0,0 0-1,0 0 1,0-1 0,0 1-1,1-1 1,-1 0 0,1 0-1,-1 0 1,0 0 0,1 0-1,0 0 1,-1-1 0,1 1-1,-1-1 1,1 0-1,0 0 1,-1 0 0,1 0-1,0 0 1,-1 0 0,1-1-1,0 1 1,-1-1 0,5-2-1,4 0-64,1-1 0,-1-1 0,0 0 0,0-1 0,-1 0 0,15-12 0,-8 5 58,-2-2 0,0 0 0,-1 0 1,0-2-1,-1 1 0,-1-2 0,-1 0 0,0 0 1,15-38-1,-1-10 13,26-113 1,-25 58 160,-5-1 1,6-143-1,-20 150 843,-7 111-500,0 8 41,-9 274 2491,4 135-1606,7-359-1276,-3-33-53,1 0 1,2 0-1,0 0 0,1 0 1,1 0-1,10 30 1,-13-49-39,-1 0 0,1 0 0,0 0 1,0 0-1,0 0 0,1 0 1,-1 0-1,0-1 0,1 1 0,-1-1 1,1 1-1,-1-1 0,1 1 1,0-1-1,0 0 0,-1 0 0,1 0 1,0 0-1,0 0 0,0 0 1,0 0-1,3 0 0,-2-1 3,1 0 0,-1 0-1,0 0 1,0-1 0,1 1 0,-1-1-1,0 0 1,0 0 0,0 0 0,0 0 0,0-1-1,0 1 1,3-3 0,8-6 2,0-1-1,-1 0 1,0 0 0,14-18 0,-13 14 30,45-47-50,-53 56 44,1 0 0,0 1 0,1-1-1,-1 2 1,1-1 0,14-6 0,-21 11-24,0 0 1,0 0 0,0 0-1,0 0 1,0 0-1,0 0 1,0 0 0,0 0-1,0 1 1,0-1 0,0 0-1,0 1 1,0-1 0,0 0-1,0 1 1,0 0 0,-1-1-1,3 2 1,0 0 11,6 4-226,0 0 0,0 1 1,0 0-1,-1 1 1,0 0-1,0 0 1,-1 1-1,8 11 0,3 3-2568,-16-20 1651,3 4 939,-2-5-3169,17 2-12865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0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 15 12361,'-73'-15'2160,"53"18"4981,23 15-6873,0 0-440,4 1-488,0-4-852,3 6-800,10 18-2801,-3-9-4064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1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39 11753,'-13'-4'2264,"-1"-2"0,0 0 0,-15-9 0,16 7 3323,-18 20-2553,30-12-2976,0 1-1,0 0 1,0-1-1,0 1 1,0 0-1,0 0 1,0-1 0,1 1-1,-1 0 1,0 0-1,0 0 1,1 0-1,-1 0 1,1 0 0,-1 0-1,1 0 1,-1 1-1,1 0 1,-2 1 85,-2 6-485,1 0 1,0 0-1,0 1 1,0-1-1,1 0 1,1 1-1,-1 0 1,2-1-1,-1 1 1,2 13-1,1-3-3103,0-1 0,1 1 0,12 37 0,1-21-6701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1.5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218 0 12485,'-24'0'2900,"4"6"-179,4 0-613,-5 6-492,1 0-252,4 9-252,-8 19-196,7-13-316,4 9-812,3 3-704,0 3-1096,-3 10-884,6 2-2985,0 3-5040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5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492 210 6837,'-32'-22'620,"19"14"-161,0-2 0,0 0 1,1 0-1,0-1 0,-10-13 0,-39-45 5222,13 24-2776,47 45-2868,0 0 0,0 0 0,0-1 1,0 1-1,0 0 0,-1 0 0,1 1 0,0-1 1,0 0-1,0 0 0,0 0 0,0 1 1,0-1-1,0 0 0,0 1 0,0-1 0,-1 2 1,0-2 43,-3 2-17,-1 1-1,1 0 1,-1-1-1,1 2 1,0-1-1,0 1 1,0-1 0,0 1-1,1 1 1,0-1-1,0 1 1,0-1-1,-6 11 1,-3 6 98,1 2-1,-10 24 1,8-15-18,-11 17-9,-17 40 73,0 8-426,42-95 114,0 1 0,0-1 1,0 0-1,0 0 0,0 1 1,0-1-1,1 0 1,-1 0-1,1 0 0,-1 0 1,1 0-1,0 0 0,2 4 1,-2-4-159,-1-1 184,1-1-1,0 1 1,-1 0-1,1-1 1,0 1-1,-1 0 0,1-1 1,0 1-1,0-1 1,0 1-1,-1-1 1,1 0-1,0 1 0,0-1 1,0 0-1,0 1 1,0-1-1,0 0 0,0 0 1,-1 0-1,3 0 1,-1 0-187,1 1 120,-1 0 0,1 0 0,-1-1 0,1 1 0,0-1 0,-1 0 0,1 1 0,0-1 0,0-1 0,-1 1 0,1 0 0,0-1 0,-1 1 0,1-1 0,-1 0 0,1 0 0,-1 0 0,1 0 0,-1 0 0,1 0 0,1-3 0,-1 2-22,0-1 0,0-1-1,0 1 1,-1 0 0,1-1 0,-1 1 0,0-1-1,0 0 1,0 0 0,-1 0 0,1 0 0,0-5-1,1-2 35,-1 0 0,-1 0 0,0 0 0,0 0 0,-1-1 0,0 1 0,-1 0 0,-1 0-1,-3-14 1,0 9 461,-1 1-1,-1 1 1,-1-1-1,-13-19 1,-13-26 2813,33 58-1528,-1 6-692,-3 10-426,0 1 0,2 0 0,-1 0 0,2 0 0,0 0 0,0 26 0,11 99 1562,-3-73-1254,93 1115 3250,25-422-6164,-66-458-139,-9-72-860,-6-39-1492,-22-77-677,7-15-2868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6.6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2435 9377,'0'-6'192,"-1"1"0,1-1-1,1 0 1,-1 1 0,1-1 0,0 1 0,1-1 0,-1 1 0,1 0 0,0 0-1,0-1 1,1 1 0,-1 1 0,1-1 0,0 0 0,1 1 0,-1-1 0,1 1 0,4-4-1,8-6 382,0 1-1,1 1 1,35-19 0,-37 22-337,86-44 633,1 4 0,127-42 0,226-51-281,-418 131-505,1456-379 657,15 51-512,-623 144-191,149-61 80,-25-67-66,-810 247-88,402-135-57,-491 180 58,0 4 0,2 6 0,180-11-1,-126 29 17,202 25 0,162 49-31,-509-68 71,-1 2 0,1 0 0,-1 1 0,0 1 0,0 0 0,-1 2 0,20 11 0,-27-11 15,1-1 0,-1 1 1,-1 1-1,0 0 1,0 1-1,-1 0 0,0 1 1,-1 0-1,0 0 0,11 23 1,-6-5 57,-2 1-1,0 0 1,-3 1 0,0 1 0,7 57-1,-9-18 114,-2 116 1,-89 696 340,0-313-369,-14 111-7,23 253-39,75-913-130,-14 566 50,11-553-35,-1-1-1,-1 0 0,-20 67 1,21-88-24,-1-1 1,-1 0 0,1 0-1,-2 0 1,0-1-1,0 0 1,-1-1 0,0 1-1,-1-1 1,0-1 0,-1 0-1,1 0 1,-19 11-1,8-8-17,0-2-1,0 0 0,-1-2 1,0 0-1,-25 5 0,-117 19-19,115-24-4,-385 51-242,11-3 282,-725 177-157,6 48 184,1027-252-10,-2081 580 1000,1402-354-773,28-8-1198,696-225-589,-1-3-1,0-3 0,-144 12 1,201-28 541,0 0-1,0 0 1,0-2 0,-18-3 0,25 3-100,0 0 0,0 0 1,0-1-1,0 0 1,1 0-1,-7-5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8.9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24 221 5276,'-6'-4'899,"-12"-7"14144,39-4-14020,5 4-742,0 2-1,0 0 1,52-8 0,-39 9-132,290-48 456,-127 25-456,47 2-4,-111 15-206,-118 11-196,0 1 1,0 1-1,-1 0 0,1 2 0,0 0 1,27 6-1,-44-6-464,-2 2 303,0-1-1,0 1 0,-1 0 1,1 0-1,-1-1 0,0 1 1,1 0-1,-2 4 1,1-5-327,-21 16-6490,5-7 133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19.23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 0 6821,'-1'1'363,"0"0"0,0 0 0,1-1 0,-1 1 0,0 0 0,1 0 0,-1 0 0,1 0 0,0 0 0,-1 0 0,1 0 0,-1 0 0,1 0 1,0 0-1,0 2 0,11 7 5815,-3-4-7592,76 63 3763,-11-8-1064,16 5-261,83 65 231,-141-104-1091,0 1 0,-2 1 0,28 37 0,-45-50-112,-1 0 0,-1 1-1,0 0 1,-1 1 0,-1 0 0,-1 0 0,0 1 0,-2 0 0,0 0-1,-1 1 1,3 26 0,-7-29-63,0 0 0,0 0 1,-2 0-1,0 0 0,-1 0 0,0 0 0,-2-1 0,0 0 0,-1 0 0,0 0 1,-1 0-1,-1-1 0,-13 19 0,-10 6-732,-1-1 0,-2-2 0,-73 61 0,-34 35-9194,106-91 1397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0.6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5021 51 4692,'0'0'109,"1"0"-1,-1-1 0,0 1 1,0-1-1,1 1 0,-1-1 1,0 1-1,0 0 0,0-1 1,1 1-1,-1-1 0,0 1 1,0-1-1,0 1 0,0-1 1,0 1-1,0-1 0,0 1 1,0-1-1,0 1 0,0-1 1,-1 1-1,1-1 0,0 1 1,0-1-1,0 1 0,0-1 1,-1 1-1,1-1 0,0 1 1,-1 0-1,1-1 0,0 1 1,-1-1-1,1 1 0,0 0 1,-1-1-1,1 1 1,-1 0-1,1 0 0,0-1 1,-1 1-1,1 0 0,-1 0 1,0-1-1,-32-7 1586,11 3-518,19 4-235,0 1-454,-37-3 546,37 3 523,-1 0-1015,-29-3 414,29 3 392,-15-5-1165,13 4-123,0 0 0,0 1 0,0 0 0,0 1 0,0-1-1,-6 2 1,9-1-93,0-1 91,-2 0 8,-287-9 824,285 9-883,0 1 0,0 0-1,0 0 1,0 0-1,1 1 1,-12 4 0,-13 4 8,-489 92 90,392-80-92,-646 98 40,-311 56 282,-176 82-67,1108-226-196,-223 40 735,318-66-536,54-6-256,0 0 0,1-1 0,-1 1 1,0-1-1,1 0 0,-1 0 0,0 0 1,1 0-1,0-1 0,-1 1 0,-4-4 0,7 5-17,1-1-1,-1 1 1,1 0-1,0-1 0,-1 1 1,1-1-1,-1 1 0,1-1 1,0 1-1,-1-1 1,1 1-1,0-1 0,-1 1 1,1-1-1,0 1 0,0-1 1,0 0-1,0 1 1,-1-1-1,1 1 0,0-1 1,0 1-1,0-1 0,0 0 1,0 1-1,0-1 0,1 1 1,-1-1-1,0 0 1,0 0-1,15-21-334,33-20-1232,-43 38 1195,38-29-2643,2 1-4596,-28 19 508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1.1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1173 61 6409,'-2'-4'389,"0"0"1,0 1 0,0-1 0,-1 1-1,1-1 1,-1 1 0,0 0 0,0 0 0,0 0-1,0 1 1,-1-1 0,1 1 0,-1-1-1,0 1 1,-7-3 0,-4-3 1354,13 7-784,-1 1-151,-4 0-645,0 1 0,0 0 0,1 0 0,-1 0 0,0 1 1,1 0-1,-1 1 0,1-1 0,0 1 0,-1 1 0,2-1 0,-10 7 0,-6 7 12,1 1 0,-18 20 0,11-10 59,-50 53 159,-99 135 0,-45 109-136,-178 291 17,393-608-271,4-4-6,-1-1-1,0 1 0,1 0 0,0 0 0,0 0 0,0 0 0,0 0 0,-1 4 0,3-6 5,0-1 1,0 0-1,0 0 0,0 0 0,0 0 1,0 0-1,1 0 0,-1 1 0,0-1 1,1 0-1,-1 0 0,0 0 0,1 0 1,-1 0-1,1 0 0,0 0 0,-1 0 1,1 0-1,0 0 0,-1-1 0,1 1 1,0 0-1,0 0 0,0-1 0,0 1 0,0 0 1,0-1-1,0 1 0,0-1 0,0 1 1,0-1-1,0 0 0,0 1 0,2-1 1,3 1 0,-1-1 0,1 0 1,0-1-1,-1 1 0,11-3 1,-2 0-14,68-7-58,515-66-554,-22-4-7461,-517 71 6308,117-17-5135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3.2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319 880 6877,'-74'-9'6329,"72"9"-6120,0-1 1,0 0-1,-1 0 0,1 1 1,0-2-1,0 1 0,0 0 1,0 0-1,0-1 0,0 1 1,0-1-1,1 1 1,-3-3-1,-3-2 344,-23-14 889,-37-17 0,-14-10-249,79 46-1019,-1 0-122,3 0-36,-1 0-1,0 1 1,0-1-1,0 1 1,0-1-1,0 1 1,0-1-1,0 1 1,0 0-1,0-1 1,0 1 0,0 0-1,0 0 1,0 0-1,0 0 1,0 0-1,0 0 1,0 0-1,0 0 1,0 0-1,-2 1 1,3 1-7,-1 0-1,1 0 1,0 0 0,0 0 0,0 0-1,0 0 1,0 0 0,0 0 0,1 0-1,-1 0 1,2 3 0,-2-2 59,12 7-50,2 5 191,45 16 135,-57-30 123,5 8-358,-7-8-76,0 0 0,0 0 0,1 0 0,-1-1-1,1 1 1,-1 0 0,1 0 0,-1 0 0,1 0 0,-1-1-1,1 1 1,0 0 0,-1-1 0,1 1 0,0 0 0,-1-1-1,1 1 1,0-1 0,0 1 0,1 0 0,17 1 62,1 0 0,0-2 0,-1 0 0,1-1 0,20-3 0,103-24 10,-116 22-81,1417-353 78,-267-16-181,-1128 355 55,-26 10 7,34-11 0,-55 21 7,0-1 0,0 0 0,0 0 1,0 0-1,0 0 0,0 0 0,0-1 0,-1 1 1,1 0-1,0-1 0,-1 1 0,2-3 1,0 1-12,0 1-35,-20-4-20765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3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6481,'12'1'1510,"-11"0"-1138,-1-1 0,1 0 0,-1 0-1,1 0 1,-1 1 0,1-1 0,-1 0 0,1 1-1,-1-1 1,1 0 0,-1 1 0,0-1 0,1 1 0,-1-1-1,0 1 1,1-1 0,-1 1 0,0-1 0,1 1 0,-1-1-1,0 1 1,0-1 0,0 1 0,0-1 0,1 1 0,-1 0-1,2 7 1672,4 2-3583,14 13 1938,1-1 0,1-1 0,0-1 0,34 22-1,-38-28-285,291 190 672,-124-88-619,-147-92-120,-2 2 0,-1 2 0,0 1 0,-3 2 0,52 60 0,-74-77-36,0 1 0,0-1 0,-1 1 0,-1 1 0,-1 0-1,0 0 1,-1 0 0,-1 1 0,0 0 0,-1 0 0,-1 0 0,-1 0 0,0 1 0,-1-1 0,-1 1 0,-1-1-1,-5 32 1,-1-18-22,-2 0-1,-1-1 0,-2 0 0,-1 0 1,-1-1-1,-1-1 0,-2-1 0,-1 0 0,-1-1 1,-28 29-1,-28 23-667,-146 116-1,88-83-1140,77-62 416,-69 63-5908,82-67 341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3.9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46 13369,'-10'-34'1812,"-6"47"4957,-11-13-5865,3 0 704,1-3-1952,3-1-292,0-5-5096,0 0 455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4.4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278 37 12581,'-43'-21'1660,"23"21"-292,-4 3 605,-3 0-1193,-3 0-208,10-6-80,0 0-108,-4 0-84,1 3-12,0-6-576,-1-3-876,58 12-7637,26 0 1640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4.7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 12 5721,'16'-12'8612,"-42"12"-8072,2 0 276,-9 0-844,6 3-336,3-3-1460,-2 0-24,9 9-6793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9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2496 152 4504,'12'-5'-162,"7"-1"2028,-19 9-831,-9 7-627,7-9 187,-21 1-48,21-1-427,0-1-1,0 0 1,1 1-1,-1-1 1,0 0-1,0 0 1,1 0-1,-1 0 1,0 0-1,0 0 1,1-1-1,-1 1 1,0 0 0,1-1-1,-3 0 1,1-1 205,0 1 0,-1 1 0,1-1 0,0 0 0,0 1 0,-1-1 0,1 1 0,0 0 0,-1 0 0,1 1 0,-4 0 0,-17-1 625,20-1-828,1 0 1,-1-1-1,1 1 0,-1-1 1,1 0-1,0 1 0,-1-2 1,1 1-1,0 0 0,-4-5 1,6 6-134,-1-1 1676,2-73 176,0 72-1686,-2 0-98,-1-1-46,0 1 0,0-1-1,-1 1 1,1 0 0,-1 0 0,0 0-1,1 1 1,-1-1 0,-1 1-1,1 0 1,0 0 0,0 0 0,-1 1-1,1 0 1,-1 0 0,0 0 0,1 0-1,-7 0 1,-11 0 18,1 1 1,-38 4-1,38-2-23,-599 60 178,7 43 52,51 54-188,435-119-76,-58 15-322,183-54 322,0 0-1,0 0 1,0 0-1,0 0 0,0 0 1,0 0-1,0 0 1,0 1-1,-2 2 1,-4 2-1244,0-4-4237,15 14-5438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29.6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786 64 4768,'3'-14'492,"0"0"197,-2 0 2788,-2 12-3226,0 0 1,-1 0-1,1 0 1,-1 0 0,1 1-1,-1-1 1,1 0 0,-1 1-1,0-1 1,0 1 0,-2-2-1,-29 24 425,2 0 1,0 3-1,1 0 0,-40 44 1,-13 9-233,63-59-394,-233 212 306,211-187-353,2 2 0,2 1 0,-52 82 1,89-126-3,0 0-1,0 0 1,-1-1 0,1 1 0,1 0 0,-1 0 0,0 0 0,0 0 0,1 1 0,-1-1 0,1 0 0,0 0 0,-1 0 0,1 0 0,0 0 0,0 1 0,1-1 0,-1 0 0,0 0 0,1 0 0,-1 0 0,1 0 0,0 0 0,0 0 0,0 0 0,0 0 0,0 0 0,0 0 0,0 0 0,0-1 0,1 1 0,-1 0 0,1-1 0,-1 1 0,1-1 0,0 0 0,0 1 0,2 0 0,3 2-9,0 0-1,1-1 1,-1-1 0,0 1 0,1-1 0,-1 0 0,1-1-1,0 0 1,10 1 0,70-5-187,1-4 0,122-26-1,-198 31 167,296-60-1286,-43 7-4541,-153 34-20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0.2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506 277 11881,'0'0'97,"-1"-1"1,0 0-1,0 0 0,0 1 1,0-1-1,0 0 1,0 1-1,0-1 0,0 1 1,0-1-1,0 1 0,0 0 1,0-1-1,-1 1 0,1 0 1,0 0-1,0 0 0,0 0 1,0 0-1,-1 0 0,1 0 1,0 0-1,0 0 0,0 1 1,0-1-1,0 0 1,-1 1-1,1-1 0,0 1 1,0-1-1,0 1 0,0 0 1,0-1-1,1 1 0,-2 1 1,-7 3 530,7-5-451,0 1-1,-1-1 1,1 1-1,0-1 1,-1 0 0,1 0-1,0 0 1,0 0-1,-1 0 1,1-1-1,0 1 1,0-1 0,-4-1-1,-7-1 476,-6 0-181,1 0 0,0-2 0,0 0-1,0-2 1,1 1 0,0-2 0,-32-19-1,12 2-15,0-2-1,-36-36 0,-14-33-176,85 94-407,6 2-730,0 0 731,1 1 0,0-1 1,-1 1-1,1 0 0,-1 0 1,1 1-1,-1-1 0,0 1 1,1 0-1,-1 0 0,0 0 0,4 4 1,6 5-1495,0 0 0,12 15 1,-25-25 1481,3 2-742,5 5-78,-4 1-4469,-3 4-1208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0.7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55 2792,'-44'-55'-820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3.2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99 226 6033,'-2'-11'1128,"3"15"74,3 18 6650,-6-20-7837,0-1 415,-1 1 0,1-1 0,0 0-1,-1 0 1,1 0 0,-1 0 0,1 0 0,-1-1-1,0 1 1,1-1 0,-1 0 0,0 0 0,-5 0-1,-10-2-923,16 1 810,-21 1-6,8 2 1152,28 2-1098,36-2-246,207-41 245,221-29-129,-314 51-176,344-45 42,-376 38 76,-129 23-167,1 0 0,0 0 0,0 0 0,-1-1 0,1 0 0,-1 1 0,5-5-1,-6 5-5,1 0 0,-1-1 0,0 1 0,1 0 0,-1 0 0,1 0 0,-1 1 0,1-1-1,-1 0 1,1 1 0,0-1 0,1 0 0,-13-8 77,10 8-179,-1 1 1,1-1-1,0 0 1,-1 1 0,1-1-1,-1 0 1,1 1-1,-1-1 1,1 1 0,-1-1-1,0 1 1,1-1-1,-1 1 1,0-1 0,1 1-1,-1-1 1,0 1 0,1 0-1,-1 0 1,0-1-1,0 1 1,1 0 0,-1 0-1,-1 0 1,0 0 574,-6 1-202,-2 3-4740,19 5-5201,8-3 3051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3.6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681 83 6389,'-11'-18'1474,"8"15"-55,0 2-17,-36-7 1312,38 8-2612,0 0 0,0-1 1,0 1-1,0 0 0,1-1 1,-1 1-1,0-1 0,0 1 1,1-1-1,-1 1 0,0-1 0,1 1 1,-1-1-1,1 0 0,-1 1 1,1-1-1,-1 0 0,1 1 0,-1-1 1,1 0-1,-1 0 0,1-1 1,-13-14 1614,7 13-1362,0-1 0,0 1 0,-1 0 1,1 0-1,-13-3 0,17 6-305,0 0 0,0-1 0,0 1 0,0 0 1,0 0-1,0 0 0,0 0 0,1 1 0,-1-1 0,0 0 0,0 1 0,0 0 0,0-1 0,0 1 0,1 0 1,-1 0-1,0 0 0,1 0 0,-1 0 0,1 0 0,-1 0 0,1 1 0,-1-1 0,1 0 0,0 1 0,0 0 1,-1-1-1,1 1 0,0-1 0,1 1 0,-1 0 0,0 0 0,0 0 0,1-1 0,-1 4 0,-1 1 15,2 1-1,-1-1 0,0 0 1,1 0-1,1 0 0,-1 1 1,1-1-1,0 0 0,0 0 1,3 9-1,8 15 130,0 0 0,2-2 0,23 36 1,63 79 56,-58-83-108,-32-47-138,166 254 161,-153-226-120,-1 1 1,-3 1 0,-2 1-1,22 82 1,-36-111-19,0 1-1,-1-1 1,-1 1 0,-1-1-1,0 1 1,-1-1 0,0 1 0,-1-1-1,-1 1 1,-1-1 0,0 0 0,-1 0-1,-1-1 1,0 1 0,-12 20 0,3-12 24,-1 0 0,-1-1 0,-1-1 0,-1 0 1,-1-2-1,0 0 0,-43 29 0,-23 7 103,-143 67-1,33-19-916,149-75-407,1 1 0,-44 39 1,78-59 342,1 1 1,1 1 0,0 0-1,-12 16 1,18-21-197,0 1 0,0 0 1,1 0-1,0 0 0,-4 14 1,1 15-6325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3.8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114 182 13777,'-50'-21'2252,"43"2"45,-6 7-237,3 3-232,0-9-416,0 0 644,3 3-1384,0 0-396,14 0-1344,0 0-20,3 3-3508,-4 0-1309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4.27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64 11813,'-40'-18'1364,"26"9"-56,1 3 280,-7-3-1660,3 6-420,0-6-1932,1 0-1372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5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149 0 16225,'-1'1'167,"-1"0"-1,0 0 0,0 1 1,0-1-1,1 0 0,-1 1 1,1 0-1,-1-1 0,1 1 1,0 0-1,-1-1 0,1 1 1,0 0-1,0 0 0,0 0 1,1 0-1,-1 0 0,0 0 1,1 0-1,-1 0 0,1 1 0,0 3 1,-10 25 1405,0-11-478,2 0 0,-12 39 0,7-20-459,1 2-71,1 1 0,-9 76-1,6 89 55,12-167-532,0 57-217,10 96 1,24 97-2260,-24-226 1606,5 45-1195,10 80-2594,-9-62-1737,-4-27-2344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5.7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1 127 6777,'6'-27'1300,"11"12"-264,0 3-204,-4 0-200,1 3-124,12 0-280,1 3-228,17 3-292,23-3-208,-20-3-476,0-1-1840,10 1-929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7.5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1989 281 7993,'-15'-4'312,"9"2"-127,0 0 0,-1 0 0,1 1 0,0 0 0,-1 0 0,1 1 0,-1 0 0,1 0 0,-8 1 0,-47 6 1151,24-3-362,1 1 1,-60 16-1,50-6-545,2 3-1,0 1 1,0 2 0,2 2 0,1 2-1,1 1 1,-45 39 0,-9 21 113,3 4 1,4 3 0,-123 173 0,87-81 268,-126 251 0,166-268-319,7 4 0,-81 272-1,124-326-358,6 1 0,5 2 0,6 1-1,-2 230 1,18-302-203,4 0-1,1-1 1,2 0 0,3 0-1,1-1 1,20 48 0,-23-75-17,2 0 1,1 0 0,0-1-1,2-1 1,0 0-1,22 25 1,-22-31 9,0-1 1,1 0-1,0-1 0,1 0 0,0-1 0,0-1 1,1 0-1,1-1 0,18 6 0,-15-7-6,1-1-1,0-2 1,0 0-1,0-1 1,0-1-1,1 0 1,-1-2-1,25-3 0,-15-1-53,0-1 0,0-2 0,0-1 0,55-24 0,-20 1-54,-1-4 1,-3-3-1,0-2 0,57-50 0,-31 17 24,-4-4-1,-3-3 1,-4-4-1,94-133 1,-82 86 47,-6-4 0,106-235 0,-137 245 147,-6-2-1,-5-2 1,-6-1 0,36-269-1,-58 255 158,-6-1 1,-6 0-1,-6 1 0,-37-218 0,28 282 61,-50-154 0,54 205-212,-1 1 1,-2 0-1,-1 0 1,-1 2-1,-1 0 1,-2 0-1,0 2 1,-30-31 0,38 46-24,0 0 0,0 1 0,-1 0 0,0 0 0,-1 1 0,1 1 0,-1 0 0,-1 1 1,1 0-1,-1 1 0,0 0 0,0 1 0,0 0 0,-20-1 0,17 4-124,0 0 0,0 1 0,0 1 1,0 1-1,0 0 0,0 1 0,1 0 0,0 2 0,0-1 0,0 2 0,-23 13 0,9-1-752,1 0 0,0 2-1,-41 42 1,38-31-1673,-25 36 0,-16 32-4887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8.1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138 142 7549,'-37'-33'1488,"17"18"2080,6 9-2588,1-3 1104,3-6-1315,0 0 319,3 0-764,-3 3-80,3 3-5141,-3-3 1069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39.6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3216 56 5320,'-3'-2'319,"0"1"-1,0 0 0,0-1 1,-1 1-1,1 1 0,0-1 1,-1 0-1,1 1 0,-1 0 0,1 0 1,0 0-1,-1 0 0,-4 1 1,-24-1 1133,13-3-46,1-1-1,-1 0 1,1-1-1,-33-15 1,48 19-955,-14-5 201,11 4-587,1 1-1,-1 0 0,0 1 0,0 0 0,1 0 0,-1 0 0,0 0 0,-9 3 1,-52 14 291,38-9-296,-460 122 562,50-12-408,88-33-176,-138 37-35,9 29-114,393-118-336,-105 57-1,150-66-729,1 2 0,1 1 0,1 2 0,-44 43 0,48-33-3228,12-3-2546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40.00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1209 98 6025,'-6'-16'616,"5"12"-348,0 0 0,0 0 0,-1 0-1,0 1 1,1-1 0,-2 0 0,1 1 0,-4-6-1,4 7 1053,-1-19 897,3 20-2142,0 0 0,0 0 0,-1 1 0,1-1 0,0 0 0,0 0 0,0 0 0,-1 1 0,1-1 0,0 0 0,-1 0 0,1 1 0,0-1 0,-1 0 0,1 1 0,-1-1 0,1 1 0,-1-1 0,1 0 0,-1 1 0,0-1 0,1 1 0,-1-1 0,0 1 0,1 0 0,-1-1 0,0 1 0,0 0 0,1-1 0,-1 1 0,0 0 0,-1 0 0,0 0-10,-1 0 1,1 1 0,0-1-1,-1 1 1,1-1 0,0 1-1,0 0 1,-1 0 0,1 0-1,0 0 1,-2 3 0,-6 2 60,2 1 1,-1 0-1,1 1 0,-12 14 1,-196 269 1443,173-237-1458,-357 488 511,152-113-463,214-358-121,3 0 1,3 2-1,4 1 0,-21 104 0,42-159-49,0 0-1,1 0 0,1 0 0,1 0 1,1 0-1,0 0 0,2 0 1,8 34-1,-8-41 19,2-1 0,-1 0 0,1 0 0,1-1 0,0 0 0,0 0 0,1 0 0,0 0 0,1-1 0,0-1 0,0 1 0,1-1 0,0-1 0,1 1 0,12 6 0,2-1-10,0-2 1,0-1 0,1 0-1,1-2 1,-1-1-1,1-1 1,1-1 0,47 2-1,10-5 11,119-12-1,-69-6-300,0-5 0,-2-6 0,153-53 0,372-172-8935,-483 175 3426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7:52:40.1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51 103 9177,'-20'9'4852,"13"-21"-3664,1 0 521,-1-9-2698,-3 0-739,20-3-2360,-3 2-3049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61 12293,'1'-3'241,"0"1"1,0 0-1,-1-1 0,1 1 0,0-1 0,-1 1 1,0-1-1,1 1 0,-1-1 0,0 0 0,-1-3 1,1 4 128,-1 0 0,0 0 0,0 1 0,0-1 0,0 0 0,0 1 1,-1-1-1,1 1 0,0-1 0,-1 1 0,1 0 0,-1 0 0,0-1 1,-6-2 7126,32 59-4172,-18-19-2930,-2 1 1,-2-1-1,-3 63 0,0-10-401,-21 455-108,-43-62-5378,12-161-6463,28-170-267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3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1113 1299 11701,'-11'-19'701,"8"13"-291,0 0 0,-1 0 0,0 0 0,0 0 0,0 0 0,0 1 0,-1 0 0,0 0 0,-10-8 0,-3 1 1074,-33-18 1,44 27-1279,-1 0 0,1 0 0,0 1 1,0 0-1,-1 0 0,0 1 0,1 0 1,-1 0-1,-9 1 0,-5 1 22,1 2 0,-1 0 0,1 2 0,0 0 0,1 1-1,0 2 1,-24 10 0,1 5 80,2 2-1,-61 47 1,-94 86 189,153-118-419,1 2 0,2 2 0,-41 57 0,65-78-93,1 0-1,1 2 0,1-1 0,2 1 0,0 1 1,1 0-1,2 1 0,-10 53 0,17-72-53,0 1 0,1 0-1,0 0 1,0-1 0,1 1-1,0 0 1,1-1-1,0 1 1,0-1 0,1 0-1,0 1 1,0-1 0,1-1-1,0 1 1,8 11 0,-8-14 11,0-1 0,0 1 1,0-1-1,0 0 1,1 0-1,0-1 0,-1 0 1,1 1-1,1-1 1,-1-1-1,0 1 0,1-1 1,-1 0-1,1 0 1,0-1-1,0 0 0,0 0 1,-1 0-1,1 0 1,0-1-1,0 0 0,0-1 1,10-1-1,1-1-25,0-2 0,-1 0 0,0-1 0,0 0 1,0-2-1,-1 1 0,29-21 0,-2-3-47,52-50 0,-56 43 66,-1-1-1,-2-2 1,33-52 0,75-146-41,-82 115 47,66-189 0,16-141 248,-28-11 868,-93 364-659,-14 71-256,6-39 1162,-19 73-635,-1 2-560,-1 1 0,1-1 0,0 2 1,1-1-1,0 0 0,0 1 0,1 0 1,0 0-1,0 1 0,1-1 1,-4 13-1,-4 21 81,-7 49 1,10-44-38,-29 181-618,-13 445-1,47-544-745,-2 185-3294,10-108-2699,4-53-2645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4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541 21 9273,'-30'-17'2241,"24"13"1276,0 5-2031,-16 2-1087,1 1 0,0 1 1,0 1-1,0 0 0,1 2 0,0 1 1,0 0-1,1 1 0,0 1 0,1 1 1,-29 25-1,9-5-87,-57 60 0,83-78-289,0 0 1,1 0-1,1 1 0,1 1 1,0 0-1,1 0 0,-11 32 1,17-45-26,1 0 1,0 0-1,1 0 1,-1 0 0,1 0-1,-1 0 1,1 0 0,0 0-1,0 0 1,0 1-1,0-1 1,1 0 0,-1 0-1,1 0 1,0 0-1,0 0 1,0-1 0,2 6-1,-1-6 2,0 0 0,0 0 0,0 0 0,0 0-1,0-1 1,0 1 0,0-1 0,1 0 0,-1 1 0,1-1-1,-1 0 1,1 0 0,-1-1 0,1 1 0,-1-1 0,1 1-1,2-1 1,10 1-5,0-1 0,0-1 0,0 0 0,0-1 0,24-7 0,30-15-4,-54 17 25,1 1 0,-1 1 0,1 0 1,17-2-1,-28 6-9,0 1-1,0 0 1,0 0 0,-1 0 0,1 1-1,0-1 1,0 1 0,0 0-1,0 1 1,-1-1 0,1 1 0,0 0-1,-1 0 1,1 0 0,-1 1 0,0-1-1,7 7 1,1 2-12,-1 0-1,0 1 1,-1 0-1,0 1 1,-1 0 0,-1 1-1,9 16 1,40 110-2185,-40-94 387,-10-29-53,-2 1 0,0 0 0,2 25 0,0 5-5952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 9245,'0'0'2709,"1"2"-1654,6 8-739,-1 0-1,0 0 0,0 1 1,-1 0-1,-1 0 0,0 0 1,0 0-1,-1 1 0,-1 0 1,0-1-1,0 1 0,-1 22 1,-1 8-99,-2 0 0,-10 56 0,-32 117 545,17-142-611,18-53 227,-11 42 0,14-48-79,1-17 175,4 1-440,0-1 0,0 0 0,1 1 0,-1-1 0,1 0 0,0 1-1,0-1 1,0 0 0,1-5 0,8-35 23,1 0-1,3 1 1,27-61-1,-24 60-43,63-137-222,-69 161 125,1 0 1,0 1-1,1 0 0,2 1 1,-1 1-1,32-29 0,-42 43 63,0-1 0,0 0-1,1 1 1,-1 0 0,1 0-1,0 0 1,0 0 0,-1 0-1,1 1 1,0 0 0,0-1-1,1 2 1,-1-1 0,0 0 0,0 1-1,0 0 1,0 0 0,1 0-1,-1 0 1,0 1 0,0-1-1,8 4 1,-7-2 10,-1 0 1,1 1-1,-1-1 0,1 1 1,-1 0-1,0 0 0,0 1 0,-1-1 1,1 1-1,-1 0 0,0 0 1,1 0-1,-2 0 0,1 1 1,0-1-1,-1 1 0,2 6 0,10 25-431,-2 0-1,-1 1 1,-2 0-1,6 55 1,-10-61 24,0 10-622,1 69 1,-6-101 885,0 1 0,-1-1 1,0 0-1,-1 0 0,0 1 1,-1-1-1,-3 10 0,-10-44-12,15 12 162,1 0 1,0 0-1,1 0 0,0-1 0,1 2 0,1-1 0,0 0 1,0 0-1,2 1 0,8-20 0,-2 10-32,0 1 1,1 0-1,1 1 0,1 0 0,17-19 1,-14 22-80,0-1 1,1 2-1,22-15 1,-31 24 30,1 1 0,0 0 0,0 1 0,1 0 0,-1 0 0,1 1 0,0 1 0,16-4 0,-24 7-49,23 2-49,-24-3 179,0 1 0,0 0 0,1 0 1,-1 0-1,0 1 0,0-1 0,1 1 0,-1-1 1,0 1-1,0-1 0,0 1 0,0 0 0,0 0 1,0 0-1,4 3 0,-1-1-440,0 0-1,0 0 1,0 0-1,0-1 1,1 1-1,-1-1 1,1-1 0,0 1-1,-1-1 1,8 1-1,11 3-3061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1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53 4148,'-10'-6'1532,"-14"-3"8038,10 6-9756,12 3 2064,-23-20 278,19 14-1993,-4-3-813,10 9 619,-1 0-1,1 0 1,-1 0-1,1 0 1,0 0-1,-1 0 1,1 0 0,0 0-1,-1 0 1,1 1-1,0-1 1,-1 0-1,1 0 1,0 0-1,0 0 1,-1 1 0,1-1-1,0 0 1,-1 0-1,1 0 1,0 1-1,0-1 1,0 0-1,-1 1 1,1-1 0,0 0-1,0 0 1,0 1-1,0-1 1,-1 0-1,1 1 1,0-1-1,0 0 1,0 1-1,0-1 1,0 1 0,0 1-661,-3 7 973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14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3 5489,'16'-1'-1187,"6"0"6809,-46 9-842,12 3-4179,1 0 692,5-7-1289,3-2 233,1-1 0,-1 1 0,0 0 0,1 0 0,0 0-1,-1 0 1,1 0 0,0 0 0,0 1 0,-2 2 0,-4 9 203,-1-1-1,0 0 1,-1-1 0,0 0 0,-1-1-1,-14 11 1,23-20 1181,24 14-594,-14-12-947,-1 0 0,1-1 1,0 0-1,1 0 0,-1-1 1,0 0-1,10 1 1,66 4 230,-64-6-269,96-1-1828,156-20 0,-36 1-8758,-136 13 1714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15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66 9389,'-1'0'143,"0"0"0,0 0 0,-1 0 0,1 0 0,0-1 0,-1 1 0,1-1 0,0 1 0,0-1 0,0 1 0,0-1 0,-1 1 0,1-1 0,0 0 0,0 0-1,0 0 1,0 0 0,0 0 0,1 0 0,-1 0 0,0 0 0,0 0 0,1 0 0,-1 0 0,0 0 0,1 0 0,-1-1 0,1 1 0,0 0 0,-1 0 0,1-1 0,0 1 0,0 0 0,0-1 0,0 1 0,0-1 0,0 1-121,-1 1 141,0-1-1,-1 1 0,1-1 0,0 1 0,0-1 1,-1 1-1,1 0 0,0 0 0,-1-1 0,1 1 1,0 0-1,0 0 0,-1 1 0,1-1 0,0 0 1,-2 1-1,2-1-24,-3 0 351,-1-1 0,1 1 0,-1-1 0,0 1 0,1-1 1,-1-1-1,1 1 0,-5-3 0,3 2-335,3 1 1952,6 2-1637,46 6-603,0-2 1,81-3-1,105-18-6013,-136 8 852,23-1-4606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18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94 5929,'0'-36'2587,"-18"3"2428,18 27-5270,-4-11 2876,1 15-1058,-2 13-943,1 5-342,1 1 0,1 0-1,0 0 1,1 24 0,-1 15 172,-23 262 1698,-17 195-512,0 149-870,67 0-851,33-252-4484,-42-354 1971,-2-11-4364,-8-18-309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0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0 793 4156,'31'-10'1034,"-25"8"11,17 2 237,188 13 1449,-47-2-2071,855 5 800,55-64-776,-1044 45-666,566-52 493,-5-38-67,-315 38-292,141-32 16,-208 47-103,-86 17-26,120-23 191,-67 3-30,51-11 34,-27 12-233,-79 21 27,166-24 14,-10 5 347,-150 20-225,78-12 316,357-41 885,-399 74-835,-111 1-452,6 2 38,66 13 1,-69-8-79,516 86 28,429 54-256,-866-135 233,666 48 5,-604-56-18,231 0-310,548-53 62,-239-15-191,-652 53 410,1 4-1,0 3 1,-1 4 0,132 21-1,244 66-168,-39-7 100,3-30 32,-108-46 74,-296-6 19,-17 0-60,1 0 23,39 0 172,-14 20 569,-13 0-559,-14-18-37,11 5 235,-4 2-210,-7-7 255,-1 0-292,0 0-85,1-1 0,-1 0 0,0 1 0,0-1 0,0 1-1,0 0 1,-1-1 0,1 1 0,0 0 0,-1-1-1,1 1 1,-1 0 0,0 0 0,1-1 0,-1 1 0,0 0-1,0 0 1,0 0 0,0-1 0,0 1 0,-1 0-1,1 0 1,-1-1 0,1 1 0,-1 0 0,1 0 0,-3 2-1,2-1 209,0 28 395,-2 0-1,-8 33 0,4-26-209,-22 94 663,-86 242-1,109-359-1083,-58 166 126,-97 300-1545,127-360 541,6 1 0,-14 133 0,19 155-2482,24 2-3667,0-328 4297,2 49-4438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1 194 4248,'26'-19'11139,"-24"18"-11076,0-1 0,0 1-1,0 0 1,0 0 0,0-1-1,0 1 1,0 0 0,1 1-1,-1-1 1,0 0 0,1 1-1,2-1 1,10 1 98,0 1 0,1 1 0,-1 1 0,26 7 0,-1-1 17,367 70 1798,217 36-1283,-421-88-683,226 3 0,-164-32 70,500-71 0,-620 51-65,188-32-25,-31 11 2,1 12 1,333 11 0,-69 20 16,409 24-13,-4 46-74,-724-40 132,172 18-41,-264-38-138,0-7 0,0-7 0,264-41-1,-298 26 100,173-34-177,-20 12 183,-161 28-115,78 0 245,-51 5-182,68-5 197,109-11-65,42-43-91,-346 64 14,11-2 52,191-36-6,-159 33-21,88 0 1,180-4 34,-254 11 1,154 7 121,-169-1-105,-19-2-23,0 1 1,50 12-1,17 13 104,1-5 0,0-5 0,2-4-1,118 0 1,-29-23 77,-96 2-199,96 4-7,-103 3-10,-39 1 8,-21-1 10,49-4 1,-53-1-10,-25 0-21,-1 0-7,-3 4-35,1-1 0,0 1 0,0-1 0,0 0 0,-1 1 0,1-1 0,0 1 0,-1-1 1,1 0-1,-1 0 0,1 1 0,-1-1 0,1 0 0,-1 0 0,1 0 0,-1 0 0,0 0 0,1 0 0,-1 1 0,0-1 0,0-1 0,0 0-128,0 0 0,-1 0 0,1 0 0,-1 0 0,1 1 0,-1-1 0,0 0 0,1 1 0,-1-1 0,0 1 0,0-1 0,-2-2 0,-21-16-6793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0 115 5008,'0'0'6915,"3"-1"-5352,7-4-593,-4 2-549,1-1 1,0 2-1,-1-1 1,1 1-1,1 0 1,-1 0-1,0 1 1,0 0 0,13 0-1,232 22 1795,72-7-2479,624-56 1,-922 39 57,328-43-7699,-172 14-1365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6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608 40 4972,'3'-6'737,"11"-19"-473,-13 24 92,0 0 1,-1 1 0,1-1 0,0 0 0,0 1-1,-1-1 1,1 1 0,0-1 0,0 1 0,0-1-1,0 1 1,-1 0 0,1-1 0,0 1 0,0 0 0,0 0-1,1 0 1,-12 17 656,5-1-706,1-1 1,0 1 0,2 0-1,-1 0 1,2 0-1,0 18 1,-3 28 399,-81 508 2084,-28 0-1909,88-446-684,-200 1351 1150,81 214-657,130-1181-649,13-402-30,3 335-255,5-54-1898,-2-286 410,8-38-2417,-13-63 4079,0 0 1,0 1-1,0-1 1,0 0-1,0 0 1,0 0-1,0 0 0,0 0 1,0 0-1,0 0 1,0 1-1,0-1 1,0 0-1,0 0 1,0 0-1,0 0 1,0 0-1,0 0 1,1 0-1,-1 0 1,0 0-1,0 1 1,0-1-138,0 0 138,0 0-1,0 0 1,0 0-1,0 0 1,1 0-1,-1 0 1,0 0-1,0 0 1,0 0-1,0 0 1,0 0-1,0 0 1,0 0-1,0 0 1,1 0-1,-1 0 0,0 0 1,0 0-1,0 0 1,0 0-1,0 0 1,0 0-1,0 0 1,1 0-1,-1 0 1,0 0-1,0 0 1,0 0-1,0 0 1,0 0-1,0 0 1,0 0-1,0-1-136,1 1 136,15-7-6599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28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14 857 5308,'-11'-13'1045,"9"11"723,2 5-912,0 35 724,0-37-1524,0 0-1,1 0 1,-1 1-1,0-1 1,1 0 0,-1 0-1,1 0 1,0 0-1,-1 0 1,1 0 0,0 0-1,-1-1 1,1 1-1,0 0 1,0 0 0,0 0-1,0-1 1,0 1-1,0 0 1,0-1 0,2 2-1,2 1 141,3 2-53,1 0 0,-1-1 0,1 1-1,0-2 1,1 1 0,-1-1 0,16 2 0,77 8 668,-76-11-600,417 15 1873,7-26-1020,-267 4-731,6479-266 2017,-5981 236-2332,2270-125-155,-2559 137 109,809-51-115,-8-32-649,-844 62 307,-243 26 214,121-37 1,-194 44 136,-2 0 0,34-17 0,-65 28 118,1 0 0,0-1 0,0 1 0,-1 0 0,1-1 0,0 1 0,0 0 1,-1-1-1,1 1 0,0-1 0,-1 1 0,1-1 0,-1 1 0,1-1 0,0 1 0,-1-1 0,1 0 0,-1 1 0,0-1 0,1 0 0,-1 1 0,1-1 0,-1 0 0,0 0 0,0 1 0,1-1 0,-1 0 0,0 0 0,0 1 0,0-1 0,0 0 0,0 0 0,0 0 0,0 1 0,0-1 0,0 0 0,-1 0 0,1 0 1,0 1-1,0-1 0,-1 0 0,1 0 0,0 1 0,-1-1 0,1 0 0,-1 1 0,1-1 0,-1 0 0,1 1 0,-1-1 0,1 1 0,-1-1 0,0 1 0,1-1 0,-2 0 0,-3-3-132,-1 0-1,0 1 1,0-1-1,-10-3 0,-17-5-900,0 3 0,0 1-1,-1 1 1,-60-4 0,49 6-673,-92-8-4151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0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4988,'0'0'1593,"-1"2"-141,-11 23 1257,11-22-144,7 10-11,-4-9-2295,-1 0 0,1 0 0,0 0-1,0 0 1,1 0 0,-1-1-1,1 1 1,0-1 0,-1 0-1,2 0 1,-1 0 0,0 0-1,0 0 1,1-1 0,0 1-1,-1-1 1,9 4 0,1-1-6,1-1 0,0 0 0,0-1 0,21 2 0,324 20 1595,-251-20-1623,499-7 433,-579 0-636,0-1 0,0-1 1,37-11-1,-125 8-2078,46 7 858,1 0 0,-1 0 0,-17 3-1,-9 1-5363,11-2-1646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1.6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37 148 8069,'-34'-13'3830,"31"11"-2128,5 2-235,64 3 2537,36 8-2103,42 2-1252,293-8 153,-305-10-676,172-30 0,-177 4-13,-126 31-126,1 0 1,0-1 0,-1 1-1,1-1 1,0 0 0,-1 0-1,1 0 1,-1 1 0,1-1-1,-1-1 1,1 1 0,-1 0-1,0 0 1,1 0 0,-1-1-1,0 1 1,1-2 0,-1 1-21,-1 1 1,0 0 0,0 0 0,1 0 0,-1 0 0,0 0 0,0 0-1,0 0 1,0-1 0,0 1 0,0 0 0,0 0 0,-1 0 0,1 0-1,0 0 1,-1 0 0,1 0 0,-1 0 0,1 0 0,-1-1-1,-1-2-143,-1 1 0,1 0-1,-1 0 1,1 1-1,-1-1 1,0 1 0,0-1-1,0 1 1,0 0-1,0 0 1,0 0 0,-1 0-1,-5-1 1,-4-1-2438,-1 1 0,-23-3 0,4 3-5982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179 646 5533,'-2'-2'1722,"-14"-6"657,0 1-1,-1 0 1,-24-6 0,-17 10-1,54 3-2075,-2 4 170,5-4-423,0 0 0,0 1 0,0-1 0,-1 1 1,1-1-1,0 1 0,0-1 0,0 1 0,0-1 0,0 1 0,1 0 0,-1 0 0,0-1 0,0 1 1,0 0-1,0 0 0,1 0 0,-2 2 0,5-1 63,-1 1 1,1-1-1,-1 0 1,1 1-1,0-1 0,0-1 1,0 1-1,0 0 1,0-1-1,1 1 1,-1-1-1,0 0 0,1 0 1,5 1-1,4-1 24,0 0-1,23-2 1,-9 1 66,198-11 518,227-40 1,-348 37-618,2038-298-2152,-1337 176-2968,-264 54-2229,-225 37-199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3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384 1437 11233,'-55'-81'3469,"51"75"-3110,0 0 0,1-1 1,-1 0-1,1 1 0,1-1 0,0 0 0,0-1 0,0 1 1,1 0-1,0 0 0,0-1 0,0 1 0,2-12 0,0 10-208,0 1 0,0-1 0,1 1 0,0 0-1,1 0 1,0-1 0,0 2 0,1-1 0,0 0-1,0 1 1,0-1 0,1 1 0,1 1-1,-1-1 1,1 1 0,0 0 0,0 0 0,13-9-1,-7 8-77,0 0 0,0 0-1,1 1 1,0 1-1,0 0 1,0 1-1,0 1 1,1 0-1,0 0 1,-1 1-1,1 1 1,0 1 0,0 0-1,16 2 1,-21-1-55,0 1 0,0 0 0,1 0 0,-1 1 0,0 0 0,-1 1 0,1 0 0,-1 0 0,0 1 0,0 0 0,0 0 0,0 1 0,-1 0 0,0 0 0,-1 1 0,1 0 0,-1 0 0,0 1 0,-1-1 0,0 1 0,7 15 0,-7-11-7,-1 1 0,0 0 1,-1 0-1,0 1 0,-1-1 1,0 0-1,-1 1 0,-1-1 1,0 1-1,-4 20 0,-2 4 10,-1 0 0,-19 53 0,3-28 18,-2-2 0,-37 65 0,-78 107 50,-38 21 142,95-143 48,-95 172 0,166-261-184,2 0 1,0 1-1,1 0 0,-10 44 1,18-60-67,0 1-1,0-1 1,1 1 0,0-1 0,0 1 0,1 0-1,0-1 1,3 15 0,-2-18-18,0 1-1,-1-1 1,2 0 0,-1 0 0,0 0 0,1-1-1,-1 1 1,1 0 0,0-1 0,1 0-1,-1 1 1,0-1 0,1-1 0,0 1 0,0 0-1,4 1 1,4 2-16,0-1 0,1 0 0,0-1 0,0-1 0,0 0-1,0 0 1,27 0 0,3-2-24,51-6 0,8-7-274,-2-5-1,1-4 0,-2-4 1,101-41-1,368-186-1559,-310 118 360,462-322-1,-532 301 1164,-159 127 331,-1-1-1,-1-2 1,43-65-1,-63 85 28,-1 0-1,0 0 1,-1-1-1,0 1 1,-1-1-1,0 0 1,3-21-1,-6 29-2,0-1 0,-1 0 0,0 0 0,0 0 0,-1 1 0,1-1 0,-1 0 0,0 0 0,0 1 0,-1-1 0,1 1 0,-1-1-1,0 1 1,0 0 0,-1-1 0,1 1 0,-1 0 0,0 1 0,0-1 0,0 0 0,0 1 0,-6-4 0,2 2 4,0 0 1,0 1-1,-1 0 1,1 0-1,-1 1 1,0 0-1,0 1 1,-1 0-1,1 0 1,0 0-1,-1 1 1,1 0-1,-1 1 1,1 0-1,-1 0 1,1 1-1,-12 2 1,-3 2 18,0 0 1,1 2-1,0 0 0,0 2 1,-24 12-1,1 3 7,1 2 0,1 2-1,1 2 1,-64 60 0,85-70-28,0 2 1,1 0-1,2 1 0,0 1 1,1 1-1,2 1 0,1 0 1,0 1-1,-14 42 1,23-48-23,0 0 0,1 0 0,1 0 0,0 33 0,3-41-4,1 0 1,0 0-1,0 0 0,1 0 1,1-1-1,0 1 1,1-1-1,8 19 1,-8-26-53,-1 0 1,1 0-1,0 0 1,0 0 0,1-1-1,-1 0 1,1 0-1,0 0 1,6 3 0,-9-6 17,1 0 0,-1 0 1,1 0-1,-1 0 0,1 0 1,0-1-1,-1 1 0,1-1 1,0 1-1,0-1 0,-1 0 1,1-1-1,0 1 0,0 0 1,-1-1-1,1 1 0,4-2 1,41-18-264,-44 18 263,7-5-22,-1 0 1,1 0 0,-1-1-1,0 0 1,-1-1-1,0 0 1,0-1 0,8-12-1,55-89-204,-71 109 262,33-59-168,38-99 0,12-74 253,-59 159 6,224-725 1451,-211 673-1203,79-319 1638,-89 337-981,-24 93-336,-2 18 190,-6 28-22,-21 104 359,-18 124-113,41-244-1034,-69 905 1065,72-772-2364,7 0 0,31 176 0,-30-278 51,2 1 1,22 59-1,-24-83-148,0-1 0,1 0 0,2-1 0,0 0 0,0-1 0,27 29 0,20 7-7103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4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124 159 9677,'-5'-17'397,"3"13"-204,0 0-1,1 0 1,-1-1 0,1 1-1,0-1 1,1 1 0,-1-1-1,1 1 1,0-1 0,0 0-1,0 1 1,0-1 0,2-4-1,10-37 1866,-11 44-1611,0-1-89,3-7-392,1-4 1099,-4 31-136,-4-1-735,-1 0 1,0-1 0,-1 0-1,0 0 1,-1 0-1,-1 0 1,-17 25 0,-8 21 86,23-42-222,1 0 1,2 1-1,0-1 0,0 1 1,-3 38-1,8-53-50,1 1 0,0-1 1,0 1-1,1 0 0,0-1 0,0 1 0,0-1 0,0 0 0,1 1 0,0-1 0,3 7 0,-2-9-7,-1 0-1,0 0 1,0 0-1,1-1 1,0 1-1,-1-1 1,1 1-1,0-1 0,0 0 1,0 0-1,1 0 1,-1-1-1,0 1 1,1-1-1,-1 1 1,1-1-1,-1 0 1,7 0-1,3 0-2,0-1 1,0-1-1,0 0 0,0 0 0,-1-1 0,1-1 1,-1-1-1,1 1 0,22-12 0,24-13-144,-38 17 251,0 1 1,33-11-1,-46 19-320,-1 0 1,1 0-1,-1 1 0,1 0 0,0 1 0,-1 0 1,1 0-1,0 1 0,-1-1 0,1 2 0,13 3 1,26 11-3033,-13-2-1734,-2 1-1336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3:34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55 9461,'-10'-9'1252,"-14"3"-440,14-9-152,3 2-156,-3 1-10209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09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1755 3432,'-1'-1'71,"0"0"0,1 1 0,-1-1 0,0 1 0,1-1 0,-1 0 0,0 0 0,1 1 0,-1-1 0,1 0 0,-1 0 0,1 0 0,0 1 0,-1-1 0,1 0 0,0 0 0,-1 0 0,1 0 0,0 0 0,0 0 0,0 0 0,0 0 0,0 0 0,0 1 0,0-1 0,0 0 0,1 0 0,-1 0 0,0 0 0,2-5 4605,-32-7-3851,27 11-89,-24 0-317,21 2 2683,55 3-2665,0-3-1,86-9 0,11-1-85,45 3-149,74-1-24,363-15-32,-407 12-16,558-52 214,-436 20-55,360-33 570,214 40-255,-372 20-488,-304 8-102,820-63 641,-915 55-512,83-13-8,12-2-87,-177 24-54,66-5 15,45-5 17,-51 6-18,170 4 1,28-1-33,-233 2 24,195-24 21,84-17-6,-30 19-32,-243 17 12,63-9-27,108-15 30,27-6 28,-53-3-58,-127 26 17,-37 8 18,-19 3 4,0 3 1,0 2 0,1 2 0,61 9 0,76 6 5,-121-16-40,-56 0 37,0 0 0,26 2 1,-26 0-15,1-1 0,0-1 0,-1 0 0,20-5 0,24-2 7,-41 6-14,5 0 11,0 1 0,28 3 0,-46-1-3,-1 1 1,0 1-1,0-1 0,0 1 0,0 0 0,0 1 1,10 6-1,-11-6 9,1 0 1,0 0-1,0 0 1,1-1 0,-1-1-1,9 3 1,1-2-10,0 0 0,1-1 0,-1-1 0,33-3 0,-45 2 12,-2-1-3,22-3-18,-8 1 27,1 0-1,-1 2 0,31 1 1,-12 5-27,-34-6 9,0 1 1,0-1 0,0 0-1,1 1 1,-1-1 0,0 0 0,0 0-1,-1 0 1,1-1 0,0 1-1,0 0 1,0-1 0,-1 1 0,1-1-1,1-1 1,5-6-19,-7 9 21,-1-1-1,1 1 1,-1 0 0,0 0 0,0-1 0,1 1 0,-1 0 0,0-1-1,1 1 1,-1 0 0,0-1 0,0 1 0,0 0 0,1-1 0,-1 1-1,0 0 1,0-1 0,0 1 0,0-1 0,0 1 0,0 0 0,0-1-1,1 1 1,-1-1 0,-1 0 0,-8-25-3,0 4-8,-43-91 29,46 98-18,1-1 0,1 1 0,0-1 0,-2-23 0,0-5 3,-2-21-12,8 44 3,-1 1 0,-1 0 0,-8-33 1,9 45 5,-2 0 1,1 0-1,-1 1 1,0-1-1,-1 0 1,0 1-1,0 0 0,-1 0 1,0 0-1,0 1 1,-7-8-1,9 11-1,0-1 0,1 1 1,-1-1-1,1 1 0,0-1 0,0 0 0,1 1 0,-1-1 0,1 0 0,-1 0 0,1 0 0,0-6 0,-4-44 23,6 48-17,0 0-1,1 0 1,-1-1-1,1 1 1,0 0-1,1 1 1,4-11-1,-3 8 0,1-1-8,1 0 0,0 1 0,0 0 0,9-10 0,-3 6 12,-11 9-20,16-27 13,-20 26 0,-11-12-15,11 12 54,1 3-36,-18-12-3,18 12 18,0 0-189,-26-14-172,25 13 82,2 5-2267,-8 18 743,5-15-4030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02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65 224 4500,'3'-16'71,"-1"7"1055,0 1-1,0 0 0,0 0 1,6-10-1,-7 16-404,-3 1-607,1 1 0,0-1 1,-1 1-1,1-1 0,0 0 0,-1 0 0,1 0 1,0 0-1,0 0 0,0 0 0,0 0 1,0 0-1,0 0 0,0 0 0,1-1 0,-2-1 1,-11-21 1473,-14-58 2219,26 79-3549,-6-24 1240,3 37-1431,1 1 1,0-1-1,1 1 1,0 0-1,0 0 0,1 19 1,6 69 247,-5-94-307,13 466 842,-17-355-711,1 266 308,7-323-289,15 140-91,-14-157 25,-2 0-1,-2 1 1,-2-1-1,-10 75 1,-2-47 139,9-53-118,1 0-1,0 1 0,1-1 0,1 32 0,5-13 37,2-1 0,21 67 0,2 12-99,-17-59-7,-7-33-24,0 1 0,-1 0 0,0 38 0,-17 196 228,13-252-245,-1 8 2,-5 69 96,6 148 0,6-145-87,-8 108 1,-6-86 167,-1 60 42,8-111-144,-1-36-31,2-1 0,0 0 1,1 1-1,1-1 0,1 0 1,7 27-1,8 58-97,-1-58 41,-11-36 15,19 43-46,-24-50 74,3-20-4713,-1-27-1711,-3 30 4131,0-40-7014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05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0 775 3632,'17'-38'1134,"-14"31"5075,-2 7-6177,-1 0 0,1 0 1,-1 1-1,1-1 0,-1 0 0,0 0 0,1 0 1,-1 1-1,1-1 0,-1 0 0,0 1 0,1-1 0,-1 0 1,0 1-1,1-1 0,-1 1 0,0-1 0,0 0 1,1 1-1,-1-1 0,0 1 0,0-1 0,0 1 1,1 0-1,-1 0-6,0 0 1,0 0-1,1-1 1,-1 1-1,1 0 1,-1 0-1,1 0 0,-1-1 1,1 1-1,-1 0 1,1-1-1,-1 1 1,1 0-1,0-1 1,0 1-1,-1-1 1,1 1-1,0-1 1,0 1-1,-1-1 0,1 0 1,0 1-1,0-1 1,0 0-1,1 1 1,82 3 800,89-5 1,94-18 306,-162 10-725,512-61 1187,43-3-745,-120 36-318,60-30-417,131-24 156,-675 85-212,1195-76 53,-1119 75-167,190-21 197,-136 9-103,94-14 31,-176 19-59,34-2 2,489-59 156,-516 59-55,-52 7-45,342-45 53,77 22-114,-100 42 11,-121 16-101,77 10 112,-67-6 23,156 1-34,-346-23 14,-62-8-52,-9 0 24,0 0-1,0 1 1,0-1 0,0 1 0,0 1 0,0-1 0,11 5-1,-14-5-2,12 1-7,1 1 1,-1 0 0,0 1 0,0 1 0,20 9 0,14 3 4,32 10 2,-35-11 5,65 14 1,6-9-2,0-5-1,1-5 0,203-8 1,-178-17-11,-82 6 1,0 3 0,1 2 0,71 7 0,-47 9-45,39 3-16,11-4 204,-103-12-142,-5 1 33,39-4 1,-64 2-11,31-8-21,-31 9-23,17-4 12,8-2 5,-1 1 1,1 1 0,37-1 0,-62 5 70,20-3-12,-3 0 6,-16 3-13,-1-1 8,91-22 390,-91 23 354,-3-8-807,0-13 1060,-3 18-457,-3 11-319,3 1-121,0 1 1,0-1-1,1 1 0,0 0 0,1 0 0,0-1 0,0 1 1,1 12-1,-2 29 208,-5-9 183,-26 81 1,6-28-97,26-93-443,-11 45 239,1 1 0,2 1 0,3-1-1,-1 70 1,38 209 376,-17-217-530,-4-1-1,-5 126 0,-7-177-91,-3 1 0,-3-1-1,-1-1 1,-27 85 0,21-96 12,-3-2 1,-1 0-1,-28 46 1,-23 16 43,-20 33-45,80-120-12,1 0-1,1 1 0,1 0 1,0 0-1,-3 22 0,-9 108 4,17-84 22,3-1-1,3 0 1,12 66-1,-12-95-25,0 3-21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15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14 5861,'0'-1'134,"0"0"1,0 1-1,0-1 1,0 1-1,0-1 1,0 1-1,-1-1 1,1 1-1,0-1 1,0 1 0,-1-1-1,1 1 1,0-1-1,-1 1 1,1-1-1,0 1 1,-1-1-1,1 1 1,-1 0 0,1-1-1,0 1 1,-1 0-1,1-1 1,-1 1-1,1 0 1,-1-1-1,0 1 1,1 0-1,-2 0 1,-9 14 1558,10-12-271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16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 12 4112,'-3'-12'532,"7"12"-38,10 16 261,-12-14 203,-3 0-748,-2 5-147,0 0-1,0 0 0,1 0 0,0 1 0,0-1 1,1 0-1,0 1 0,0-1 0,1 1 1,0-1-1,2 15 0,11 112 104,-6 1 0,-10 142 1,-45 273-75,16-317-1663,-102 380 0,90-450-702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17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182 188 7709,'-52'-33'2455,"44"29"-2051,0 0-1,0-1 1,0 0-1,1 0 1,0-1-1,0 0 0,0 0 1,1-1-1,0 1 1,-8-12-1,-28-62 2404,41 78-2554,4 2-499,4 0-454,-1 1 0,1 0 1,-1 1-1,0-1 0,1 1 0,-1 1 0,0-1 0,0 1 0,-1 0 0,1 0 0,9 7 0,9 13-5333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18.6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66 5649,'-2'-1'358,"0"0"1,-1 0 0,1 0 0,-1 0 0,1 0 0,-1 0 0,1 1-1,-1-1 1,1 1 0,-1 0 0,0 0 0,1 0 0,-4 0 0,-38 7 3035,26-3-1894,14-4 988,29-6-1783,44-5-344,138-5 0,-145 14-298,104-5-342,192-13-5032,-252 14 1005,3 5-2359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19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66 4616,'-22'10'1278,"17"-8"2848,-17-1-2384,9 2-341,18 0 1678,25 2-1095,116-15-1097,-53 3-610,58-1-337,154-11-2675,-102-4-3425,-73 0-1291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4.4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848 170 6133,'1'-3'294,"0"0"1,0 1-1,1-1 1,-1 1-1,1 0 1,0-1-1,0 1 1,0 0-1,0 0 1,0 0-1,0 0 1,0 1 0,1-1-1,2-1 1,-1 0 108,0 1 1,-1-1 0,1 0 0,-1-1 0,1 1 0,-1-1-1,5-7 1,34-58 3346,-42 68-3715,-1 0-1,1 0 1,-1 0-1,1 0 1,-1 0 0,1 0-1,-1 1 1,0-1 0,0 0-1,1 0 1,-1 0 0,0 1-1,0-1 1,0 0 0,0 1-1,0-1 1,-1 0-1,2 1 4,-4-2 4,0-1 0,0 1 0,0 0 1,0 0-1,0 1 0,-1-1 0,1 1 1,0 0-1,-1 0 0,1 0 0,-7 1 1,-55 0 8,57 1-61,-21 2 56,-1 2-1,2 1 0,-1 1 0,1 1 0,0 2 0,0 1 0,2 1 0,-1 2 1,1 1-1,1 0 0,-43 35 0,31-18-31,2 0 0,1 3 0,2 0-1,1 3 1,2 0 0,-44 73 0,53-69 3,1 1 0,1 1 0,3 0 0,2 1 0,2 1 0,2 0 0,-5 49 0,3 35 29,7 168-1,72 414-62,-34-457 141,60 330 269,-71-440-151,-14-81-42,2 0 0,4-1-1,25 74 1,-33-121-152,1-1-1,1 1 0,0-2 1,1 1-1,1-1 1,0 0-1,1-1 0,1-1 1,0 1-1,0-2 1,1 0-1,1 0 1,-1-1-1,2-1 0,-1 0 1,27 10-1,-13-8-36,1-1 0,1-1 0,0-2 0,0-1 0,0-2 0,1 0 0,0-2 0,43-3 0,5-6-836,134-27 0,45-34-3682,-111 17-698,-11-5-2501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5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235 123 5517,'-11'-5'843,"0"0"0,0 1 0,0 0 0,-1 1 0,1 0 1,-20-2-1,15 3-268,-31-14 2779,33 10-2727,11 5 1276,0-1-1437,-48-31 1405,48 32-241,22-11-1394,-17 12-215,17-6 16,0 2 1,0 0-1,1 1 1,0 1-1,-1 1 1,27 1-1,7-1-12,602 15-533,-605-12 461,92 10-80,-124-10 111,0 1 0,0 1 0,-1 1 0,0 1 0,28 12 0,-42-16 15,1 0 0,-1 1 1,1-1-1,-1 1 0,0-1 0,0 1 0,0 0 0,0 0 0,3 5 0,2 2 12,-1 0 0,0 0 0,-1 0 0,0 0 0,-1 1 0,0 0 0,-1 1 0,0-1 0,-1 0 0,0 1 0,1 15 0,1 35 284,-6 117 1,-23 64 338,7-92-381,-8 104 3,-31 402 133,49-458-304,22 260 0,41-55-137,-32-254 47,-17-104 9,-2 0 1,-2 0 0,-3 59 0,-1-88-4,-1 0 0,-1 0 0,0 0-1,-1 0 1,-1-1 0,-1 1 0,-1-1 0,0 0 0,-1-1 0,0 0 0,-20 26 0,15-26 5,-1 0 1,0-1-1,-1 0 1,-1-1 0,0-1-1,-1-1 1,-32 17 0,-8-2-8,-69 22 0,8-3-22,113-43-61,0 0-1,-1 0 1,1-1 0,-1 1-1,1-1 1,-1-1 0,0 1-1,0-1 1,1 0 0,-1 0-1,0 0 1,-8-3-1,11 3-64,1-1 0,-1 0 0,1 0 0,0 0-1,-1 0 1,1 0 0,0-1 0,0 1 0,-1-1-1,1 1 1,1-1 0,-1 0 0,0 0 0,0 0-1,0 0 1,1 0 0,0 0 0,-1 0-1,1-1 1,0 1 0,0-1 0,0 1 0,0 0-1,0-1 1,1 0 0,-1 1 0,1-1 0,-1-3-1,0-7-961,0 1-1,1 0 0,1 0 0,-1-1 1,2 1-1,4-17 0,14-20-6726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6.3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91 227 8229,'-6'-3'111,"-4"0"268,-1-1 1,1-1-1,1 0 1,-16-10-1,24 15-323,-1-1-1,1 0 1,0 0-1,-1 0 1,1 0-1,0 0 1,0 0-1,0-1 1,0 1 0,0 0-1,0-1 1,0 1-1,0 0 1,1-1-1,-1 1 1,1-1-1,-1 1 1,1-1-1,-1 1 1,1-1-1,0 0 1,-1 1-1,1-1 1,0 1-1,0-1 1,0 0-1,1 1 1,-1-1-1,0 1 1,1-1-1,-1 0 1,1 1-1,-1-1 1,1 1 0,0-1-1,-1 1 1,1 0-1,0-1 1,0 1-1,0 0 1,1-2-1,3-1 24,-1-1-1,1 1 0,0 0 1,0 0-1,0 1 0,0 0 1,1 0-1,9-5 1,52-14 264,-63 21-324,72-18 198,2 4 0,123-9 0,162 12-48,-323 11-157,489 3 129,-501-2-53,-13-1 24,1 1 1,0 0 0,0 2-1,0-1 1,0 2-1,26 7 1,-39-9-29,0 1 1,-1 0-1,1-1 0,-1 1 0,1 0 1,-1 0-1,0 1 0,0-1 0,0 0 0,0 1 1,0-1-1,0 1 0,0-1 0,-1 1 1,0 0-1,1 0 0,-1 0 0,1 3 1,1 6 166,-1-1 1,1 1 0,0 20 0,-1 110 1125,0-12-396,50 419 726,29-1-1064,-58-403-540,49 261 124,13 96-244,-66-355-88,-2 211 0,-19-298 64,-3 1 1,-2-2-1,-3 1 0,-3-1 1,-2-1-1,-3 0 1,-39 87-1,23-76 20,-3-1 0,-3-2 0,-3-2 1,-3-1-1,-78 82 0,-2-18 51,-262 201 0,372-315-39,-38 28 141,-77 46-1,128-86-148,0 1 0,1-1-1,-1 1 1,0-1 0,0 0-1,0 0 1,-1 0 0,1 0-1,0-1 1,0 0-1,0 1 1,-1-1 0,1 0-1,0 0 1,0-1 0,0 1-1,-1-1 1,1 1 0,0-1-1,0 0 1,0 0-1,0 0 1,0-1 0,0 1-1,0-1 1,-4-3 0,3 1-119,0 0 1,1 0 0,-1 0 0,1 0 0,0-1-1,0 1 1,0-1 0,1 0 0,0 0-1,0 0 1,0 0 0,0 0 0,1 0 0,0 0-1,-1-7 1,-3-25-2965,2 0 0,2-45 0,6 20-4753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7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1 329 6637,'6'-6'231,"-3"4"-124,-1 0 0,0 0 0,0 0 0,0 0 0,0 0 0,0-1 0,0 1 0,-1-1 0,1 1 1,-1-1-1,0 1 0,0-1 0,0 0 0,0 0 0,0 0 0,1-5 0,-1 2 21,0 1 0,0-1-1,1 1 1,0-1 0,0 1-1,1 0 1,-1 0 0,1 0-1,0 0 1,1 1 0,-1-1-1,1 1 1,0 0 0,0 0 0,0 0-1,7-5 1,3-1 32,1 0 1,0 1 0,31-13-1,4 2-29,1 2 0,1 3 0,72-12 0,165-10 60,-214 29-173,131-2 93,-127 8-104,-65 2-7,0 0 0,0 1 0,-1 0 1,1 1-1,19 5 0,-26-5 40,-1 0-1,0 1 1,1 0 0,-1 0-1,0 0 1,-1 1 0,1 0-1,0 0 1,-1 0 0,0 1-1,0 0 1,8 10 0,-2 2 188,0 0 0,-1 1 1,-1 0-1,-1 0 1,6 20-1,25 102 1290,-26-88-1084,175 788 3208,-126-544-3112,-12-61-240,125 528 378,-109-531-610,94 382 194,-147-557-252,-4 1 1,-1 0 0,-4 0 0,-4 97-1,-2-128 0,-1 0 0,-2 0 0,0 0-1,-2-1 1,-1 0 0,-1 0-1,-1-1 1,-2 0 0,0-1 0,-1 0-1,-2-1 1,-19 25 0,3-14 3,-2-1 0,-1-2 0,-1-1 0,-2-1 0,-1-2 0,-1-2 0,-52 25 0,-305 114-51,366-153-41,-332 116 163,179-72-1821,-3-10-3351,110-28 477,8 6-2521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7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215 939 9697,'-16'-7'378,"-17"-8"1367,-1 2 1,-54-13-1,84 26-1343,0-1 0,-1-1 0,1 1 1,0-1-1,0 1 0,-8-5 0,11 5-337,1 1 0,-1-1 0,1 1 0,-1-1-1,1 1 1,0-1 0,-1 1 0,1-1 0,-1 1 0,1-1-1,0 1 1,-1-1 0,1 0 0,0 1 0,0-1 0,0 1-1,-1-1 1,1 0 0,0 1 0,0-1 0,0-1 0,0 1-19,1-1 0,-1 1 0,1-1 1,-1 1-1,1 0 0,0-1 0,0 1 1,-1 0-1,1 0 0,0-1 0,0 1 1,0 0-1,0 0 0,2-1 1,7-7 165,2 0 0,-1 1 0,1 0 0,1 1 0,21-10 0,74-24 461,-96 37-606,71-21 427,154-27 0,98 8-12,-250 34-387,995-94 450,7 25-531,349-38-338,-1032 62 162,-278 32-110,141-47 0,-238 61 18,38-18 0,-57 22 84,-1 0 0,0-1 0,-1 1 0,1-2-1,-1 1 1,-1-1 0,9-9 0,-15 16 108,-1-1-1,1 0 1,-1 1-1,0-1 1,1 0-1,-1 0 1,1 1-1,-1-1 1,0 0 0,0 0-1,0 0 1,1 0-1,-1 1 1,0-1-1,0 0 1,0 0-1,0 0 1,0 0 0,0 0-1,-1 1 1,1-1-1,0 0 1,0 0-1,0 0 1,-1 0-1,1 1 1,-1-1 0,1 0-1,0 0 1,-1 1-1,1-1 1,-1 0-1,0 1 1,1-1-1,-1 1 1,1-1-1,-1 1 1,0-1 0,0 1-1,1-1 1,-1 1-1,0-1 1,0 1-1,-1-1 1,-37-14-1700,24 12 751,0 1 1,-1 0-1,1 1 0,-1 1 0,1 0 0,-19 3 0,-45 12-5841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2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2152 148 5264,'-25'-16'1505,"17"10"-1033,-1 1-1,0-1 1,-1 1 0,1 1 0,-1 0 0,-13-4 0,-379-66 5497,301 63-5076,-203 2-1,136 23-499,-172 38 0,250-27-245,64-17-119,25-8-19,0 1-1,0 0 1,0 0-1,0 0 1,0 0-1,0-1 1,0 1-1,0 0 1,0 1-1,1-1 1,-1 0-1,0 0 1,1 0-1,-1 0 1,1 0-1,-1 3 1,-3 3 47,-33 62 635,-54 144 0,63-141-413,-159 477 627,40 11-541,109-380-240,7 1 0,-9 254-1,54 368 170,13 136-97,-31-786-130,18 180 0,-12-315-54,1 0 1,1 1 0,0-1-1,1 0 1,1-1 0,1 1-1,11 22 1,-13-32-8,1 0-1,-1 0 1,1-1 0,0 1-1,1-1 1,0 0 0,0-1-1,0 0 1,1 0 0,0 0-1,0-1 1,0-1 0,1 1-1,-1-1 1,1-1-1,10 4 1,0-3-21,0-1 0,0 0 0,0-2 1,0 0-1,0-1 0,0-1 0,0-1 0,0 0 0,0-2 0,23-7 0,25-10-463,89-40-1,-150 58 441,237-98-3448,-80 38-4547,-97 40 549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3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1597 266 5168,'-26'-17'1309,"-1"2"0,-1 0 0,-57-20 0,-95-19 528,135 42-1528,-277-86 2192,291 88-1993,27 8-400,-1 1-1,0-1 1,0 1 0,0 0 0,0 0 0,0 0 0,-1 1-1,1 0 1,-5 0 0,7 1-56,1 0 1,0 0-1,0 0 0,0 0 0,-1 0 0,1 0 0,0 1 1,0-1-1,0 1 0,1-1 0,-1 1 0,0 0 1,1 0-1,-1 0 0,1-1 0,-1 2 0,1-1 0,0 0 1,0 0-1,-1 4 0,-2 4 56,0-1 0,1 2 0,1-1 0,-1 0 0,0 12 0,-3 18 53,-4 8 21,-140 571 1177,-41-69-863,-36 115-68,184-515-236,6 1 1,-30 276-1,61-335-92,3 0-1,4 0 1,4-1 0,5 1 0,3-1-1,27 95 1,-23-124-66,3-2 0,2 0 0,4-1 0,50 88 1,-58-119-24,1 0 0,1-2 0,1 0 0,1-1 0,2-1 1,0-1-1,1-1 0,2-2 0,0 0 0,42 22 0,-39-27-67,-1-2 0,1 0 0,1-2-1,0-2 1,1-1 0,0-1 0,38 3-1,-26-6-702,0-2 0,-1-1 0,1-3 0,85-14 0,-89 7-1251,-1-1 0,0-2-1,40-19 1,11-11-5295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28.7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76 4788,'-7'-2'350,"1"-1"-1,-1 0 1,0 0-1,1 0 0,-7-5 1,12 8-282,0 0 0,0 0 0,0 0 0,0-1 0,0 1 0,0 0 0,0 0 0,0 1 0,0-1 0,0 0 0,0 0 0,1 0 0,-1 1 0,0-1 0,0 0 0,0 1 0,0-1 0,0 1 0,1-1 0,-1 1 0,0-1 0,0 1 0,0 1 0,0-2 125,-31 17 1473,24-13-1129,-1 0 0,1 1-1,0 0 1,0 0 0,1 1 0,0-1-1,-11 12 1,15-13 410,6 14 700,-2-16-1589,-1 0 0,1-1 1,-1 1-1,1 0 1,0-1-1,0 1 0,-1-1 1,1 1-1,0-1 0,0 1 1,1-1-1,-1 0 1,0 0-1,0 1 0,1-1 1,-1 0-1,1 0 1,-1 0-1,1 0 0,-1-1 1,3 2-1,39 9 421,-39-11-432,62 7 297,1-3 0,109-8-1,-93 1-217,1196-76-2725,-426-7-6012,-569 55 2574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30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308 12 4728,'6'5'-372,"10"11"5102,-18-13-1784,-10-5-1930,11 2-736,0-1 0,1 1 0,-1-1 0,0 1 0,0 0 0,0-1 0,0 0 0,1 1 0,-1-1 0,0 1 0,1-1 0,-1 0 0,0 0-1,1 1 1,-1-1 0,0-1 0,-5-18 484,6 18-1006,-1 6 264,1 4 417,-4 38-33,3-18-147,-2 0-1,-8 39 1,-38 122 619,-29 131 316,-35 514 216,97-670-1115,5-73 11,2 101 1,10-92-222,17 331 500,-1 132-570,-25 72 14,8-626-24,0 18-17,-1 2 25,1-1 1,2 0-1,0 1 0,2-1 1,8 29-1,-10-52-50,1 0-1,-1 0 1,1 0-1,0-1 1,0 1-1,0-1 1,1 0-1,-1 0 1,1 0-1,0 0 1,0-1-1,0 0 1,1 0-1,-1 0 1,1 0-1,0 0 1,0-1-1,0 0 1,0 0-1,0-1 1,0 1 0,1-1-1,9 1 1,-12-1-210,4-1-173,-1 0 228,-3 0 136,-1 1 0,0-1 0,0 0 0,0 0 1,1 0-1,-1 0 0,0 0 0,0-1 1,1 1-1,-1-1 0,0 1 0,0-1 1,0 0-1,0 0 0,0 0 0,0 0 0,0 0 1,0-1-1,0 1 0,2-2 0,-1-2-270,1 0 0,-1 1-1,-1-1 1,1 0 0,-1 0-1,0-1 1,0 1 0,0 0-1,1-9 1,6-53-2884,-8 49 2385,4-33-3788,1 2-2711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4:36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2313 3432,'12'-7'1869,"1"1"-1,24-9 0,29-2 208,74 1-2354,-79 11 859,776-103 29,-351 41-601,710-120 90,-1140 175-74,490-106 364,152-47-77,-566 135-269,44-10 198,332-84 559,-471 113-724,727-177 883,12 83 29,501-4-474,5 26-485,-311 22 133,0-7-35,1174-69-120,-268 65 429,-1148 64 39,345-10-208,-317-28-300,-247 12-3,56 24 35,-552 11-5,394-2-38,-328-9 54,138-36 0,-124 24 3,38-8-61,349-72 152,226-4-93,-517 81 76,156-13 76,21 7-199,191-4-124,769 84 413,-441-8-337,-722-35 214,550 6-161,-712-12 38,132-6 134,-111 4-143,0-1 0,0-1-1,32-10 1,-51 13 118,-11-15-306,5 14 196,-1-1 0,1 0 1,-1 1-1,0 0 0,0-1 0,0 1 0,0 0 1,0 1-1,0-1 0,0 0 0,-1 1 0,1 0 1,0 0-1,-1 0 0,1 0 0,-1 0 0,0 1 1,1 0-1,-6-1 0,-14 0-26,-39 3-1,45-1-4,0 1-1,0 1 0,0 0 1,0 1-1,-24 10 0,39-13 223,1-1-202,-1 0 0,1 0 0,0 0-1,-1 1 1,1-1 0,-1 0 0,1 1 0,0-1-1,0 1 1,-1 0 0,1-1 0,0 1 0,0 0 0,-1 0-1,0 1 1,2-1 11,0-1 0,0 0 0,-1 1 0,1-1 0,0 1 0,0-1 1,0 1-1,0-1 0,0 1 0,0-1 0,0 1 0,0-1 0,1 1 0,-1-1 0,0 1 0,0-1 0,0 1 0,0-1 0,1 0 0,-1 1 0,0-1 0,0 1 0,1-1 0,-1 0 0,0 1 0,1-1 0,-1 0 0,0 1 0,1-1 0,-1 0 0,1 0 0,-1 1 0,1-1 1,-1 0-1,0 0 0,1 0 0,-1 1 0,1-1 0,0 0 0,9 4-21,1 1-1,0-2 1,0 0 0,1 0 0,14 1 0,4 2 86,107 14 17,-80-14-118,57 10 21,-3 0 36,-68-8-29,163 45-11,-188-47 13,50 15-169,-66-20 894,-4 1-902,1-1 198,-1 1-1,0 0 1,1 0 0,-1 1 0,1-1 0,0 0-1,-1 0 1,1 1 0,0-1 0,1 1 0,-1-1-1,0 1 1,1-1 0,-1 5 0,-28 210 965,-4 51-219,13-74-329,-51 211 0,-15-58-209,-17 84 42,52-166-155,33-136-41,-1 163-1,6-62 44,4-98 61,-12 110 137,-7 141 255,24-271-518,4-59 70,12 95 0,0-28-94,-6-70 66,23 99-1,2 11-98,-13-61 120,-7-52-147,-10-37 30,-1 0-1,1-1 1,-2 1 0,1 0 0,-1 0 0,-3 12 0,-2 29 69,5-38-64,0 1 1,-2 0-1,1 0 0,-2-1 0,-6 18 0,4-12 14,-7 34-1,-24 114-141,25-99 156,-22 177 162,32-214-229,2-20 13,-1 1 0,0 0-1,-5 21 1,5-29 31,0 0-1,1 0 0,-1 0 0,1 0 1,0 0-1,0 0 0,1 5 0,-1-6-17,0 1 0,0-1 0,0 0-1,0 0 1,0 1 0,-1-1 0,0 5-1,-5 9 19,5-14 104,0 0-157,-1 30-24,2-30 166,-1 0-172,-4 27 65,4-26 159,-41-6-457,28 0 271,1 1 1,0 1-1,0 0 1,-1 1-1,1 1 1,-22 5-1,2 2-8,26-8 41,1 1-1,0 0 1,-1 0 0,1 0-1,0 1 1,-11 7 0,-35 25 1,-18 15-5,-3-4-1,-123 58 1,80-52-101,49-21-93,0-3-1,-140 39 0,114-50-208,-181 10 0,-98-25-13,-7 0 343,-642 53 39,314 28-18,381-37 78,-7-13-21,-2-14 1,-456-31-1,-57-70-64,715 64-4,-1 5 0,-1 6-1,-219 17 1,215 1 5,-155-7-1,147-13 68,-235-3 13,279 14-38,-233 12 21,-411 25-16,645-37 21,-5-1 5,-126 17-1,92-3-10,-39 6 101,50 6-82,1 5 0,-125 50 0,45-11-56,87-33 37,-21 9 56,-96 29-137,212-68 98,-228 60 62,187-53-96,-125 9 0,-102 3 57,41 12-60,46-6 35,-283 56-42,366-63 42,21-4-35,-823 201 47,390-15 16,310-112 5,-174 46-54,69-27 9,225-68-10,-57 20 17,116-50 0,33-11-1,0 0 0,0-1 0,-1-1 0,-24 4 1,-5-5-7,1-2 0,-1-1 1,0-3-1,-64-12 1,-256-65-9,274 56 5,-135-42 98,0-11-57,181 62-26,-2 1 0,1 2 0,-2 3-1,-47-4 1,67 10-5,1 2-1,0 0 1,-1 2 0,1 1-1,-51 10 1,-179 48-3,205-48-34,-1-2 0,-59 3 0,-107-5 1,119-5 49,-53 6-55,-29 1 38,148-10 14,-386 14-58,111 7 68,-57-25 38,92-19-44,159 19 11,0 5-1,-121 16 1,104-5-26,-599 40 122,-198 47-31,708-83 47,36-5-79,88-2-114,8-9 92,85 0-28,-13-6 27,3-2-33,1 1-1,-19-15 1,20 14 20,-1-1 1,0 1-1,-14-6 0,1 2-71,18 8 29,0 0 0,-1 0 0,-16-4 0,-2 2 68,-20-5-73,0 2 0,-1 3 0,-55-2 1,-151-6 32,116 4-61,68 4 28,-121-26 0,119 14 15,-98-39-1,153 51-4,-6-3 1,-1-1-1,-41-25 0,51 26 17,-1 1-4,2-2 0,-1 1 0,2-2-1,-21-20 1,21 16 0,0-1 1,1 0-1,0-1 0,1 0 0,1-1 0,1 0 0,-10-32 0,9 21 34,-6-19-26,-1 0 0,-35-69 0,43 103-10,0 0 0,-1 1 0,0 0 0,-1 0 0,-1 1 0,0 0 0,0 1 0,-1 0-1,-1 1 1,1 1 0,-2 0 0,-18-10 0,2 4-7,-3-2-59,-43-15 1,-36-21 22,107 52 44,0-1 0,0 0-1,0 0 1,0 0-1,1 0 1,-1-1 0,-4-3-1,1 0 1,-28-25 33,33 29-32,1 1-1,-1-1 1,1 0 0,0 0 0,-1 0 0,1 0 0,0 0 0,0-1-1,1 1 1,-1-1 0,0 1 0,1-1 0,0 0 0,0 1-1,-1-1 1,1 0 0,1 0 0,-1 0 0,0 0 0,1 0 0,0 0-1,-1 0 1,1 0 0,0 0 0,1-4 0,-1 6-5,0 0 1,0 0 0,0 0 0,0 0-1,-1 0 1,1-1 0,0 1 0,-1 0-1,1 0 1,0 0 0,-1 0 0,0 0-1,1 0 1,-1 0 0,0-1 0,0 1 0,0 0 1,0 1 0,1-1 0,-1 0 0,1 0 0,-1-1-1,1 1 1,-1 0 0,1 0 0,0 0 0,-1 0 0,1 0 0,0 0-1,0-1 1,0 0 0,0-36 15,0 34 174,0-17-206,2-23 99,9-56 1,-5 56-88,2-56 1,-5 2-23,-1 58 16,0 0 0,-3-1 0,-9-60 1,6 78-6,2 0 1,-1-30 0,2 30 15,-6-41 0,-2 4-22,6 38 28,-1 0 1,0 0-1,-2 1 0,-14-38 0,17 50 3,0 0 0,0 0-1,-2-14 1,2 11-16,3 10 29,-1-1 72,-2-28-126,3 28 67,-1 2-89,0-1 21,0 0-1,1 1 1,-1-1 0,0 0-1,1 0 1,-1 0 0,1 0-1,-1 0 1,1 0 0,0-3 0,-1 2-1572,8 9 765,-4-4 534,0 1 0,0 0 1,0-1-1,-1 1 0,1 0 0,-1 0 1,0 1-1,0-1 0,0 0 1,2 6-1,7 18-3124,10 37 1,-10-17-3753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6.1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8957,'3'5'1191,"-1"0"0,0 0 0,0 0 0,-1 0 0,2 8 1,2 48 2129,-3-16-2105,13 150 2736,4 29-1306,180 696 1649,-149-720-3941,180 690-355,-156-650-1840,-59-198 464,2-1-1,2-1 0,40 61 1,-55-95 875,-1-1-62,1 0 1,0 1 0,0-1 0,0-1-1,8 7 1,-10-9-42,0-1 1,0 1-1,0-1 0,0 0 0,0 0 1,1 0-1,-1 0 0,0-1 0,1 1 1,-1-1-1,0 1 0,3-1 1,29-1-9205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6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15 576 4440,'-15'-5'1085,"17"8"-245,25 11 5334,1-13-4550,686-17 1402,-587 9-2817,2785-203-859,-1409 71 577,-931 83 468,516-50 352,-944 89-488,156-8 951,-297 25-1189,-1-1 1,1 1 0,-1-1 0,1 1-1,0-1 1,-1 0 0,1 0-1,-1 0 1,4-2 0,-1 1 19,-2 1 158,-7 1-264,-66 14-2811,67-13 1528,-1 0-189,-40 13-4108,29-5 357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7.2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7913,'3'-3'527,"0"1"0,0-1 1,-1 0-1,1-1 1,0 1-1,-1 0 0,4-8 1,2-2 4651,-5 13-5004,0 0 1,-1 0-1,1 0 0,0 0 1,0 1-1,-1 0 0,1-1 1,-1 1-1,1 0 0,0 0 1,-1 0-1,0 1 0,1-1 1,-1 0-1,3 3 0,-1 0 10,0 1 0,0 0 0,0 0 0,0 0 0,3 7 0,-1-1 78,8 14 313,0 0 0,-2 1 1,-1 1-1,9 37 0,21 115 957,-35-147-1325,32 178 671,14 296 0,-1 605-359,-10-626-1900,-10-181-1459,-23-147-1373,-12-55-3913,-3-58-724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8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1 805 5985,'0'0'2854,"1"2"-1488,1 0-1166,-1 0 0,1 0 0,0-1 0,0 1 0,0-1 0,0 0 0,0 1 0,0-1 0,0 0 0,0 0 0,0 0 0,1 0 0,-1-1 0,0 1 0,1-1 0,3 1 0,39-4 904,-20 0-632,593-55 2845,-328 28-2977,2057-224 141,-2191 237-489,1492-221 19,-1106 102 317,-527 132-308,0-1 0,-1 0 0,0-2 0,0 1 0,0-2 0,0 0 0,-1 0 0,12-11 0,-26 18-17,1 0 0,-1 0 0,0 0 0,0 1 0,1-1 0,-1 0 0,0 0 0,0 1 0,0-1 0,0 1 0,1-1 0,-1 1 0,0-1 0,-2 1 0,3 0-2,-8-3-203,0 2-1,-1-1 0,1 1 0,0 1 0,-1-1 0,1 2 0,0-1 0,-1 1 1,1 0-1,-13 4 0,-28 2-2162,6-7 168,14-2-1822,-5-1-2061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8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5196,'2'-10'999,"1"1"0,1-1-1,-1 1 1,2 0 0,10-17-1,-14 24-280,11-24 710,-10 20-915,1-1 0,0 1 0,0-1 0,1 1 0,0 0 0,0 0 0,9-10 0,-11 14 15,12-6 373,-12 7-871,-1 1 0,0 0 0,0 0 0,1-1 0,-1 1 0,0 0 0,1 0-1,-1 0 1,0 0 0,0 1 0,1-1 0,-1 0 0,0 0 0,0 1 0,1-1 0,-1 1 0,0-1 0,0 1 0,0 0 0,0-1-1,1 1 1,-1 0 0,0 0 0,-1 0 0,1-1 0,0 1 0,0 0 0,0 0 0,0 1 0,-1-1 0,1 0 0,0 0 0,0 2-1,4 6 186,0 0-1,-1 0 0,4 14 0,130 452 4502,-9 330-2217,-47 6-1811,-49-454-516,29 166-176,-37-375-1574,65 217 1,-80-336 618,21 46 0,-26-65 423,1 0-1,0 0 1,1 0-1,0-1 1,0 0 0,1 0-1,10 9 1,-16-17 203,-1 1 1,1-1-1,-1 0 1,1 0-1,-1 0 1,1 0-1,-1 0 1,1 0 0,0 0-1,0-1 1,0 1-1,-1 0 1,1-1-1,0 0 1,0 1-1,0-1 1,0 0-1,0 0 1,0 0-1,-1 0 1,1 0-1,0-1 1,3 0-1,30-9-8151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9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11 102 5913,'1'0'77,"0"0"1,0 0 0,0 0-1,0 0 1,0 0 0,0 0 0,0-1-1,0 1 1,-1 0 0,1-1-1,0 1 1,0-1 0,0 1 0,0-1-1,-1 1 1,1-1 0,0 0-1,0 1 1,-1-1 0,1 0 0,0 0-1,-1 1 1,1-1 0,0-2-1,-2 2 109,0-1 0,0 1 0,0-1-1,0 1 1,0-1 0,0 1-1,-1 0 1,1 0 0,-1-1-1,1 1 1,-1 0 0,-1-1 0,1-1 245,0 0 0,0 0 0,1 0 0,0-1 0,-1 1 0,1 0 0,0-1 0,1 1 1,-1-1-1,1 1 0,-1-1 0,1 1 0,0-1 0,1-5 0,-1 6-155,1-7 1109,1 9-477,4 17-95,4 34-200,-5-1-82,9 64 850,-4-66-906,45 276 1799,151 1125 1058,-166-1202-3139,150 670-373,-124-725-1160,-54-161 533,2-1 0,2 0 1,0-1-1,23 28 0,-37-53 499,0-1 0,1 1-1,-1-1 1,0 1 0,1-1 0,0 0 0,-1 0 0,1 0 0,0 0 0,0-1 0,0 1-1,0-1 1,5 2 0,-7-3 14,1 0 1,-1 0-1,1 0 0,-1 0 0,1 0 0,0 0 1,-1 0-1,1 0 0,-1 0 0,1-1 0,-1 1 1,1-1-1,-1 1 0,1-1 0,-1 0 0,0 1 0,1-1 1,-1 0-1,0 0 0,1 0 0,-1 0 0,0 0 1,0 0-1,0-1 0,0 1 0,1-2 0,23-31-7838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29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101 160 5448,'-3'-5'-3,"-13"-21"5247,-19-42 0,9 7-1296,24 62-3838,0 0 0,1 1 1,-1-1-1,1 0 0,-1 1 0,1-1 0,0 1 0,-1-1 1,1 1-1,0 0 0,0-1 0,-1 4 0,1 15 280,1 1-1,0-1 0,2 0 1,1 0-1,6 27 0,3 24 438,146 788 2591,-64-398-2897,34 270-51,-15-86-1637,-23-84-4402,-86-527 4666,13 98-2798,-3-48-3133,-2-46-893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30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0 664 5601,'14'4'760,"1"-1"0,-1 0 0,1 0 1,-1-2-1,1 0 0,26-1 0,391-47 1088,-159 13-1523,2337-195 1326,3 51 822,-1868 129-2344,121-29 70,-736 52-2391,-153 9-1294,-19 2-142,-10 9-1629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31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413 1052 6341,'-106'23'2984,"-38"5"1041,-15-16 391,156-12-2246,4-2-1797,3-1-293,-1 0-1,1 0 0,-1 1 1,1-1-1,0 1 0,0-1 1,0 1-1,0 0 0,1 1 1,-1-1-1,8-1 0,60-9 339,-38 7-240,1565-223 1117,-435 70-1564,-953 126 182,1030-144-586,-427 74 323,-77 11 121,-344 47 144,-126 17 41,639-80-825,-860 100-880,86-26 0,-132 33 1705,0 0 0,1 0 1,-1 0-1,0 0 0,0 0 0,0 0 0,0 0 0,0 0 0,0 0 0,1 0 0,-1 0 1,0 0-1,0 0 0,0 0 0,0 0 0,0 0 0,0 0 0,1 0 0,-1 0 0,0-1 0,0 1 1,0 0-1,0 0 0,0 0 0,0 0 0,0 0 0,0 0 0,0 0 0,1 0 0,-1-1 1,0 1-1,0 0 0,0 0 0,0 0 0,0 0 0,0 0 0,0 0 0,0-1 0,0 1 1,0 0-1,0 0 0,0 0 0,0 0 0,0 0 0,0 0 0,0-1 0,0 1 0,0 0 0,0 0 1,0 0-1,0 0 0,0 0 0,0 0 0,0-1 0,-1 1 0,1 0 0,0 0 0,0 0 1,0 0-1,0 0 0,0 0 0,0 0 0,0 0 0,0 0 0,-1-1 0,-14-21-4393,-21-12-2293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0.5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1 241 6005,'0'0'14629,"4"0"-14498,4 0-41,0 0 0,0 1 0,0-1 0,0 2 0,0-1 0,14 5 0,10 7 148,1-2 1,0-1 0,0-1 0,1-2 0,0-2-1,40 2 1,213-9 350,-185-1-488,828-56 361,-557 30-469,373-59 383,-500 27 2382,-211 51-2850,37-5-1,-68 14-877,-6-2-1613,1-1 1398,-1 0 1,0 1-1,0-1 0,-1 1 0,1 0 0,-1 0 0,1 0 0,-5-4 0,-14-1-8774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1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34 356 8825,'-33'-21'9537,"36"20"-8211,11-2-810,-1 0-1,1 2 1,0-1 0,0 2 0,0 0 0,0 0 0,0 2-1,-1-1 1,1 2 0,0 0 0,-1 0 0,15 7-1,22 9 226,83 47 0,-124-61-613,25 13-9,-2 2 0,-1 1 1,0 2-1,-2 1 0,0 1 1,-2 1-1,25 31 1,-37-38-98,-1 1 0,0 0 0,-1 0 0,-1 1 1,-2 1-1,0 0 0,-1 1 0,-1 0 0,-1 0 0,-1 1 1,-1-1-1,2 28 0,-7-36-26,0 0 0,-1 0 0,-1 0 0,0 0 0,-1 0 1,-1-1-1,-9 27 0,-4-2 379,-29 51 0,44-87-54,-7-27 426,8 15-650,0-1 0,0 1-1,1-1 1,1 0 0,-1 1 0,2-1 0,3-15 0,23-70 400,-24 85-436,67-188 140,186-363-1,-223 505-558,50-66-1,-80 115 120,2 1-1,-1-1 0,1 2 1,0-1-1,0 0 0,0 1 1,1 0-1,0 1 0,0 0 1,0 0-1,0 0 0,1 1 0,-1 0 1,1 0-1,0 1 0,0 0 1,9-1-1,-9 2-278,-1 1 0,1 0 0,0 1 0,0-1 0,-1 2 0,1-1 0,-1 1 0,1 0 0,-1 0 0,1 1-1,-1 0 1,0 1 0,-1-1 0,1 1 0,0 1 0,-1-1 0,0 1 0,6 6 0,20 26-5310,1 9-3253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2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49 14785,'-20'-48'17284,"22"49"-17230,1 0-1,-1 0 1,0 0 0,0 1-1,0-1 1,1 1 0,-2 0 0,1 0-1,0-1 1,0 1 0,0 0-1,1 4 1,0 3-54,-1 0 0,0 0 0,-1 0 0,0 0 0,0 12 0,0-7 0,-1 44 19,-2-1-1,-3 0 1,-18 89-1,-3 17-561,13-29-3697,-1 3-6710,4-47-3174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2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 8161,'-1'3'399,"0"0"-1,0 0 1,0 1 0,1-1 0,-1 0 0,1 1 0,0-1 0,0 0-1,0 1 1,0-1 0,1 0 0,-1 1 0,1-1 0,0 0 0,0 0 0,3 8 4512,-3-9-4577,-1 1-1,0-1 0,1 1 0,0-1 0,-1 0 0,1 0 0,0 1 1,0-1-1,0 0 0,1 0 0,-1 0 0,0 0 0,1 0 0,-1 0 1,1 0-1,0-1 0,0 1 0,-1-1 0,1 1 0,0-1 0,0 1 1,3 0-1,4 3 107,0-1 0,1 0 1,14 4-1,-23-7-371,27 7 378,1-1 0,1-2 1,51 4-1,91-8 1286,-88-3-1435,751-27-298,-499 13 0,76-12 0,95-4 0,-485 31-439,0 1 0,-1 1 1,1 1-1,0 1 0,34 9 0,-53-11-2721,8 9-6267,-9-8 7069,8 10-9847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3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7 146 15117,'-6'-78'7472,"5"76"-7363,1-1 0,0 1-1,0-1 1,0 1 0,0 0-1,1-1 1,-1 1 0,1 0-1,-1-1 1,1 1 0,0 0-1,0 0 1,0-1-1,0 1 1,0 0 0,0 0-1,1 0 1,-1 0 0,1 1-1,1-3 1,0 2 176,0 0 0,0 0 0,1 0 1,-1 0-1,0 1 0,1-1 0,-1 1 0,1 0 0,-1 0 0,1 0 1,6 0-1,2 0 354,1 1 0,-1 0 0,0 1 0,1 0 1,-1 1-1,16 4 0,-6 2-639,0 0 0,0 1 0,-1 2 0,-1 0 0,1 1 0,-2 1 0,0 0 0,0 2 0,-2 0 0,1 1 0,-2 1 0,-1 1 0,0 0 0,-1 1 0,0 0 0,-2 1 0,-1 1 0,0 0 0,13 39 0,-14-24 0,-2 1 0,-1 0 0,-2 0 0,-1 0 0,-2 1 0,-6 65 0,-3-33 0,-4-1 0,-32 113 0,7-66 0,36-116 0,0 0 0,-1 0 0,1 0 0,0 0 0,0 0 0,0 0 0,0 1 0,0-1 0,0 0 0,0 0 0,0 0 0,-1 0 0,1 0 0,0 0 0,0 0 0,0 1 0,0-1 0,0 0 0,0 0 0,0 0 0,0 0 0,0 0 0,0 0 0,0 1 0,0-1 0,0 0 0,0 0 0,0 0 0,0 0 0,0 0 0,0 1 0,0-1 0,0 0 0,0 0 0,0 0 0,0 0 0,0 0 0,0 0 0,0 1 0,0-1 0,1 0 0,-1 0 0,0 0 0,0 0 0,0 0 0,0 0 0,0 0 0,0 0 0,0 1 0,0-1 0,1 0 0,-1 0 0,0 0 0,0 0 0,0 0 0,0 0 0,0 0 0,0 0 0,1 0 0,-1 0 0,0 0 0,8-9 0,8-16 0,52-127 0,0 0 0,9 20 0,-12 24 0,-33 51-1716,3 2 0,3 1 1,1 2-1,3 2 0,77-72 0,-67 82-5619,1 11-4818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1 13025,'-15'13'3274,"-2"17"5875,7 6-2299,4-11-7662,6-23 348,-10 28 730,-1 0 0,-2 0 0,-1-2 1,0 0-1,-21 27 0,3 0-118,-138 287-148,160-320 0,1 2 0,1-1 0,2 1 0,-6 34 0,11-51 0,0 0 0,1 0 0,0-1 0,1 1 0,0 0 0,0 0 0,0 0 0,5 12 0,-5-15 0,1 0 0,0 0 0,1 0 0,-1 0 0,1-1 0,0 1 0,-1-1 0,2 1 0,-1-1 0,0 0 0,1-1 0,-1 1 0,1 0 0,0-1 0,4 2 0,3 1 0,1-1 0,-1 0 0,1-1 0,0 0 0,0-1 0,0 0 0,0-1 0,1 0 0,-1-1 0,0-1 0,0 0 0,16-3 0,18-5 0,82-30 0,-110 33 0,210-78-3567,113-57-9059,-226 90-964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5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32 166 11985,'0'0'2979,"-3"0"-1450,-5-1-1759,-9-2 6822,17 2-6498,-1 1-1,1 0 0,0 0 1,0-1-1,-1 1 1,1 0-1,0 0 0,0-1 1,0 1-1,0 0 0,-1-1 1,1 1-1,0 0 1,0-1-1,0 1 0,0 0 1,0-1-1,0 1 0,0-1 1,0 1-1,0 0 1,0-1-1,0 1 0,0 0 1,0-1-1,0 1 0,0 0 1,1-1-1,-1 1 1,0 0-1,0-1 0,0 1 1,0 0-1,1-1 0,-1 1 1,0 0-1,0 0 1,1-1-1,-1 1 0,0 0 1,0 0-1,1 0 0,-1-1 1,1 1-1,0-2-61,1 0 0,0 1 0,0-1 0,0 1-1,0-1 1,0 1 0,0 0 0,0-1 0,1 1 0,-1 0 0,0 1 0,1-1-1,-1 0 1,0 1 0,1-1 0,-1 1 0,4 0 0,9-3 60,309-37 499,10 27-632,-220 10-101,674-25-3436,-263 5-2228,-305 13-214,-10 1-3723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6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1 12621,'-7'1'591,"1"1"-1,0 0 1,0 0 0,0 1-1,1-1 1,-1 1 0,0 0-1,1 1 1,-7 5 0,11-7-153,-1 0-1,1 1 1,0-1 0,0 0 0,1 0 0,-1 1 0,0-1-1,1 1 1,0-1 0,-1 0 0,1 1 0,0 3 0,3-4-226,-1 0 1,0 0-1,0 0 1,1-1 0,-1 1-1,1-1 1,-1 1 0,1-1-1,0 0 1,0 0 0,-1 0-1,1 0 1,3 0-1,3 1 226,18 6 437,0-1 1,1-2-1,47 4 1,86-7 358,-95-3-922,841-12-215,-580 5-109,-166 4 12,159-1 0,61-1 0,-330 9 0,-1-3 0,-26 0 0,-8 2-10,-18 0-49,-16 3-373,18-5 246,-3 0-1166,-21-25-15423,11 17 5806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48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52 3700,'1'-2'1067,"11"-26"7773,-13 26-8601,-16-16 153,15 17 544,3 3-790,16 75 878,-3 1-1,7 122 1,-18-103-1256,0 76-2292,-6-59-2473,-6-8-2657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49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55 3732,'33'-10'1523,"-29"8"582,3-7-1853,3-2 247,-9 4 3668,-14-8-3442,13 15-691,0 0-1,0 0 1,0 0-1,-1 0 1,1 0-1,0 0 1,0 0-1,0 0 1,0 0-1,0 0 1,0 0-1,-1 0 1,1 0-1,0 0 1,0 0-1,0 0 1,0 0-1,0 0 1,-1 0-1,1 0 1,0 0-1,0 0 1,0 0-1,0 0 1,0 0-1,0 1 1,0-1-1,-1 0 1,1 0-1,0 0 1,0 0-1,0 0 1,0 0-1,0 0 1,0 0-1,0 1 1,0-1-1,0 0 1,0 0-1,0 0 1,0 0-1,0 0 1,0 1-1,0-1 1,0 0-1,0 0 1,0 0-1,0 0 1,0 0-1,0 0 1,0 1-1,0-1 1,0 0-1,0 0 1,0 0-1,0 0 1,6 41 4017,0-8-4160,-4 62 824,-3-1 0,-22 143-1,8-102-510,6-44-155,-15 190 157,22-211-262,3 1 0,10 69 1,-1-40-290,-5-43-872,14 61 0,-8-84-594,-10-34 1682,0 1 1,1-1 0,-1 0-1,0 1 1,0-1-1,0 0 1,0 0 0,0 0-1,0 0 1,0 0-1,0 0 1,0 0 0,0 0-1,0-1 1,1 1-1,-1 0 1,1-1 0,-1 1-153,0 0 142,-1 0-1,1-1 0,0 1 1,0 0-1,0 0 0,0 0 1,0-1-1,0 1 0,0 0 1,-1-1-1,1 1 0,0-1 1,0 1-1,0-1 0,-1 1 1,1-1-1,0 1 0,-1-1 1,1 0-1,0 0 0,-1 1 1,1-1-1,-1 0 0,1 0 1,-1 1-1,0-1 0,1 0 0,-1 0 1,0 0-1,1 0 0,-1 0 1,0 0-1,0 0 0,0 1 1,0-1-1,0 0 0,0 0 1,0 0-1,0 0 0,-1-2 1,4-21-5260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6:50.8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37 3900,'1'-2'466,"1"-1"0,0 1-1,-1 0 1,1 0-1,1 0 1,-1 0-1,0 0 1,0 1 0,1-1-1,2-1 1,13-10 4135,-17 16-4536,0 0 0,0 0 0,0 0 1,0 0-1,-1 1 0,1-1 0,-1 0 0,0 5 0,1 4 120,5 13 152,1-1 0,1 0 1,1 0-1,1 0 0,16 26 1,-21-42-234,0 0 1,1 0 0,0-1-1,1 0 1,10 10 0,-5-6 35,-3-1 19,1-1 1,0 0-1,1-1 1,0 0-1,0-1 1,1 0-1,24 11 1,-29-15-146,1-1 1,0 0-1,-1 0 1,1 0 0,0-1-1,0 0 1,0 0-1,0-1 1,0 0-1,0 0 1,0-1 0,0 0-1,14-5 1,-18 5-329,1 0 0,-1-1 0,0 1 0,1-1 0,-1 0 1,0-1-1,0 1 0,0-1 0,0 0 0,-1 0 0,1 0 0,-1 0 1,0 0-1,0-1 0,0 0 0,0 1 0,0-1 0,-1 0 0,2-5 0,7-11-3491,-1 1-1794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09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761 93 9625,'-3'-8'717,"0"1"0,0-1 0,-1 1-1,0-1 1,0 1 0,-1 0 0,-7-8 0,9 12-421,-1 0 0,0 1 0,0-1 0,0 1 0,0 0 0,-1 0 0,1 0 0,0 0 0,-1 1 0,0 0 0,1 0 0,-1 0 0,1 1 0,-1-1 0,-7 1 0,0 0 39,-1 1 0,1 0 0,0 1-1,-1 0 1,1 1 0,0 0 0,-22 10 0,-81 48 1896,94-49-1911,-8 6 56,1 2 0,1 0 0,1 2 0,1 1 0,0 1 0,2 2 0,1 0 0,-22 34 0,24-30-129,1 2-1,2 0 1,1 1 0,1 1-1,2 1 1,1 0-1,-10 54 1,19-74-189,1 1 0,0 0 1,2-1-1,0 1 0,0 0 0,1 0 1,1-1-1,1 1 0,0-1 1,11 30-1,-6-28-61,1 0 0,0-1 0,1 0 0,1-1 0,0 0 1,1 0-1,1-1 0,0-1 0,1 0 0,23 16 0,112 74-1074,-120-85 572,0-2-1,2-1 0,-1-1 0,2-2 0,62 17 0,-71-23 134,53 15-2376,110 15 0,-162-32 2015,0-2 0,1-1-1,-1-1 1,0-1 0,1-1 0,-1-1-1,0-1 1,0-2 0,24-8-1,-37 9 520,1 0 0,-1-1 0,0 0 0,0-1 0,-1-1 1,0 1-1,-1-2 0,1 1 0,-1-1 0,-1-1 0,12-16 0,-9 10 857,-2 0 0,0-1 0,-1 0 0,0 0 0,-1-1 0,-1 0 0,4-23 0,-8 29 384,-2 1 1,1 0-1,-1 0 1,-3-18-1,0-5 1816,3 30-103,4 23-531,-4-14-1816,4 42 555,-3 0 0,-7 86 0,1-37-1135,-6-6-2983,0-29-2040,3-20-1341,-3 26-8069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0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23 111 8829,'-1'-16'571,"-2"-22"2936,4-4 4001,-2 41-6924,0-1 0,-1 1 0,1 0 0,0 0 0,0 0 1,-1 0-1,1 0 0,0 0 0,-1 0 0,1 0 0,-1 0 0,-2 0 0,9 26 916,11 35 1,3 9-286,10 79-1034,-6 2 0,5 292 0,-16-219-7037,-6-184 4608,1 0-1,2-1 1,24 63 0,-26-82-3238,0-8-2962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0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714 1 9125,'-25'5'2404,"20"-4"-310,-15-4 1869,15 3-3609,0 1 0,0-1 0,1 1 0,-1 0 0,1 0 0,-1 0 0,0 1 0,1 0 0,0-1 0,-1 2 0,-5 2 0,-47 36 1436,43-30-1245,-78 58 857,-61 46-1241,120-87-1276,1 1 0,-38 46 0,28-26-1159,-39 52-6407,53-56 233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0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10093,'67'33'2128,"-44"-21"-340,17 10-296,-26-13-163,16 6-265,94 51 932,-81-39-1564,1-6-300,-4 3-412,4 0-892,-7 4-776,-4-4-865,-6 0-1287,-4 0-3057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1.2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 1 10297,'0'0'55,"0"0"0,1 0-1,-1 0 1,0 0 0,0 0 0,0 0 0,1 0 0,-1 0-1,0 0 1,0 1 0,0-1 0,1 0 0,-1 0 0,0 0-1,0 0 1,0 1 0,0-1 0,1 0 0,-1 0 0,0 0-1,0 1 1,0-1 0,0 0 0,0 0 0,0 0 0,0 1-1,0-1 1,0 0 0,1 0 0,-1 1 0,0-1 0,0 0-1,0 0 1,0 1 0,0-1 0,-1 0 0,1 0 0,0 1-1,0-1 1,0 0 0,0 0 0,0 0 0,0 1 0,0-1-1,0 0 1,0 0 0,-1 0 0,1 1 0,0-1 0,0 0-1,0 0 1,0 0 0,-1 0 0,1 1 0,-19 16 2773,14-14-2360,0 1-1,0 1 1,1-1-1,-1 1 1,1-1 0,0 1-1,-5 8 1,-78 146 4474,65-124-4441,1 0 0,1 2-1,3 0 1,1 1 0,1 0 0,-14 62-1,25-81-585,1-1-1,1 1 0,0-1 1,1 1-1,2 0 0,-1-1 0,2 1 1,1 0-1,0-1 0,1 0 1,1 0-1,1 0 0,0 0 1,2-1-1,0 0 0,16 25 0,-9-21-753,0-2-1,2 0 1,0 0 0,1-2-1,0 0 1,37 24-1,-30-24-2469,2-2-1,50 22 1,-20-15-4775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1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9665,'0'0'6660,"11"7"-4783,-7-4-1771,0 0 1,-1 1-1,0-1 0,0 1 0,0 0 0,0 0 0,0 0 0,-1 0 1,0 0-1,0 1 0,0-1 0,0 1 0,0 4 0,14 68 470,-15-69-477,3 24 12,-2 0 0,0 0 1,-3 0-1,-1 0 1,-5 33-1,-43 158 393,46-187-18,4-34-468,0 0-1,0-1 1,1 1-1,-1 0 1,0-1-1,1 1 1,-1 0-1,1-1 1,-1 1-1,1-1 0,0 1 1,0-1-1,-1 1 1,1-1-1,0 0 1,0 1-1,1-1 1,-1 0-1,2 2 1,3-2-3,1 1 0,-1-1 1,0 0-1,1-1 0,-1 0 0,1 0 1,0 0-1,-1-1 0,13-2 0,-11 1-23,34-6-661,-1-3-1,1-1 0,-2-2 0,60-29 0,63-23-7420,-74 41-2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2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468 169 7261,'-15'2'1827,"13"-4"-740,7-2 186,-4 3-1106,-1 0 0,0 0 0,0 0 0,0 0 0,0 0 0,1 0 0,-1 0-1,0 0 1,0 0 0,-1 0 0,1 0 0,0 0 0,0 0 0,0 0 0,-1 1 0,1-1-1,0 0 1,-1 0 0,1 0 0,-1 0 0,1 0 0,-2-1 0,-4-6 4474,-22-11 1229,29 16-5755,-1-1 1,0 0-1,0 1 1,0-1-1,-1 1 1,1-1 0,-1 1-1,0-1 1,0 1-1,0 0 1,0-1-1,-1 1 1,0 0-1,1 0 1,-4-4 0,3 5 172,-4-16-79,5 15-147,0 1 1,-1 0-1,1 0 0,0 0 1,-1-1-1,1 1 1,-1 1-1,0-1 0,0 0 1,1 0-1,-1 1 1,-3-2-1,-4-5 68,7 7 141,-2 2 78,-1 0-241,0 0-21,1 0 1,-1 0 0,0 1-1,1-1 1,0 1-1,-1 0 1,1 0 0,0 1-1,0-1 1,0 1-1,0 0 1,1 0 0,-1 0-1,-3 5 1,-140 172 868,123-146-785,0 1 0,3 1 0,-28 62 0,45-88-171,0 1 0,1 1 0,0-1 0,1 0 0,0 1 0,1-1 0,0 1 0,1-1 0,0 1 0,1 0 0,2 12 0,-1-15 0,0 0 0,0-1 0,1 1 0,1-1 0,-1 1 0,1-1 0,1 0 0,0 0 0,0-1 0,0 0 0,1 0 0,0 0 0,0 0 0,13 9 0,-2-4-586,-1-1 0,2 0 0,-1-1 0,2-1-1,-1-1 1,1-1 0,0-1 0,25 6 0,-17-7-676,0-1 0,1-2 0,-1 0 0,1-2 0,40-4 0,-29 0-5191,4 1-4030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3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232 159 10901,'-2'-4'774,"0"0"0,1 0 0,-1 0 1,-1 1-1,1-1 0,0 1 0,-1 0 0,0-1 0,0 1 0,-8-6 3215,10 5-2785,1 2-1097,-1-1 0,1 1 0,-1-1 1,1 0-1,0 1 0,-1-1 0,2 1 0,-1-1 1,0 0-1,0 1 0,1-1 0,-1 1 0,1-1 1,0 1-1,0-1 0,0 1 0,0 0 0,0-1 1,0 1-1,1 0 0,-1 0 0,1 0 0,0 0 1,-1 0-1,1 0 0,3-2 0,0-1-2,-1 1 1,1 0-1,0 0 0,1 0 0,-1 1 1,0 0-1,1 0 0,0 0 0,0 1 0,10-4 1,-13 6-82,0-1 1,1 0-1,-1 1 1,1 0-1,-1 0 1,1 0-1,-1 0 1,0 1-1,1-1 1,-1 1-1,1 0 1,-1 0-1,0 0 1,0 0-1,1 0 1,-1 1-1,0 0 1,0-1-1,0 1 1,4 5-1,-6-6-20,0 0 1,-1 0-1,0 0 0,1 0 0,-1 0 0,0 1 0,1-1 0,-1 0 0,0 0 0,0 0 1,0 1-1,0-1 0,0 0 0,0 0 0,-1 1 0,1 1 0,-1 1 6,0 4-6,0-1 1,0 1 0,-1 0-1,0-1 1,-1 0 0,0 1 0,0-1-1,0 0 1,-1 0 0,0-1-1,-7 9 1,4-5 4,1 1-1,0-1 0,1 1 1,-7 17-1,11-23-20,-2 3 0,1 1 1,0 0-1,0-1 0,-1 15 1,4-20 1,-1 0 1,0 1-1,1-1 1,-1 1 0,1-1-1,0 0 1,0 1 0,0-1-1,1 0 1,-1 0-1,1 0 1,0 0 0,0 0-1,0 0 1,3 3 0,34 29-181,-26-24 31,0 0 0,13 16 0,-23-24 134,0 0 1,-1 0-1,0 1 0,1-1 1,-1 1-1,-1-1 1,1 1-1,0 0 1,-1 0-1,0 0 0,0-1 1,0 1-1,0 1 1,0 3-1,-2-5 26,1 0-1,-1 0 1,1 0-1,-1-1 1,0 1 0,0 0-1,0-1 1,0 1-1,-1-1 1,1 1 0,-1-1-1,0 0 1,1 0-1,-1 1 1,0-1-1,0 0 1,0-1 0,0 1-1,-1 0 1,-2 1-1,-2 2 19,-1 0-1,0-1 0,-1 0 0,-16 5 1,-95 23 425,9-2-2583,35-4-9720,59-20 970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9.3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2611 6025,'5'-4'237,"-1"0"158,1 0 0,0 0 0,0 1 0,0 0 1,10-5-1,-12 7 842,-2-9-790,0 0 0,2-1 0,-1 1 0,1 0-1,0 0 1,1 1 0,1-1 0,-1 1 0,1 0 0,1 0 0,7-10-1,11-20 618,37-58 1003,-35 58-1293,28-55 0,203-511 2422,-200 442-2383,63-307 1,-67 230-306,-2 14-96,-37 171-320,1 1-1,34-75 0,-6 14-194,13-10-2174,-55 122 1171,-9 22-6353,2-8 6343,-10 26-3220,2-7-2211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9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831 157 7101,'1'-2'173,"-1"0"0,0 0 0,0 0-1,0 0 1,0 0 0,-1 0 0,1 0 0,-1 0 0,1 0 0,-1 0 0,1 1 0,-1-1 0,0 0 0,0 0 0,0 1 0,0-1 0,-2-1 0,2 1-18,0 1 1,0-1-1,0 0 0,0 1 1,0-1-1,0 0 0,1 1 1,-1-1-1,1 0 0,-1 0 1,1 0-1,-1 0 0,1 1 1,0-1-1,0 0 0,0 0 1,0 0-1,0 0 0,1-2 1,18-77 5275,-19 78-5025,-5 3-49,-12 2-255,-1 0-1,1 0 1,0 2-1,0 0 1,1 1-1,-1 1 1,1 0-1,0 1 1,-18 12-1,-137 94 252,147-96-303,-77 60-2154,-119 118 0,147-119-1003,31-25-2439,33-37 458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19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7821,'0'0'8548,"50"48"-6559,-23-15-1653,-7 0-8,10 3-76,0 7-60,14 2-180,-1 0-560,4 3-528,0-2-469,-3 2-243,-1-6-2388,8-3-3185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0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305 228 4208,'45'-43'5291,"-43"41"-4196,14-10 913,-9 5-1326,-1 0-1,0 0 1,0 0 0,0-1 0,6-13-1,14-16 1105,-25 35-1683,0 0 0,0 0 0,1 0 0,-1 0 0,-1-1 0,1 1 0,0 0 0,0-1 0,-1 1 0,1-4 0,0 1 81,0 2 131,-2 0-50,0 1-231,0 0 0,0 0 1,0 0-1,0 0 1,0 0-1,0 0 0,0 0 1,-1 0-1,1 1 1,-1-1-1,0 0 0,1 1 1,-1-1-1,0 1 0,0 0 1,0 0-1,-2-2 1,0 2-1,1 0 1,-1 0-1,0 0 1,0 1-1,0-1 0,0 1 1,0 0-1,0 0 1,0 0-1,0 1 1,-4 0-1,-9 3 39,0 0-1,1 2 0,0 0 1,1 0-1,-1 1 0,1 1 1,0 1-1,1 0 0,0 1 1,1 0-1,0 2 0,0-1 1,-15 19-1,11-10-24,0 2-1,2-1 1,0 2-1,2 0 1,0 1-1,1 0 1,-16 51-1,24-58-68,0 0 0,0 0 1,2 1-1,0-1 0,1 1 0,1-1 0,1 1 0,0 0 0,1-1 1,1 0-1,7 23 0,-7-28-319,1-1 1,1 0 0,0 0-1,1 0 1,0-1-1,0 1 1,1-1-1,1-1 1,-1 0-1,2 0 1,-1 0-1,1-1 1,0 0-1,1-1 1,0 0-1,0 0 1,15 6 0,-19-10 31,0 0 0,0 0 1,0 0-1,1-1 1,-1 0-1,1 0 1,0-1-1,-1 0 1,1 0-1,0-1 1,0 1-1,0-2 1,-1 1-1,1-1 1,0 0-1,0 0 1,-1 0-1,1-1 1,-1 0-1,8-4 1,5-5-108,-1-2 1,0 0 0,-1 0-1,0-2 1,21-25 0,-17 19 776,-17 16-94,0 1 1,-1-2-1,0 1 0,0 0 1,0-1-1,-1 1 0,0-1 1,0 0-1,0 0 0,-1 0 1,0 0-1,0 0 0,0 0 1,-1 0-1,0 0 1,0 0-1,-1 0 0,0-6 1,0-11 828,1 20 1926,7 23-2329,6 8-341,0-9-163,-9-13-169,1 1 1,0-1-1,0 0 1,0 0-1,0 0 1,1-1 0,0 0-1,13 9 1,-11-9-41,0 0 1,0-1-1,1 0 1,-1 0-1,1-1 1,0 0-1,0-1 1,0 0 0,1 0-1,-1-1 1,0 0-1,1 0 1,-1-1-1,0-1 1,1 0-1,-1 0 1,0 0-1,12-5 1,-10 3 0,-4 1-19,1 0-1,-1 0 0,0-1 1,1 0-1,-1-1 1,0 1-1,-1-1 0,1-1 1,6-4-1,2-8 321,-1-1 1,0 0-1,-2-1 0,0 0 0,-1-1 1,0 0-1,-2-1 0,8-24 1,-16 42 256,-4 50-251,-13 76-1,1-8-587,-10 51-4048,13-94-1358,2-7-2390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1.4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1319 6493,'-12'3'577,"-2"0"256,3-3 7999,10-4-7939,1 1-789,-1 0 1,1-1-1,0 1 1,-1 0-1,1 0 1,1 0 0,-1 0-1,0 0 1,1-1-1,0 1 1,-1 0-1,1 0 1,0 0-1,1 1 1,-1-1 0,0 0-1,1 0 1,0 1-1,0-1 1,0 1-1,0-1 1,3-2 0,23-31 1171,44-69 1,-22 29-370,18-34-472,-5-2 0,50-122-1,-52 104-303,-53 114-138,147-329-1266,-142 310 260,-11 27-144,0 1-1,-1 0 0,0-1 0,1-13 0,-2 21 1114,0 1 0,0-1 0,0 0 0,0 0 0,0 0 0,0 0 0,-1 0 0,1 0 0,0 0 0,0 0 0,0 0 0,0 0 0,0 0 0,0 0 0,0 0 0,0 0 0,0 0 0,0 0 0,0 0 0,-1 1 0,1-1 0,0 0 0,0 0 0,0 0 0,0 0-1,0 0 1,0 0 0,0 0 0,0 0 0,0 0 0,0 0 0,-1-1 0,1 1 0,0 0 0,0 0 0,0 0 0,0 0 0,0 0 0,0 0 0,0 0 0,0 0 0,0 0 0,0 0 0,0 0 0,-1 0 0,1 0 0,0 0 0,0 0 0,0 0 0,0 0 0,0-1 0,0 1 0,0 0 0,0 0 0,0 0 0,0 0 0,0 0 0,-19 12-4383,-2 0-2455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1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647 15 8957,'0'-15'9367,"-4"17"-8760,-160 61 1353,131-47-1831,0 2 0,1 1 0,2 2 0,-38 31 0,41-31-259,-13 11-1670,1 1-1,2 2 1,-61 75 0,72-71-2575,11-2-2471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1.9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9617,'0'0'7377,"1"3"-6529,3 13-741,1-1 0,0 1-1,1-1 1,1 0-1,1 0 1,0-1 0,1 0-1,0 0 1,1-1 0,0 0-1,1-1 1,15 13-1,-2-3-1859,48 33 0,29 5-5358,-48-36 1484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2.2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331 39 5412,'-2'-3'561,"1"1"-1,-1-1 0,0 0 0,1 1 0,-1-1 0,-1 1 0,1-1 0,0 1 0,0 0 0,-5-3 1,-2-2 377,7 5 620,-2 3-229,-4 0-1035,0 0-1,0 1 1,0 0-1,1 1 0,-1 0 1,1 0-1,-1 0 1,1 1-1,0 0 1,1 1-1,-1-1 0,-8 9 1,-6 9 125,1 0-1,1 2 1,1 0 0,1 1 0,1 0 0,-12 29-1,19-36-313,2 0 0,0 0-1,1 1 1,1 0 0,1 0-1,0 1 1,2-1-1,0 0 1,1 1 0,1 0-1,3 23 1,-1-26-139,0-1 0,2 1 0,-1-1 0,2 0 0,0 0 0,1-1 1,1 0-1,0 0 0,1 0 0,1-1 0,0 0 0,1-1 0,17 20 0,-13-21-438,0 0 0,1-1 0,0 0-1,0-1 1,1-1 0,1-1 0,19 8 0,-10-6-2135,1-2 1,30 6-1,5-2-5738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2.6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14 5240,'17'-10'761,"-16"6"261,-28 8 1131,23-3 41,-12 3-118,4 3-1561,10-6 1997,1 6-2285,0-1 0,-1 1 0,1-1 0,-1 1 0,-1-1 0,1 0 0,-1 0 0,0 0 0,0 0 0,-1-1 0,0 1 0,0-1 0,-6 7 0,-20 33 420,21-28-500,2-1-1,0 2 1,1-1 0,-4 21-1,8-28-111,1-1 0,0 0 0,1 1-1,0 0 1,1-1 0,-1 1-1,2-1 1,0 0 0,0 1 0,3 9-1,34 70 85,-26-62-80,-1 0 1,12 38-1,-24-63-39,1 0 0,0 0 0,-1 0 0,1 0 0,-1 0 0,0 0 0,0 0 0,0 1 0,0-1 1,0 0-1,0 0 0,0 0 0,-1 0 0,1 0 0,-1 1 0,1-1 0,-1 0 0,0 0 0,0 0 0,0-1 0,0 1 0,0 0 0,-1 0 0,1 0 0,0-1 0,-1 1 0,1-1 0,-1 1 1,0-1-1,1 0 0,-1 1 0,-3 1 0,-4 0-139,1 0 1,-1-1-1,0 0 1,1 0-1,-1-1 0,-17 1 1,23-2-219,0 0 0,0 0 1,-1 0-1,1-1 0,0 1 0,0-1 0,0 0 1,0 0-1,-6-2 0,8 2-29,-1 0 0,1 1 0,-1-1 0,1 0 0,-1-1 0,1 1 1,0 0-1,-1 0 0,1-1 0,0 1 0,0 0 0,0-1 0,0 1 0,0-1 0,0 0 0,1 1 0,-1-1 0,0 0 0,0-3 1,-2-13-6027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22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14 184 7281,'0'0'4728,"-6"-15"-2992,-1-3 1189,17 3-1857,-3 3-236,16 0-200,21-6-144,-8 9-72,8-3-180,3-6-244,3 3-920,7 0-976,0 2-3285,3 1-4140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38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70 5256,'27'-15'7398,"-31"15"-6748,-30-5 695,32 4 382,2-1-1558,1 0 1,-1 0 0,1 0-1,0 0 1,0-1 0,0 1-1,0 1 1,1-1 0,-1 0-1,0 0 1,1 0 0,0 1-1,-1-1 1,1 1 0,0-1-1,-1 1 1,1 0 0,0 0 0,0-1-1,4 0 1,2-3 3468,-11 4-3373,-2-1-445,-12-2 1333,16 4-1121,1 1 0,-1-1 0,1 0 0,-1 1 0,1-1 0,0 0-1,-1 1 1,1-1 0,0 1 0,-1-1 0,1 0 0,0 1 0,-1-1 0,1 1-1,0-1 1,0 1 0,0-1 0,-1 1 0,1-1 0,0 1 0,0-1 0,0 1-1,0-1 1,0 1 0,0-1 0,0 1 0,0-1 0,0 1 0,0 0 0,0-1-1,0 1 1,1-1 0,-1 1 0,1 7 42,0-1 0,1 1-1,0-1 1,5 12 0,-6-17-45,-11 31 116,9-29 5,0 2-104,0 2 81,0 0 0,0 0 1,-1 0-1,-1 0 0,1 0 0,-2 0 0,1-1 0,-5 8 1,4-5-40,0-1 0,0 1 1,1-1-1,0 1 0,0 0 1,0 12-1,1-12-14,1-1 5,0 0 0,1 0-1,0 0 1,3 15-1,-1-3 46,-2 148 1695,7-111-1569,-9-40-206,2 0 0,0-1 0,0 1-1,2 0 1,6 31 0,-4-17-61,-4-30 24,0 1 0,0 0 0,0 0 0,0 0 0,1 0-1,-1 0 1,1-1 0,1 5 0,4 14 124,0 0 0,-2 0 0,-1 0 0,2 42 0,-3-32 165,10 50 0,-6-54-223,2 3-34,7 60 0,-13-46-39,-3 69 0,2-18 0,0-55 0,1 43 0,-3 60 0,0-122 0,-2 0 0,0 0 0,-2 0 0,-10 32 0,12-46 0,0 8 0,1 21 0,0 114 0,2-114 0,-3 14 0,-14 84 0,13-110 0,-1 33 0,2 0 0,2 1 0,11 82 0,-4-58 0,-3-39 0,-3 59 0,-6-25 0,6-30 0,2-5 0,-5 3 0,0-8 0,3 5 0,1-21 0,2-14-19,4-13 49,8-18-98,-11 17-127,-2 5-21,-1-1-1,0 1 1,1-1-1,-1 1 1,0-1-1,-1 0 1,1 1-1,0-1 1,-1 0-1,1 0 1,-1 0-1,0 1 1,0-1-1,0 0 1,-1 0-1,0-3 1,0-13-1162,1 10 359,1-1 0,-1 1 0,4-15 0,10-14-6713,0 0-4933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39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 5953,'3'14'1464,"-9"-16"-1693,-4-2 3101,-1 5 6222,12 2-8961,0 1 0,0-1-1,0 1 1,0-1-1,1 0 1,3 7 0,-5-10-52,1 2-24,-1 1-1,1-1 1,-1 0 0,0 0 0,0 1 0,0-1-1,0 0 1,0 0 0,-1 1 0,1-1 0,0 0 0,-1 0-1,0 0 1,-1 4 0,-1 3 388,-16 53 539,10-36-775,1 0 1,1 1-1,1 0 0,2 0 0,-2 30 0,-4 118 1228,11-136-933,-3 0 1,-1 0-1,-16 76 0,12-70 15,2 1-1,3 85 1,2-90-193,1 36 289,-1 68 506,-1-123-921,2-1-1,0 0 0,7 29 1,-5-25-38,17 162 873,-15-163-1035,2 20 0,-1 1 0,0 84 0,-6-96 0,0-30 0,3 31 0,-3-14 0,7 42 0,2-15 0,45 248 0,-51-284 0,-1 0 0,-1 0 0,0 0 0,0 0 0,-1 15 0,-1-23 0,5 82 0,-2-77 0,0 1 0,0 0 0,-1 0 0,-1 0 0,0 0 0,0 12 0,-1-20 0,-1 26 0,-3 0 0,4-21-5,-1 25-2731,14-39-5390,-6 4 4272,17-15-11208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41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0 5196,'0'0'16213,"0"3"-15570,-6 63 3042,5-63-3589,1-1 0,-1 1-1,1-1 1,-1 0 0,0 1 0,0-1 0,0 0 0,0 1-1,0-1 1,0 0 0,-3 2 0,-2 8 197,0 10 194,-6 11 314,8-25-662,1 0-1,0 1 1,1-1 0,0 0-1,0 1 1,1 0 0,0-1-1,1 1 1,0 14 0,-2 32 408,-8 81 597,12 217 0,2-22-1067,4 10-77,1-76 0,-11-130 0,5 147 0,6-120 0,4 40 0,-13-161 0,-1-13 0,1 0 0,1 1 0,1-1 0,10 45 0,-8-57 0,-1 1 0,0 1 0,-2-1 0,0 0 0,-1 19 0,1 22 0,9 121 0,-10-158 0,0-8-3,4-14-17,6-14-138,-10 13 116,9-18-1002,-1 0 0,5-22 0,11-29-9453,-1 17-5434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42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60 6261,'0'0'9444,"0"-3"-8502,2-2-276,4-13-421,-4 8 5166,-3 8-5275,1 1 0,0-1 0,-1 0 0,1 0 0,-1 1 0,1-1 0,-1 0 0,0 1-1,0-1 1,0 0 0,0 1 0,-1-2 0,1 3-40,0 0 0,1 0 0,-1 1 0,0-1 1,0 0-1,1 0 0,-1 1 0,0-1 0,0 0 0,1 1 0,-1-1 0,0 1 0,1-1 0,-1 1 0,1-1 0,-1 1 0,0-1 0,1 1 0,0 0 0,-1-1 0,1 1 0,-1 0 0,1 0 0,-1 1 0,0-1 618,-1 2-390,-1 2-113,0 0 0,0 0 0,0 0 0,1 0 0,-1 1 0,1-1 0,1 1 0,-3 10 0,3-4 51,1 0-1,0 1 1,3 16-1,5 258 1517,1 5-1909,-2-101 131,1 10 0,53 142 0,-45-250 0,-8-41 0,-6-43 0,6 35 0,-1-1 0,-2 2 0,-2 85 0,-4-114 0,1 0 0,0 1 0,5 26 0,4 40 0,18 158 0,-25-229 0,0 1 0,1-1 0,8 20 0,4 20 0,4 1 0,-16-47 0,1 36 0,-1-1 0,-2 0 0,-2-1 0,-2 2 0,0 3 0,3 3 0,0 1 0,3-2 0,-2-39 0,-2 27 0,-5 1 0,9 0 0,-3-20 0,0-18-19,3-44-3525,-2 39 1455,0 1 0,1-1 0,0 1 0,5-11 0,17-31-13686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49.20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345 1622 3484,'1'1'88,"-1"-1"-1,0 0 1,1 0-1,-1 1 1,0-1-1,1 0 0,-1 0 1,0 0-1,1 1 1,-1-1-1,0 0 1,1 0-1,-1 0 0,1 0 1,-1 0-1,0 0 1,1 0-1,-1 0 1,1 0-1,-1 0 0,0 0 1,1 0-1,-1 0 1,1 0-1,-1 0 1,0 0-1,1 0 1,-1-1-1,0 1 0,1 0 1,-1 0-1,0 0 1,1-1-1,-1 1 1,0 0-1,1 0 0,-1-1 1,0 1-1,0 0 1,1-1-1,-1 1 1,0 0-1,0-1 1,0 1-1,1 0 0,-1-1 1,0 1-1,0 0 1,0-1-1,0 1 1,0-1-1,1-25 3230,-1 18-1574,-3 7-1150,-31-7 7489,54 2-7894,3 1-95,-1 1-1,43-3 1,6-1-56,60-1 153,22 3-207,-34 3 40,-78 1-50,49 4 0,-14 1 17,34-1-48,-61 1 59,-1-3 0,1-1 1,66-12-1,-73 7 91,-28 5-99,1-2-1,21-5 1,-21 4 37,0 1 0,0 0 0,18 0 0,27-5-108,-32 4 38,55-3 0,-11 3 47,-24-2-38,24-2 159,0-4 1,113-32-1,-163 38-107,1 1-1,42-5 0,-37 7 78,38-9 0,78-8 106,-131 17-190,-1 2 0,1 0-1,0 0 1,12 2 0,40-4 8,-21-1 26,46 0 1,-26 1-76,103-6-54,168 12 96,-77 15 14,-146-9-29,231 4 5,-74-22 124,-154 8-182,0 5 1,136 23-1,-35 2 114,-2 6 24,-178-28-93,0-3 1,1-1-1,0-2 0,-1-1 1,72-10-1,-43 0-6,56-5 73,65-5-16,-160 17-48,-18 2 25,1 1 0,-1-2 1,0 1-1,10-4 1,-11 2 10,0 2 0,0-1 1,0 1-1,0-1 1,12 1-1,-16 0-14,0 1 0,0-1 0,0 0-1,-1-1 1,1 1 0,0 0 0,-1-1 0,1 0 0,3-2 0,8-5 54,116-68 140,-97 57-135,-29 17-87,1-1 0,1 1 0,-1 0 0,11-4 0,32-17 146,-34 0-23,-14 22-123,6-4 1,1 0 1,-1 0-1,1 1 1,0-1-1,1 2 1,-1-1-1,1 1 1,0 0-1,0 1 1,0-1-1,1 2 1,-1-1-1,1 1 1,16-2-1,30-9-20,-33 3 38,-18 8-5,0 0 0,0 0 1,0 0-1,0 1 0,1-1 0,-1 1 0,0 0 0,8 0 0,-10-1 3,-1 0 0,0 0 0,0 0 0,1 0 0,-1 0 0,0 0-1,-1 0 1,1 0 0,0 0 0,0-5 0,-15-18 29,13 23 76,1-1-132,-1-1 19,5-23-10,-4 24 5,1-18 4,-1 8 8,-1 0 1,0-1 0,-1 1 0,0 0-1,-1 0 1,-5-14 0,3 10 10,1 1-1,1-1 1,-2-17 0,-5-60 85,6 64-43,0 0-1,2-44 1,4 23 81,-3 27-34,2 1 0,1 0 0,0-1 0,2 1 1,1 0-1,7-22 0,-9 36-47,-1-1 0,0 1 1,0-1-1,0-10 0,5-24 101,-5 41-129,-3-19-122,2-29 234,-1 48-144,-27-16 34,-40-22 10,62 37-67,0 1 1,0 0-1,-1 0 1,1 0-1,0 1 1,-1 0-1,0 0 1,0 0-1,1 1 1,-1 0-1,-12-1 1,5 0 88,10 2-41,-16-1 16,1-1 1,-25-6-1,-20-2 10,-141-10-168,174 17 129,0 3 0,0 0 0,-31 5 0,-188 15-71,183-17 55,0-4 0,-92-12 0,99 7 36,1 2-1,-71 5 0,-70 16 87,168-16-164,1-1 0,-49-6-1,-17 0 30,-51 1 108,-61 1-218,102 5 176,-40 4 6,29-1-105,27-2 21,39-2 44,39-1-15,0 0 0,0 2 0,0-1 0,-16 4 0,3 0-3,1-1 0,-35-1-1,-21 3-147,30-4 161,5 6 97,33-5-149,1-1 1,-1 1-1,1-2 1,-12 0-1,12 0 48,-1 1-1,1 0 0,0 0 1,-16 4-1,-4 1 82,-20 3-160,34-5 54,0-2 1,-20 2 0,-351-1 142,372-3-138,-113 5 111,-6 0-241,36-3 119,49-2 52,-1-2-1,-52-9 1,-63-3-63,25 4 177,38 1-188,-116-14 12,137 11 4,-108 0 1,132 10 48,32 1-4,-1 0 1,0 2 0,0 1 0,-49 10 0,63-10-44,10-2 31,-1-1 0,1 1 0,0 0 0,-1-1 0,1 1 1,-1 1-1,1-1 0,-1 1 0,1-1 0,-4 2 0,-79 9 116,6 5-311,26-3 194,17-9 106,24-2-115,0-1-1,0 2 1,-13 3 0,23-5-5,1 0 1,-1 0 0,0-1 0,0 1 0,0-1-1,0 0 1,0 0 0,0 0 0,0 0 0,-4-1-1,4 1 19,0 0 0,0-1-1,0 1 1,0 0 0,0 1-1,0-1 1,0 0 0,0 1-1,0 0 1,-4 1 0,-44 10 94,48-12-88,-20 4-6,-246 25-13,164-21-38,-71 17 182,173-25 28,-20 1-58,-34 7-151,54-8 30,-1 1 3,-29 4 100,29-5 204,20 31-295,-7-4 248,-1 2 0,-1-1 1,-2 1-1,4 59 0,-12 114 803,0-134-868,-7 148 339,8-192-488,0 0 0,2 0 0,1 0 0,1 0 0,1 0 0,7 27 0,-2-9-2,0-4 3,-3-26-29,-1 1 0,-1 0-1,0 0 1,1 15 0,1 4-25,-4-29 30,-1 0-1,0 29 19,0-28 56,0-1-105,6 27 8,-5-27 7,-1 15-32,4 21 55,11 43 0,-13-79-10,-1 0 0,1 0-1,0-1 1,0 1 0,0-1 0,0 1-1,0-1 1,0 0 0,1 0-1,-1 0 1,1 0 0,0 0-1,-1 0 1,1-1 0,0 1-1,6 1 1,3 0-4,-1 0 0,2-1-1,-1 0 1,0-1 0,0 0 0,0-1 0,14-1-1,86-17 0,-40 4 2,57-8 25,-53 8-39,0 3 0,83-1 0,-115 13 0,-1 3-1,53 12 1,18 1 29,-59-12-181,-1-2 0,1-3 0,96-12 0,-125 10-459,-52 3-14561,2 4 4729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52.10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96 904 4684,'28'-10'927,"-22"8"1582,-3-34 4067,-5 21-5413,1 14-1028,1 1-1,0-1 1,0 0 0,-1 1 0,1-1 0,0 0 0,0 0-1,0 1 1,0-1 0,0 0 0,0 1 0,0-1-1,0 0 1,0 0 0,0 1 0,0-1 0,1 0 0,-1 1-1,0-1 1,0 0 0,1 0 0,-1 1 0,0-1 0,1 1-1,-1-1 1,1 0 0,-1 1 0,1-1 0,-1 1 0,1-1-1,-1 1 1,1-1 0,0 1 0,-1 0 0,1-1-1,1 1 1,-2-1-124,0 1-1,0 0 0,1 0 0,-1 0 1,0-1-1,1 1 0,-1 0 0,0 0 1,1 0-1,-1 0 0,1 0 0,-1 0 1,0 0-1,1 0 0,-1 0 0,0 0 1,1 0-1,-1 0 0,0 0 0,1 0 1,-1 0-1,0 0 0,1 0 0,-1 1 1,0-1-1,1 0 0,-1 0 0,0 0 1,1 0-1,-1 1 0,0-1 0,1 0 1,-1 0-1,0 1 0,0-1 0,0 0 1,1 1-1,-1-1 0,0 0 0,0 1 1,1-1-1,3 25 274,-7 38 233,3-52-298,-13 76 540,7-61-483,2 0 0,-1 40 1,2 40 80,-4 0 0,-33 157 1,19-127-250,15-85-81,-2 0 0,-20 62-1,25-100 2,0 1 0,0-1 0,1 1-1,1 0 1,0 0 0,1 0 0,3 21-1,-3-32-10,1 0-1,0-1 0,0 1 0,0 0 0,0 0 1,0 0-1,0-1 0,1 1 0,0-1 1,-1 1-1,1-1 0,0 1 0,0-1 1,3 3-1,3 3-10,-6-6-20,18-5 1,-14 3-7,-3-1 18,1 1 0,-1-1 0,0 0 0,1 0 0,-1 0 0,0-1 0,0 1 0,0-1-1,0 0 1,4-3 0,-5 4 13,-1-1-9,0 0 1,0 0-1,0 0 1,0 0-1,1 1 0,-1-1 1,1 0-1,-1 1 0,1-1 1,0 1-1,-1-1 1,1 1-1,0 0 0,0-1 1,0 1-1,0 0 1,0 0-1,4 0 0,100-19 17,209-12 0,-225 26-101,314 2 14,-137 5 156,348-37 162,-364 10-290,-227 24 47,-1 0-1,29 2 1,-31 1-8,0-1 0,27-4 0,-29 2-15,1 2 1,-1 0-1,0 0 1,37 8-1,-34-5-3,0 0 0,1-1 0,33-2-1,253-39 334,-275 35-374,0-2 0,54-18 0,-61 16 90,1 0-1,1 2 1,-1 0-1,44-1 1,-48 6-87,0-2 0,37-8 0,-37 6 20,1 1 1,40-2 0,-12 7 79,-25 0-53,0-1 1,48-6-1,-61 5 19,0 0 1,0 1 0,0 1 0,21 2 0,25 2-38,-44-4 55,0 1 0,1 1-1,23 6 1,16 4 76,98 13-174,-8-5 75,-104-10-129,-18-4 136,1-1 0,38 4 0,59-4-31,-117-6 10,0 0 1,0 1 0,0 0-1,0 1 1,0-1 0,8 4-1,28 6 70,-27-8-47,-1 1 0,0 0 0,0 1 0,18 10 0,-29-14-12,0 0-1,1 1 1,-1-1 0,1-1-1,-1 1 1,1 0 0,-1-1-1,1 0 1,5 0-1,8 1 23,20 5-15,63 3 0,-43-16-109,-49 5 118,0 0 1,0 1-1,1 1 1,-1-1-1,16 2 1,65 5-43,154-8 0,28 0 149,-190 3-248,-45 0 158,-29-2-14,0 0 1,0 0-1,0-1 1,0 0 0,0 0-1,8-5 1,7-1-3,57-19-197,-63 20 184,0 1 0,28-6 0,4 0-1,-35 8-5,-1 1 0,1 0 0,1 1 0,16-1 1,-13 2-26,-14 1 20,-1 0 1,0 0-1,1 0 0,-1-1 0,0 1 0,0-1 0,1 1 0,-1-1 0,4-2 0,14-5 44,47-10 51,-63 17-81,-1 0-18,137-25-221,-107 17 272,82-15 205,-75 21-270,-37 3 15,0-1-24,25-7-71,-25 8 147,0-1-42,7-2 8,-2 1 34,1-1 1,-1 1-1,0-2 1,14-7-1,-20 10-29,9-29-26,-3 2 86,-7 25-66,-1 0-27,-6-27-14,6 27-73,-1 0 96,0-13 21,1 1 0,0-1-1,1 0 1,1 0 0,0 0-1,1 1 1,5-17 0,4-24-75,25-92 45,-34 106 105,-2 38-107,-4-16-42,3 9 56,0 0 0,0 0 0,5-22 0,0-1 82,-3 5-73,-1 15-29,0 0 0,0 1-1,2-1 1,0 1 0,8-25-1,-4 20 30,-2 0-1,0 0 1,0 0 0,-2 0-1,-1 0 1,0-1-1,-1 0 1,-1 1-1,0-1 1,-2 1-1,-4-23 1,3 6-8,2 25 8,1 0-1,-2 0 1,1 0 0,-1 0-1,-4-11 1,3 12-12,1-1 0,0 0 1,0 0-1,1 0 0,0 0 0,1 0 0,1-12 0,-3-34 32,2 21-14,1 32-8,-1 0 0,0 0 0,1-1 0,-1 1 0,-1 0 0,1 0 0,-1-6 0,-6-34 36,6 37-13,1 0 0,-1 0-1,0 0 1,0 1 0,-4-12-1,2 9-35,1 0 0,0-1 0,1 1 0,0-1 0,1 1 0,-1-1 0,2-9 0,0 7 12,2-54 7,-2 49 3,0-1 1,-1 1-1,0-1 0,-6-32 1,1 24-40,1 5-19,-1 0 0,-9-26 1,13 43 2,-5 10-3449,-8 13 485,10-1-3564,4 1-3047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7:53.70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1 302 3504,'0'0'2527,"2"-2"-1942,26-8 5459,-38-62-4772,10 68-1227,16-33 179,-12 30-171,-1 1 1,0-1 0,0 0-1,-1 0 1,1 0 0,0-9 0,2-14-226,15-57 1,-18 84-660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0.59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896 126 10709,'-1'-5'182,"1"-3"272,-1 0 1,-1 0 0,1 0 0,-1 1-1,-4-9 1,4 13-134,1 0 0,-1 0 0,0 0 0,-1 0 0,1 0-1,0 1 1,-1-1 0,0 1 0,0 0 0,1-1 0,-1 1 0,0 0 0,-1 1-1,-3-3 1,-4-1 386,0 1 0,0 0 0,0 0 0,-1 2 0,1-1 0,-1 1 0,0 1 0,1 0 0,-24 1 0,17 2-34,0 1-1,0 0 1,1 1-1,-1 1 1,-31 14-1,14-2-141,1 2-1,1 1 0,1 2 0,1 1 0,-40 38 0,25-17-512,3 1 0,-53 71-1,74-85-17,1 1-1,1 1 0,2 0 0,2 2 1,-16 43-1,28-65 1,1 1 0,0-1 0,1 1 0,0 0 0,1 0 0,0-1 0,1 1 0,1 0 0,0 0 0,1 0 0,0-1 0,5 14 0,-5-20 0,1 0 0,0 0 0,0 0 0,0-1 0,1 0 0,0 1 0,0-1 0,0-1 0,1 1 0,0-1 0,0 0 0,0 0 0,1 0 0,-1 0 0,1-1 0,1 0 0,-1-1 0,0 1 0,1-1 0,0 0 0,-1-1 0,1 0 0,0 0 0,10 2 0,-1-3-24,1 0-1,-1-1 1,0 0-1,0-1 1,0-1-1,0-1 1,0 0-1,-1-1 1,1-1-1,-1 0 1,27-14-1,-12 4-119,-1-2-1,-1-1 0,-1-2 1,44-39-1,147-158 187,-69 66 933,-90 86-975,-58 63 0,1 0 0,0 0 0,0 0 0,0 0 0,0 0 0,0 0 0,0 0 0,0 0 0,0 1 0,1 0 0,-1-1 0,1 1 0,-1 0 0,1 0 0,0 0 0,-1 0 0,1 1 0,0-1 0,-1 1 0,1 0 0,0-1 0,0 1 0,-1 0 0,1 1 0,0-1 0,0 0 0,-1 1 0,1 0 0,0 0 0,-1-1 0,1 2 0,0-1 0,-1 0 0,0 0 0,1 1 0,-1-1 0,0 1 0,0 0 0,1 0 0,1 2 0,5 5 0,0 1 0,0 0 0,-1 1 0,0-1 0,-1 2 0,11 22 0,58 166 175,-56-136-1344,42 86-1,-39-101-2289,-8-16-558,2 1-3541,5 1-5027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0.92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1 136 16590,'12'11'1897,"-10"-9"-555,-8-7 213,5 3-1331,-1-1 2116,6 6-467,17 14 700,28 24-499,5 6-1614,-4 3 0,-1 2-1,-2 2 1,48 74 0,-78-100-460,-1 1 1,-2 0-1,0 1 0,-2 0 0,10 40 1,-5 0-11,10 92 0,-23-139-40,-3-17 43,0 0 0,0 0 0,0 0 0,-1 0 0,0 0 0,0-1 1,-2 10-1,-1 3-25,2-14-14,-1-6 20,-1-1 25,0 1 1,1-1-1,-1 0 0,1 0 1,0 0-1,-1 0 1,2-1-1,-1 1 1,0 0-1,1-1 1,-1 1-1,1-1 1,0 0-1,0 1 1,0-7-1,-2-10-10,2-36 1,1 48 18,-1-53-78,3 0 0,3 1 0,15-72 0,-12 99-452,2 0 1,1 0-1,2 2 1,1-1-1,1 1 1,2 1-1,1 1 1,29-36 0,86-95-5181,-119 143 4485,1 0 0,0 2 0,23-18 0,-19 17-519,14-11-3111,0 8-2561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1.217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1 501 9745,'11'-31'2131,"-11"31"-2059,0 0-1,0 0 1,0-1 0,1 1 0,-1 0 0,0 0 0,0-1 0,0 1 0,1 0-1,-1 0 1,0 0 0,0 0 0,1-1 0,-1 1 0,0 0 0,0 0-1,1 0 1,-1 0 0,0 0 0,0 0 0,1 0 0,-1 0 0,0 0-1,1 0 1,-1 0 0,0 0 0,1 0 0,-1 0 0,0 0 0,0 0-1,1 0 1,-1 0 0,0 0 0,1 0 0,-1 0 0,0 0 0,0 0-1,1 1 1,-1-1 0,0 0 0,8 5 651,19 11 1835,-8-5-1536,0 1 0,0 1 0,-1 0-1,0 2 1,-1 0 0,24 28 0,37 45 354,-64-72-1221,-2 0-1,0 0 1,-1 1-1,-1 0 1,-1 1-1,10 23 1,-15-30-98,4 7 6,-1 2 0,-1-1 0,-1 1 0,0-1 0,-2 2 1,0-1-1,-1 26 0,-2-33-34,0 0 1,-1 0 0,-1-1 0,0 1-1,-1-1 1,0 1 0,-1-1 0,0 0 0,-1 0-1,0-1 1,-1 1 0,-10 15 0,15-27-29,1 0 1,0 0 0,0 1-1,0-1 1,0 0 0,0 0-1,0 0 1,0 0 0,-1 1-1,1-1 1,0 0 0,0 0 0,0 0-1,0 0 1,0 0 0,-1 0-1,1 0 1,0 0 0,0 1-1,0-1 1,-1 0 0,1 0-1,0 0 1,0 0 0,0 0-1,0 0 1,-1 0 0,1 0-1,0 0 1,0 0 0,0 0 0,-1 0-1,1 0 1,0-1 0,0 1-1,0 0 1,-1 0 0,1 0-1,0 0 1,-3 0 11,0-1 0,1 1 0,-1-1 0,0 1 0,1-1 0,-1 0 0,0 0 0,1 0 0,-1 0 0,1-1 0,0 1 0,-1-1 0,1 0 0,0 1 0,0-1 0,0 0 0,0 0 0,0 0 0,0 0 0,1-1 0,-1 1 0,1 0 0,0-1 0,-1 1 0,1-1 0,0 1 0,0-1 0,0-4 0,-6-25 37,1 0 1,2 0-1,1 0 1,1 0 0,2-1-1,6-49 1,3 20 3,3 0 1,27-88 0,-24 104-235,3 1 1,1 1-1,1 1 1,3 1-1,2 1 1,38-49-1,-43 65-651,1 1-1,1 1 1,2 1 0,0 0-1,1 2 1,1 1-1,1 2 1,0 0-1,2 1 1,38-14-1,-53 25-1224,1 0 0,21-3 1,23 2-8016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1.38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3 350 16017,'-3'-36'6137,"3"18"-3413,3-4 1377,1-2-2673,-1-3-292,-3 3-444,0 3-920,10-3-772,4-18-916,-11 6-1045,0 11-779,4-2-2869,3 3-6188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2.65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165 1801 11601,'-7'0'332,"4"0"-60,1 1-1,-1-1 0,0 0 0,0 0 0,0 0 0,0 0 0,1-1 1,-1 1-1,0-1 0,0 0 0,1 1 0,-1-1 0,0 0 0,1-1 1,-1 1-1,1 0 0,-1-1 0,1 0 0,0 1 0,0-1 0,-1 0 0,1 0 1,1 0-1,-1 0 0,0-1 0,0 1 0,1 0 0,-2-4 0,-10-16 1884,3 5-1090,0 0-1,1-1 1,1 0-1,0 0 1,1-1-1,1 0 1,1 0 0,-4-33-1,8 25-740,1 0-1,1 1 0,8-43 0,24-79-445,-26 118 186,13-51-64,67-326 0,-82 371 0,16-138 0,-21 168 0,1 1 0,-1 0 0,1 0 0,0 0 0,4-10 0,-6 15 0,1-1 0,0 1 0,0-1 0,0 1 0,0-1 0,0 1 0,1 0 0,-1-1 0,0 1 0,0-1 0,0 1 0,0 0 0,0-1 0,0 1 0,1 0 0,-1-1 0,0 1 0,0-1 0,1 1 0,-1 0 0,0 0 0,0-1 0,1 1 0,-1 0 0,0-1 0,1 1 0,-1 0 0,0 0 0,1 0 0,-1-1 0,1 1 0,-1 0 0,0 0 0,1 0 0,-1 0 0,1 0 0,-1 0 0,0 0 0,1 0 0,-1 0 0,1 0 0,-1 0 0,0 0 0,1 0 0,-1 0 0,1 0 0,-1 0 0,1 1 0,10 13 0,-10-12 0,42 60 0,174 237 0,-58-84 0,-123-160 0,-3 1 0,32 72 0,-52-98 0,-1 1 0,-2 1 0,-1-1 0,-1 2 0,6 64 0,-13-72 0,-1-1 0,-1 0 0,-2 0 0,0 0 0,-1 0 0,-1-1 0,-1 1 0,-2-1 0,-12 27 0,3-14 0,-2-1 0,-1-1 0,-2-1 0,-1-1 0,-39 42 0,50-65 0,7-11 0,3-13 0,2 13 0,0-6-72,1 0 0,0 0 0,0 0 0,1 0 1,0 0-1,0 1 0,1-1 0,0 1 0,0 0 0,7-11 0,9-13-682,24-29 0,-7 10-30,50-87-1203,-5-4 1,101-248-1,-62 32 2141,-44-9 3537,-68 325-2480,-4 32-489,-2 25-148,-10 202 1235,2-122-1662,4 0 1,15 138 0,-4-128-761,-8-66 155,3 0 0,9 43 0,-10-72 250,0 0-1,0 0 1,1-1 0,0 0-1,1 1 1,0-1 0,1-1 0,0 1-1,0-1 1,1 0 0,0-1-1,10 9 1,-16-16 163,1 1 0,0-1 0,0 0 0,0 0 0,0 0 0,0 0 0,0-1 0,0 1 0,0-1 0,1 1 0,-1-1 0,0 0 0,0 1 0,0-1 0,1 0 0,-1-1 0,0 1 0,3-1 0,37-11-381,-37 10 356,48-19-461,67-38 0,-78 36 465,1 2 1,0 1-1,2 3 1,53-13-1,40 1 191,-61 16 37,112-4 1,-115 13-93,-57 3-65,6 0 59,1-2 0,37-8 1,-55 10-56,0-1 0,0 0 0,0 0 0,0-1 0,-1 1 0,1-1 0,-1-1 0,0 1 0,0-1 1,0 0-1,0 0 0,0 0 0,-1-1 0,0 1 0,4-7 0,-7 8-11,1 0 1,-1 0-1,1 0 1,-1 0-1,0-1 1,0 1-1,0-1 1,-1 1-1,1-1 1,-1 1-1,0-1 1,0 1-1,-1-5 0,-9-42 22,8 44-45,1 5 18,1 1 1,-1-1 0,1 1-1,-1-1 1,0 0-1,1 1 1,-1 0 0,0-1-1,0 1 1,1-1 0,-1 1-1,0 0 1,0 0 0,0-1-1,1 1 1,-1 0-1,0 0 1,0 0 0,0 0-1,0 0 1,1 0 0,-1 0-1,0 0 1,-1 0 0,1 0-8,-4 1 3,1-1-1,0 0 1,-1 1-1,1 0 1,0 0-1,-1 0 1,1 0-1,0 1 1,0 0 0,0 0-1,0 0 1,1 0-1,-1 0 1,0 1-1,1 0 1,0 0-1,-1 0 1,1 0-1,0 0 1,-4 6 0,-5 9-326,0 0 1,-18 38 0,19-34-276,7-14 403,-2 1-87,1 0 0,0 1 0,1 0 0,0 0-1,1 0 1,0 0 0,0 0 0,-1 16 0,5-24 243,0 0 1,0 1-1,1-2 1,-1 1-1,0 0 1,1 0-1,0 0 1,-1-1-1,1 1 0,3 2 1,1-5 44,0-1 0,0 0 0,-1 0 1,1 0-1,-1 0 0,0-1 0,9-5 0,-7 4 13,41-27 100,-1-2 1,73-67-1,-69 56-45,-3 2-12,-3-2 0,-2-1-1,-2-3 1,-1-1 0,-3-2 0,-3-1 0,-1-2 0,-3-1 0,-3-2-1,-1 0 1,-4-2 0,17-66 0,-28 82 865,-1-1 1,-2 0-1,-2 0 0,0-79 0,-6 122-781,0 0 0,0 0 0,0 0-1,0 0 1,0 0 0,0 0-1,0 0 1,0 0 0,-1-1 0,1 1-1,0 0 1,-1 0 0,1 0 0,-1 0-1,1 1 1,-1-1 0,0-1 0,0 2-90,1 0 0,-1 0 0,1 0 0,0 0 1,-1 0-1,1 0 0,-1 0 0,1 0 0,0 0 0,-1 0 1,1 0-1,-1 1 0,1-1 0,0 0 0,-1 0 1,1 0-1,0 1 0,-1-1 0,1 0 0,0 0 1,-1 1-1,1-1 0,0 0 0,0 1 0,-1-1 1,1 0-1,0 1 0,0-1 0,-17 34 1140,12 4-732,0 0-1,3 0 0,1 0 0,5 42 1,-2-43-455,6 94 206,46 227 0,14-71-1374,-15-97-2638,-50-179 3100,-1-2-190,0 0 0,1-1 0,0 0 1,0 1-1,1-1 0,0-1 1,7 11-1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2.834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56 201 11421,'5'-73'2271,"4"21"2254,-9 49-4319,0 0 0,1 0 1,-1 0-1,1 0 0,0 0 0,0 0 0,0 0 1,0 0-1,0 0 0,1 1 0,0-1 0,-1 0 0,1 1 1,0-1-1,0 1 0,0 0 0,1-1 0,-1 1 1,0 0-1,1 0 0,-1 1 0,1-1 0,0 0 1,0 1-1,0 0 0,-1 0 0,1 0 0,0 0 1,0 0-1,5 0 0,2-2 20,1 1-1,-1 1 1,0 0 0,0 1 0,1 0-1,-1 0 1,0 1 0,1 0-1,10 3 1,-18-3-197,0 0 0,1 0-1,-1 1 1,0-1 0,0 1-1,1 0 1,-1-1 0,0 1-1,-1 1 1,1-1 0,0 0 0,-1 1-1,1-1 1,-1 1 0,0 0-1,0 0 1,0 0 0,0 0-1,0 0 1,-1 0 0,1 0 0,-1 1-1,0-1 1,0 0 0,0 1-1,0-1 1,-1 1 0,1-1-1,-1 1 1,0 4 0,-1 1-5,0-1 1,0 0-1,0 1 1,-1-1-1,0 0 1,-1 1 0,0-1-1,0 0 1,-1-1-1,0 1 1,0-1-1,-1 0 1,-9 12-1,-7 5 13,-1-2 0,-37 30 0,-10 10-471,-21 33-4025,112-91-1731,-17-5 5635,0 1 0,0-1 0,0 0 0,0 0 0,0-1 0,0 1 0,0-1 1,0 0-1,-1 0 0,1-1 0,-1 0 0,7-5 0,34-18-6374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3.0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19 279 10273,'12'-12'718,"-8"9"-405,-1 0-1,0 0 1,0-1 0,-1 1-1,1-1 1,-1 0 0,1 1 0,1-6-1,-3 6 1192,13-11 977,0 2-1821,0-1-1,-2 1 1,1-2-1,-2 0 1,0 0-1,0-1 1,-2-1-1,13-25 1,-21 39-582,-1 1 1,1-1 0,-1 0-1,0 1 1,1-1 0,-1 0-1,0 0 1,0 1-1,0-1 1,0 0 0,0 0-1,0 1 1,-1-1 0,1 0-1,-1 1 1,1-1 0,-1 0-1,1 1 1,-1-1 0,0 1-1,0-1 1,0 1 0,0-1-1,0 1 1,0 0 0,0-1-1,-1 1 1,1 0 0,0 0-1,-1 0 1,1 0 0,0 0-1,-1 0 1,0 0 0,1 1-1,-1-1 1,-1 0 0,-1-1 116,0 1 1,0 0 0,0-1-1,0 2 1,0-1 0,-1 0-1,1 1 1,0 0-1,0 0 1,0 0 0,0 0-1,0 1 1,-1 0 0,1 0-1,-5 2 1,2 0-59,1 1-1,0 0 1,0 1 0,0-1 0,1 1 0,0 0 0,0 0-1,0 1 1,0 0 0,1 0 0,0 0 0,0 0 0,0 1-1,1-1 1,0 1 0,1 0 0,-1 0 0,1 0 0,1 0-1,-1 0 1,0 11 0,1-6-144,0-1 1,0 1-1,2-1 0,-1 1 0,1 0 0,1-1 1,0 1-1,1-1 0,0 0 0,0 0 1,1 0-1,11 20 0,-7-19-26,1 0 1,0-1-1,0 0 1,1-1-1,0 0 1,1-1-1,0 0 1,1 0-1,0-1 1,0-1-1,1 0 0,0 0 1,0-2-1,16 6 1,9 0-1522,0-2 1,0-2-1,1-1 0,55 0 1,43-1-7945,-37-7-2531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3.83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379 73 10793,'-9'-14'808,"5"7"-64,-1 1 1,1 0 0,-1 0-1,0 0 1,0 1 0,0 0 0,-9-7-1,12 11-466,0 0 0,0 0-1,-1 1 1,1-1 0,0 1-1,0-1 1,-1 1 0,1 0-1,0-1 1,-1 1 0,1 0-1,0 1 1,-1-1 0,1 0 0,0 1-1,-1-1 1,1 1 0,0 0-1,0 0 1,0 0 0,0 0-1,0 0 1,0 0 0,-3 2-1,-1 1 5,1 0 1,-1 1-1,1 0 0,-1 0 0,1 0 0,1 0 0,-6 8 0,-9 18 714,1 1 0,2 0 0,-14 39 0,-30 108 885,60-179-1879,-21 77 34,4 0 0,3 1-1,-6 101 1,18-133-24,2 1 0,2-1 0,2 0 0,2 0 1,18 69-1,-16-88-94,0 0-1,2-1 1,1 0 0,1 0 0,1-2 0,2 1 0,0-2 0,1 0 0,1-1-1,28 27 1,-20-26-827,1-2 0,0-1 0,53 30 0,-63-42-78,1 0 0,0-2 1,0 1-1,0-2 0,21 4 0,195 32-15886,-200-35 14351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4.0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774 9 12693,'-1'-1'391,"0"0"-1,-1 0 1,1 0-1,-1 0 1,1 1-1,-1-1 1,1 0-1,-1 1 1,1 0-1,-1-1 1,0 1-1,1 0 1,-1 0-1,0 0 1,-1 0-1,2 0-278,0 0 1,0 0-1,0 0 1,1 0-1,-1 0 0,0 1 1,0-1-1,1 0 1,-1 1-1,0-1 0,1 0 1,-1 1-1,0-1 1,1 1-1,-1-1 0,0 1 1,1-1-1,-1 1 1,1-1-1,-1 1 0,1 0 1,-1-1-1,1 1 1,0 0-1,-1-1 0,1 1 1,0 0-1,-1 0 1,1-1-1,0 1 0,0 0 1,0 0-1,0-1 1,0 1-1,0 1 0,1 4 189,1-1-1,0 0 1,0 0-1,0 0 1,1 0-1,-1 0 0,1 0 1,7 8-1,4 7 390,71 121 2140,-12-13-1079,93 230-1,-148-305-1740,-2 0 0,-2 2 0,-3-1 0,-2 2 0,2 69 0,-10-89-11,-2 0 1,-2-1-1,-1 1 1,-2-1-1,-1 0 1,-2 0-1,-1-1 1,-2 0-1,-21 43 1,5-26-612,-2-3-1,-2 0 1,-3-2-1,-1-2 1,-2-1-1,-2-1 1,-1-3-1,-77 56 1,10-21-4359,-4-4 1,-199 92-1,151-89-4388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5.20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193 258 5092,'-105'56'8265,"101"-54"-7753,1 0 0,-1 1 0,1-1 0,-1 1 0,1-1 0,-4 5 0,-14 10 825,12-13-353,-19 14 1549,28-18-2502,0 0 1,0 1-1,0-1 1,-1 0-1,1 0 0,0 1 1,0-1-1,0 0 1,0 1-1,0-1 0,0 0 1,0 0-1,-1 1 1,1-1-1,0 0 0,0 1 1,0-1-1,0 0 1,0 0-1,0 1 0,1-1 1,-1 0-1,0 1 1,0-1-1,0 0 0,0 0 1,0 1-1,0-1 1,0 0-1,1 0 0,-1 1 1,0-1-1,0 0 1,19 9 1075,0-5-801,0-1 1,0-1 0,1-1-1,37-2 1,-4 0 50,414-25 606,-359 18-856,968-97-106,-1042 101-18,848-108-1325,-670 83 812,-104 14-193,120-31-1,-198 34-143,-29 11 830,-1 1 0,0 0 0,1 0 0,-1 0 0,1-1 1,-1 1-1,0 0 0,1 0 0,-1-1 0,0 1 0,0 0 1,1-1-1,-1 1 0,0 0 0,0-1 0,1 1 0,-1-1 1,0 1-1,0 0 0,0-1 0,0 1 0,0-1 0,1 1 1,-1-1-1,0 0 0,-1 1-61,1-1 1,-1 0-1,1 0 1,-1 1-1,0-1 1,1 0-1,-1 1 0,0-1 1,0 1-1,1-1 1,-1 1-1,0-1 1,0 1-1,0 0 1,0-1-1,1 1 1,-1 0-1,-2 0 1,-17-7-1349,-1 2 1,0 1 0,-1 0 0,1 2 0,-1 0-1,-28 2 1,-20 8-5371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5.54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458 896 10301,'-38'8'830,"-283"74"8504,280-72-7986,36-10-1123,0 1-1,0 0 1,0 1-1,0-1 1,0 1 0,1 0-1,-1 0 1,0 0-1,-6 5 1,11-7-207,-1 1 1,1-1 0,0 0-1,0 0 1,0 0-1,0 0 1,0 0 0,0 0-1,-1 0 1,1 1-1,0-1 1,0 0 0,0 0-1,0 0 1,0 0-1,0 1 1,0-1 0,0 0-1,0 0 1,0 0-1,0 0 1,0 1 0,0-1-1,0 0 1,0 0-1,0 0 1,0 0 0,0 1-1,0-1 1,0 0-1,0 0 1,0 0 0,0 0-1,0 1 1,0-1-1,0 0 1,0 0 0,0 0-1,0 0 1,1 0-1,-1 1 1,0-1 0,0 0-1,0 0 1,0 0-1,0 0 1,0 0 0,1 0-1,-1 0 1,0 0-1,0 1 1,0-1 0,0 0-1,1 0 1,-1 0-1,0 0 1,0 0 0,0 0-1,0 0 1,1 0-1,-1 0 1,0 0 0,0 0-1,23 4 545,33-2-46,89-9 147,162-28 1,-232 24-566,1438-211 133,-12-71-2030,-814 97 531,-653 185 967,0-2 0,-1-1 0,-1-2 0,0 0 0,50-37 0,-78 51 157,-1-1-1,1 0 1,-1 0 0,0 0-1,0-1 1,0 1 0,-1-1-1,1 0 1,-1 1 0,4-9-1,-6 10 38,1 0 0,-1 1 0,0-1 0,0 0 0,0 0 0,0 0 0,0 0 0,0 1-1,0-1 1,0 0 0,-1 0 0,1 0 0,-1 1 0,0-1 0,1 0 0,-1 1 0,0-1-1,0 1 1,0-1 0,0 0 0,0 1 0,0 0 0,0-1 0,-1 1 0,1 0 0,0 0 0,-4-2-1,-3-3-651,-1 1-1,-1 0 1,1 0-1,-1 1 0,0 0 1,0 1-1,0 0 1,0 1-1,-19-2 0,-55-7-7247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6.14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 25 9745,'-7'-2'-1043,"-8"-5"7045,25 5-1810,7 0-5016,38-3-4937,5-1-3566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6.5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154 60 12053,'-23'-6'4093,"0"-1"0,-32-14 0,11 2 2545,36 12-6329,14 9-345,14 7-344,-17-8 77,27 7-1920,-27-7 1174,20 5-3435,-13-3-1686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7.4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217 444 13321,'-142'58'6713,"123"-51"-4569,12-5-1478,0 0 1,1 1-1,-1 0 0,1 0 0,-9 6 1,14-9-599,1 0 0,-1 1 1,1-1-1,-1 1 0,1-1 1,-1 1-1,1-1 0,-1 1 0,1-1 1,0 1-1,-1-1 0,1 1 1,0-1-1,0 1 0,0 0 1,-1-1-1,1 1 0,0 0 1,0-1-1,0 1 0,0 0 1,0-1-1,0 1 0,0 0 0,0 0 1,1 0 45,0 1 0,-1-1 0,1 1 0,0-1 1,0 0-1,0 1 0,1-1 0,-1 0 0,0 0 0,0 0 0,1 0 1,-1 0-1,0 0 0,3 1 0,7 4 158,0-1 0,0-1-1,1 0 1,-1 0 0,1-1 0,0-1-1,0 0 1,21 1 0,108-6 339,-101 1-584,307-30-8,-307 26-19,487-74 0,412-107-510,-552 108-1944,7-5-2044,-134 18-1681,-140 35-65,-11 3-3654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7.688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62 0 12957,'-34'15'1983,"33"-14"-1637,-1 0 0,0 0 0,0 0 0,1 0-1,-1 0 1,1 0 0,-1 0 0,1 0 0,-1 1 0,1-1 0,0 1 0,0-1-1,0 1 1,0-1 0,0 1 0,0 0 0,-1 2 0,1-2-128,1 1 0,-1-1 1,1 1-1,0-1 0,0 0 0,0 1 1,0-1-1,0 1 0,0-1 0,1 1 1,0 3-1,3 4 133,0-1 0,0 0 0,1 0 0,11 16 0,-13-21 14,135 184 3010,-81-116-2546,-4 3 0,74 136-1,-93-136-743,-4 2 0,-4 1 0,-3 2 0,-3 0 0,-4 1 0,-3 1 0,-4 0 0,-3 0 0,-4 1 0,-15 140 0,8-177-242,-22 219-2230,17-89-2506,10-161 2935,0 1 0,4 24 0,18 54-14448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8.26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21 398 9121,'-8'-31'1602,"5"24"-1046,1 0-1,0 0 1,0 0 0,1 0 0,0 0 0,0-1 0,1 1 0,0 0 0,0-1 0,2-9 0,2 5-234,0-1 0,1 1 0,1 0 0,0 0 0,0 0 0,1 1 0,1 0 0,0 0 0,0 1 0,1 0 0,1 1 0,-1-1 0,2 2 0,-1 0 0,1 0 0,22-12 0,-4 5-93,0 2 0,1 1 0,0 1 0,1 1 0,62-10 0,-71 16-178,1 2 0,-1 1 1,0 0-1,1 2 0,-1 0 1,1 2-1,-1 0 0,0 2 1,-1 0-1,1 2 0,21 9 1,-30-11-39,0 2 1,0-1 0,-1 2 0,-1-1-1,1 2 1,-1-1 0,0 2-1,-1-1 1,0 2 0,-1-1 0,0 1-1,-1 0 1,0 1 0,0 0-1,-2 1 1,1-1 0,-1 1 0,6 24-1,-7-15 12,-1 1 0,-1 0 0,-1 0 0,-1 1 0,-2-1 1,0 0-1,-1 0 0,-1 0 0,-2 0 0,-10 34 0,-2-3 146,-3-2 0,-2-1 0,-37 62 0,-34 38 664,-117 141-1,57-85-14,130-174-539,-25 48 0,46-79-265,1 0 1,0 0-1,0 1 1,0-1 0,0 0-1,0 1 1,1-1-1,-1 1 1,1-1 0,0 1-1,-1-1 1,1 1-1,0 0 1,0-1 0,1 1-1,-1-1 1,1 1-1,-1-1 1,1 1 0,0-1-1,-1 0 1,2 1-1,-1-1 1,0 0-1,0 1 1,1-1 0,-1 0-1,1 0 1,-1 0-1,4 3 1,0-2 0,-1 0-1,1 0 1,-1 0-1,1-1 1,0 0-1,0 0 1,0 0-1,1 0 1,-1-1 0,0 0-1,0 0 1,1-1-1,6 1 1,46-2-107,0-2 0,84-16-1,112-39-1302,-125 19-1447,185-82 1,-33-19-7326,-167 76 1338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8.682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18 0 12789,'-17'11'2805,"30"-8"1028,-8-2-3235,0 0 0,1 0 0,-1 0 0,0 0 0,0 1 0,8 3 0,386 226 5998,-5-2-6110,8-15-5741,-306-161 1128,-35-13-3769,-26-16-2537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8.86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1099 0 16458,'-13'1'715,"0"1"0,-1 0 1,1 1-1,1 0 1,-1 1-1,0 0 1,1 1-1,0 1 1,0 0-1,0 0 1,-17 14-1,-6 8 1033,2 2 0,1 1 0,-41 51 0,-73 117-1005,58-75-754,-121 155-554,65-95-4833,104-134-527,-45 74 1,39-39-6047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9.28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235 139 12813,'0'-105'5038,"0"102"-2759,-1 0-338,-3-9-739,-2-3 955,6 15-2111,-1 0 1,1 0 0,-1 0-1,1 0 1,-1 0 0,1 0-1,-1 1 1,1-1 0,-1 0-1,1 0 1,-1 1 0,1-1-1,-1 0 1,1 0 0,-1 1-1,1-1 1,-1 1 0,1-1-1,0 0 1,-1 1 0,1-1-1,0 1 1,-1-1 0,1 1-1,0-1 1,0 1 0,-1-1-1,1 1 1,0-1 0,0 1-1,0-1 1,0 1 0,0 0-1,-6 15 332,0-1 0,1 1-1,1 1 1,1-1 0,-3 27-1,-5 29 344,-56 178 619,-22 108-501,83-315-800,1 1 0,2 0 0,2 0 0,2 0 0,2 0 0,2-1 0,2 1 0,2-1 0,1-1 0,3 1 0,1-2 0,2 0 0,2-1 0,43 72 0,12-9-210,127 141 0,-72-96-118,-107-123 220,-2 0 0,0 1 0,-2 1 0,-1 1 0,19 44 0,-31-64 57,-2 1 0,1 0-1,-1 0 1,0 0-1,-1 0 1,0 0 0,-1 1-1,0-1 1,0 0 0,-2 11-1,0-13 9,0 0-1,0 0 1,-1 0-1,0 0 1,0-1-1,0 1 0,-1-1 1,0 0-1,0 0 1,0-1-1,-1 1 1,0-1-1,0 0 1,-10 8-1,-2-1-21,-1 0 0,0-2-1,-1 0 1,0-1 0,-1 0-1,1-2 1,-29 7 0,-149 22-2061,191-35 1953,-17 2-612,0 0-1,-35-2 1,7-9-2702,44 6 1783,0-1 1,1 0 0,-1 0-1,1 0 1,-8-5-1,1-1-8764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9.47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27 420 14609,'-17'-12'2605,"11"-7"-13,2 4 1448,24-3-2532,14-15-340,3 15-251,13 0-237,14-9-200,9 3-432,21 0-460,13-7-665,10-2-203,14 0-776,20 0-648,0-9-3549,3 3-5628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9.810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1 333 15237,'17'15'2785,"-14"-12"-247,5-19 2484,-1-1-3065,2 5-1280,1 2-1,-1-1 1,2 1 0,0 1-1,0 0 1,18-10-1,80-43-185,-87 51-490,157-70-1456,9 20-4297,-99 41 860,-28 18-1252,7 9-5396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09.963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58 636 13917,'-57'-15'2396,"64"-6"-159,6-12-509,7 0-228,10-1-280,10-11-260,11-3-476,19-3-856,14-10-544,9-11-1152,11 3-1464,20-7-1677,7-2-4152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10.205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41 34 17398,'-8'-12'614,"-11"-10"2029,12 24-475,1 15 804,6-14-771,1 22 1545,6 26-3375,2 0 1,20 63 0,44 100-462,3-22-236,29 85 781,-64-134-3468,-14 4-4381,-20-78 86,0-2-4889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10.521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192 103 13785,'-16'-9'7714,"15"9"-7561,-1 0-1,0-1 1,1 1 0,-1 0 0,0 0-1,1 1 1,-1-1 0,0 0 0,1 0 0,-1 1-1,1-1 1,-1 1 0,0-1 0,1 1 0,-1 0-1,1 0 1,0 0 0,-1 0 0,1 0-1,0 0 1,-1 0 0,1 0 0,0 0 0,-1 2-1,-1 4 163,1 0 0,-1 0-1,2 1 1,-1-1 0,1 0 0,0 1-1,1-1 1,0 1 0,1 8-1,-2 1 144,10 286 3267,7-156-3666,36 154 1,-40-245-49,3 0-1,3-1 1,1-1 0,3-1-1,51 89 1,-57-119-29,0 0 0,1-1 0,1-1 0,1 0 1,41 33-1,-44-42-51,0 0 1,1-2-1,0 0 1,1-1-1,0-1 1,1 0-1,-1-2 1,1 0-1,24 4 1,-32-8 19,0 0 0,0-1-1,0 0 1,0 0 0,0-1 0,1-1 0,-1 0-1,0 0 1,0-1 0,0-1 0,0 0 0,0 0 0,-1-1-1,0-1 1,1 1 0,-1-2 0,-1 1 0,1-1-1,-1-1 1,0 0 0,-1 0 0,0-1 0,0 0 0,0 0-1,11-17 1,-5 3 18,-2-1 0,0 0 0,-2-1 1,0 0-1,-2 0 0,0-1 0,-2 0 0,-1-1 0,-1 1 0,1-38 0,-4 8 15,-2-1 1,-3 1-1,-20-102 0,7 79 172,-4 1 1,-3 0 0,-50-107 0,51 137-71,-2 2 0,-1 0 1,-3 2-1,-1 1 0,-2 1 1,-54-52-1,72 80-246,-1 0 0,0 2 0,-1-1 0,0 2 0,-1 0 0,0 1 0,-1 1 0,1 0 0,-2 2-1,1 0 1,-1 1 0,-26-4 0,30 7-352,-1 1-1,1 1 0,0 0 1,-1 1-1,1 1 0,0 0 1,0 1-1,0 1 0,0 0 1,0 1-1,1 1 0,0 0 1,0 1-1,1 0 0,-1 1 1,-12 10-1,1 3-2839,-25 26 1,-26 32-7754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11.459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461 1046 7817,'-14'10'991,"0"-1"1,0 0 0,-1-1 0,0-1-1,0 0 1,-1-1 0,0-1-1,-23 5 1,-16 0 1901,-66 4 1,36-6 387,46-7-1254,37-3-1092,7-3-105,63-23 632,-63 26-1516,315-86 1419,-152 47-1114,10-10-131,94-40-267,251-95-653,31-13-825,-56 32-612,112-39-1800,-554 184 3092,69-22-1413,-102 38-129,36-5 0,-79 25-10152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2T08:08:11.696"/>
    </inkml:context>
    <inkml:brush xml:id="br0">
      <inkml:brushProperty name="width" value="0.05" units="cm"/>
      <inkml:brushProperty name="height" value="0.05" units="cm"/>
      <inkml:brushProperty name="color" value="#E5F420"/>
    </inkml:brush>
  </inkml:definitions>
  <inkml:trace contextRef="#ctx0" brushRef="#br0">142 1285 13629,'-101'-23'2652,"74"16"992,23 3-3099,2-1 182,1 4-617,0 0-1,1 0 0,-1 0 1,0 0-1,1 0 0,-1 0 1,1 0-1,-1 0 1,1 0-1,0-1 0,-1 1 1,1 0-1,0 0 0,0 0 1,0-1-1,0 1 0,0 0 1,0 0-1,0-1 0,0 1 1,1 0-1,-1 0 1,0-1-1,1 1 0,-1 0 1,1 0-1,-1 0 0,1 0 1,0 0-1,-1 0 0,1 0 1,0 0-1,1-2 1,33-35 1186,-13 19-732,1 1 0,0 1 0,45-24 0,88-34 416,-96 48-691,477-192 868,-344 146-1116,277-104-646,-145 71-463,233-55-1559,-259 82 702,104-14-2329,-135 44-4252,-163 36-460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36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264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03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915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88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024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5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8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88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740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70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85019E-385F-46A2-81CA-A1D285D2C8EE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A38C9CB-8587-464B-BFF6-53E5F51758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1222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customXml" Target="../ink/ink36.xml"/><Relationship Id="rId26" Type="http://schemas.openxmlformats.org/officeDocument/2006/relationships/customXml" Target="../ink/ink40.xml"/><Relationship Id="rId39" Type="http://schemas.openxmlformats.org/officeDocument/2006/relationships/image" Target="../media/image46.png"/><Relationship Id="rId21" Type="http://schemas.openxmlformats.org/officeDocument/2006/relationships/image" Target="../media/image37.png"/><Relationship Id="rId34" Type="http://schemas.openxmlformats.org/officeDocument/2006/relationships/customXml" Target="../ink/ink44.xml"/><Relationship Id="rId42" Type="http://schemas.openxmlformats.org/officeDocument/2006/relationships/customXml" Target="../ink/ink48.xml"/><Relationship Id="rId47" Type="http://schemas.openxmlformats.org/officeDocument/2006/relationships/image" Target="../media/image50.png"/><Relationship Id="rId50" Type="http://schemas.openxmlformats.org/officeDocument/2006/relationships/customXml" Target="../ink/ink52.xml"/><Relationship Id="rId55" Type="http://schemas.openxmlformats.org/officeDocument/2006/relationships/image" Target="../media/image54.png"/><Relationship Id="rId7" Type="http://schemas.openxmlformats.org/officeDocument/2006/relationships/image" Target="../media/image30.png"/><Relationship Id="rId2" Type="http://schemas.openxmlformats.org/officeDocument/2006/relationships/customXml" Target="../ink/ink28.xml"/><Relationship Id="rId16" Type="http://schemas.openxmlformats.org/officeDocument/2006/relationships/customXml" Target="../ink/ink35.xml"/><Relationship Id="rId29" Type="http://schemas.openxmlformats.org/officeDocument/2006/relationships/image" Target="../media/image41.png"/><Relationship Id="rId11" Type="http://schemas.openxmlformats.org/officeDocument/2006/relationships/image" Target="../media/image32.png"/><Relationship Id="rId24" Type="http://schemas.openxmlformats.org/officeDocument/2006/relationships/customXml" Target="../ink/ink39.xml"/><Relationship Id="rId32" Type="http://schemas.openxmlformats.org/officeDocument/2006/relationships/customXml" Target="../ink/ink43.xml"/><Relationship Id="rId37" Type="http://schemas.openxmlformats.org/officeDocument/2006/relationships/image" Target="../media/image45.png"/><Relationship Id="rId40" Type="http://schemas.openxmlformats.org/officeDocument/2006/relationships/customXml" Target="../ink/ink47.xml"/><Relationship Id="rId45" Type="http://schemas.openxmlformats.org/officeDocument/2006/relationships/image" Target="../media/image49.png"/><Relationship Id="rId53" Type="http://schemas.openxmlformats.org/officeDocument/2006/relationships/image" Target="../media/image53.png"/><Relationship Id="rId5" Type="http://schemas.openxmlformats.org/officeDocument/2006/relationships/image" Target="../media/image29.png"/><Relationship Id="rId10" Type="http://schemas.openxmlformats.org/officeDocument/2006/relationships/customXml" Target="../ink/ink32.xml"/><Relationship Id="rId19" Type="http://schemas.openxmlformats.org/officeDocument/2006/relationships/image" Target="../media/image36.png"/><Relationship Id="rId31" Type="http://schemas.openxmlformats.org/officeDocument/2006/relationships/image" Target="../media/image42.png"/><Relationship Id="rId44" Type="http://schemas.openxmlformats.org/officeDocument/2006/relationships/customXml" Target="../ink/ink49.xml"/><Relationship Id="rId52" Type="http://schemas.openxmlformats.org/officeDocument/2006/relationships/customXml" Target="../ink/ink53.xml"/><Relationship Id="rId4" Type="http://schemas.openxmlformats.org/officeDocument/2006/relationships/customXml" Target="../ink/ink29.xml"/><Relationship Id="rId9" Type="http://schemas.openxmlformats.org/officeDocument/2006/relationships/image" Target="../media/image31.png"/><Relationship Id="rId14" Type="http://schemas.openxmlformats.org/officeDocument/2006/relationships/customXml" Target="../ink/ink34.xml"/><Relationship Id="rId22" Type="http://schemas.openxmlformats.org/officeDocument/2006/relationships/customXml" Target="../ink/ink38.xml"/><Relationship Id="rId27" Type="http://schemas.openxmlformats.org/officeDocument/2006/relationships/image" Target="../media/image40.png"/><Relationship Id="rId30" Type="http://schemas.openxmlformats.org/officeDocument/2006/relationships/customXml" Target="../ink/ink42.xml"/><Relationship Id="rId35" Type="http://schemas.openxmlformats.org/officeDocument/2006/relationships/image" Target="../media/image44.png"/><Relationship Id="rId43" Type="http://schemas.openxmlformats.org/officeDocument/2006/relationships/image" Target="../media/image48.png"/><Relationship Id="rId48" Type="http://schemas.openxmlformats.org/officeDocument/2006/relationships/customXml" Target="../ink/ink51.xml"/><Relationship Id="rId8" Type="http://schemas.openxmlformats.org/officeDocument/2006/relationships/customXml" Target="../ink/ink31.xml"/><Relationship Id="rId51" Type="http://schemas.openxmlformats.org/officeDocument/2006/relationships/image" Target="../media/image52.png"/><Relationship Id="rId3" Type="http://schemas.openxmlformats.org/officeDocument/2006/relationships/image" Target="../media/image28.png"/><Relationship Id="rId12" Type="http://schemas.openxmlformats.org/officeDocument/2006/relationships/customXml" Target="../ink/ink33.xml"/><Relationship Id="rId17" Type="http://schemas.openxmlformats.org/officeDocument/2006/relationships/image" Target="../media/image35.png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openxmlformats.org/officeDocument/2006/relationships/customXml" Target="../ink/ink46.xml"/><Relationship Id="rId46" Type="http://schemas.openxmlformats.org/officeDocument/2006/relationships/customXml" Target="../ink/ink50.xml"/><Relationship Id="rId20" Type="http://schemas.openxmlformats.org/officeDocument/2006/relationships/customXml" Target="../ink/ink37.xml"/><Relationship Id="rId41" Type="http://schemas.openxmlformats.org/officeDocument/2006/relationships/image" Target="../media/image47.png"/><Relationship Id="rId54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.xml"/><Relationship Id="rId15" Type="http://schemas.openxmlformats.org/officeDocument/2006/relationships/image" Target="../media/image34.png"/><Relationship Id="rId23" Type="http://schemas.openxmlformats.org/officeDocument/2006/relationships/image" Target="../media/image38.png"/><Relationship Id="rId28" Type="http://schemas.openxmlformats.org/officeDocument/2006/relationships/customXml" Target="../ink/ink41.xml"/><Relationship Id="rId36" Type="http://schemas.openxmlformats.org/officeDocument/2006/relationships/customXml" Target="../ink/ink45.xml"/><Relationship Id="rId49" Type="http://schemas.openxmlformats.org/officeDocument/2006/relationships/image" Target="../media/image51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2.png"/><Relationship Id="rId21" Type="http://schemas.openxmlformats.org/officeDocument/2006/relationships/image" Target="../media/image64.png"/><Relationship Id="rId42" Type="http://schemas.openxmlformats.org/officeDocument/2006/relationships/customXml" Target="../ink/ink75.xml"/><Relationship Id="rId63" Type="http://schemas.openxmlformats.org/officeDocument/2006/relationships/image" Target="../media/image85.png"/><Relationship Id="rId84" Type="http://schemas.openxmlformats.org/officeDocument/2006/relationships/customXml" Target="../ink/ink96.xml"/><Relationship Id="rId138" Type="http://schemas.openxmlformats.org/officeDocument/2006/relationships/customXml" Target="../ink/ink123.xml"/><Relationship Id="rId107" Type="http://schemas.openxmlformats.org/officeDocument/2006/relationships/image" Target="../media/image107.png"/><Relationship Id="rId11" Type="http://schemas.openxmlformats.org/officeDocument/2006/relationships/image" Target="../media/image59.png"/><Relationship Id="rId32" Type="http://schemas.openxmlformats.org/officeDocument/2006/relationships/customXml" Target="../ink/ink70.xml"/><Relationship Id="rId53" Type="http://schemas.openxmlformats.org/officeDocument/2006/relationships/image" Target="../media/image80.png"/><Relationship Id="rId74" Type="http://schemas.openxmlformats.org/officeDocument/2006/relationships/customXml" Target="../ink/ink91.xml"/><Relationship Id="rId128" Type="http://schemas.openxmlformats.org/officeDocument/2006/relationships/customXml" Target="../ink/ink118.xml"/><Relationship Id="rId149" Type="http://schemas.openxmlformats.org/officeDocument/2006/relationships/image" Target="../media/image128.png"/><Relationship Id="rId5" Type="http://schemas.openxmlformats.org/officeDocument/2006/relationships/image" Target="../media/image56.png"/><Relationship Id="rId95" Type="http://schemas.openxmlformats.org/officeDocument/2006/relationships/image" Target="../media/image101.png"/><Relationship Id="rId22" Type="http://schemas.openxmlformats.org/officeDocument/2006/relationships/customXml" Target="../ink/ink65.xml"/><Relationship Id="rId43" Type="http://schemas.openxmlformats.org/officeDocument/2006/relationships/image" Target="../media/image75.png"/><Relationship Id="rId64" Type="http://schemas.openxmlformats.org/officeDocument/2006/relationships/customXml" Target="../ink/ink86.xml"/><Relationship Id="rId118" Type="http://schemas.openxmlformats.org/officeDocument/2006/relationships/customXml" Target="../ink/ink113.xml"/><Relationship Id="rId139" Type="http://schemas.openxmlformats.org/officeDocument/2006/relationships/image" Target="../media/image123.png"/><Relationship Id="rId80" Type="http://schemas.openxmlformats.org/officeDocument/2006/relationships/customXml" Target="../ink/ink94.xml"/><Relationship Id="rId85" Type="http://schemas.openxmlformats.org/officeDocument/2006/relationships/image" Target="../media/image96.png"/><Relationship Id="rId150" Type="http://schemas.openxmlformats.org/officeDocument/2006/relationships/customXml" Target="../ink/ink129.xml"/><Relationship Id="rId155" Type="http://schemas.openxmlformats.org/officeDocument/2006/relationships/image" Target="../media/image131.png"/><Relationship Id="rId12" Type="http://schemas.openxmlformats.org/officeDocument/2006/relationships/customXml" Target="../ink/ink60.xml"/><Relationship Id="rId17" Type="http://schemas.openxmlformats.org/officeDocument/2006/relationships/image" Target="../media/image62.png"/><Relationship Id="rId33" Type="http://schemas.openxmlformats.org/officeDocument/2006/relationships/image" Target="../media/image70.png"/><Relationship Id="rId38" Type="http://schemas.openxmlformats.org/officeDocument/2006/relationships/customXml" Target="../ink/ink73.xml"/><Relationship Id="rId59" Type="http://schemas.openxmlformats.org/officeDocument/2006/relationships/image" Target="../media/image83.png"/><Relationship Id="rId103" Type="http://schemas.openxmlformats.org/officeDocument/2006/relationships/image" Target="../media/image105.png"/><Relationship Id="rId108" Type="http://schemas.openxmlformats.org/officeDocument/2006/relationships/customXml" Target="../ink/ink108.xml"/><Relationship Id="rId124" Type="http://schemas.openxmlformats.org/officeDocument/2006/relationships/customXml" Target="../ink/ink116.xml"/><Relationship Id="rId129" Type="http://schemas.openxmlformats.org/officeDocument/2006/relationships/image" Target="../media/image118.png"/><Relationship Id="rId54" Type="http://schemas.openxmlformats.org/officeDocument/2006/relationships/customXml" Target="../ink/ink81.xml"/><Relationship Id="rId70" Type="http://schemas.openxmlformats.org/officeDocument/2006/relationships/customXml" Target="../ink/ink89.xml"/><Relationship Id="rId75" Type="http://schemas.openxmlformats.org/officeDocument/2006/relationships/image" Target="../media/image91.png"/><Relationship Id="rId91" Type="http://schemas.openxmlformats.org/officeDocument/2006/relationships/image" Target="../media/image99.png"/><Relationship Id="rId96" Type="http://schemas.openxmlformats.org/officeDocument/2006/relationships/customXml" Target="../ink/ink102.xml"/><Relationship Id="rId140" Type="http://schemas.openxmlformats.org/officeDocument/2006/relationships/customXml" Target="../ink/ink124.xml"/><Relationship Id="rId145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Relationship Id="rId23" Type="http://schemas.openxmlformats.org/officeDocument/2006/relationships/image" Target="../media/image65.png"/><Relationship Id="rId28" Type="http://schemas.openxmlformats.org/officeDocument/2006/relationships/customXml" Target="../ink/ink68.xml"/><Relationship Id="rId49" Type="http://schemas.openxmlformats.org/officeDocument/2006/relationships/image" Target="../media/image78.png"/><Relationship Id="rId114" Type="http://schemas.openxmlformats.org/officeDocument/2006/relationships/customXml" Target="../ink/ink111.xml"/><Relationship Id="rId119" Type="http://schemas.openxmlformats.org/officeDocument/2006/relationships/image" Target="../media/image113.png"/><Relationship Id="rId44" Type="http://schemas.openxmlformats.org/officeDocument/2006/relationships/customXml" Target="../ink/ink76.xml"/><Relationship Id="rId60" Type="http://schemas.openxmlformats.org/officeDocument/2006/relationships/customXml" Target="../ink/ink84.xml"/><Relationship Id="rId65" Type="http://schemas.openxmlformats.org/officeDocument/2006/relationships/image" Target="../media/image86.png"/><Relationship Id="rId81" Type="http://schemas.openxmlformats.org/officeDocument/2006/relationships/image" Target="../media/image94.png"/><Relationship Id="rId86" Type="http://schemas.openxmlformats.org/officeDocument/2006/relationships/customXml" Target="../ink/ink97.xml"/><Relationship Id="rId130" Type="http://schemas.openxmlformats.org/officeDocument/2006/relationships/customXml" Target="../ink/ink119.xml"/><Relationship Id="rId135" Type="http://schemas.openxmlformats.org/officeDocument/2006/relationships/image" Target="../media/image121.png"/><Relationship Id="rId151" Type="http://schemas.openxmlformats.org/officeDocument/2006/relationships/image" Target="../media/image129.png"/><Relationship Id="rId156" Type="http://schemas.openxmlformats.org/officeDocument/2006/relationships/customXml" Target="../ink/ink132.xml"/><Relationship Id="rId13" Type="http://schemas.openxmlformats.org/officeDocument/2006/relationships/image" Target="../media/image60.png"/><Relationship Id="rId18" Type="http://schemas.openxmlformats.org/officeDocument/2006/relationships/customXml" Target="../ink/ink63.xml"/><Relationship Id="rId39" Type="http://schemas.openxmlformats.org/officeDocument/2006/relationships/image" Target="../media/image73.png"/><Relationship Id="rId109" Type="http://schemas.openxmlformats.org/officeDocument/2006/relationships/image" Target="../media/image108.png"/><Relationship Id="rId34" Type="http://schemas.openxmlformats.org/officeDocument/2006/relationships/customXml" Target="../ink/ink71.xml"/><Relationship Id="rId50" Type="http://schemas.openxmlformats.org/officeDocument/2006/relationships/customXml" Target="../ink/ink79.xml"/><Relationship Id="rId55" Type="http://schemas.openxmlformats.org/officeDocument/2006/relationships/image" Target="../media/image81.png"/><Relationship Id="rId76" Type="http://schemas.openxmlformats.org/officeDocument/2006/relationships/customXml" Target="../ink/ink92.xml"/><Relationship Id="rId97" Type="http://schemas.openxmlformats.org/officeDocument/2006/relationships/image" Target="../media/image102.png"/><Relationship Id="rId104" Type="http://schemas.openxmlformats.org/officeDocument/2006/relationships/customXml" Target="../ink/ink106.xml"/><Relationship Id="rId120" Type="http://schemas.openxmlformats.org/officeDocument/2006/relationships/customXml" Target="../ink/ink114.xml"/><Relationship Id="rId125" Type="http://schemas.openxmlformats.org/officeDocument/2006/relationships/image" Target="../media/image116.png"/><Relationship Id="rId141" Type="http://schemas.openxmlformats.org/officeDocument/2006/relationships/image" Target="../media/image124.png"/><Relationship Id="rId146" Type="http://schemas.openxmlformats.org/officeDocument/2006/relationships/customXml" Target="../ink/ink127.xml"/><Relationship Id="rId7" Type="http://schemas.openxmlformats.org/officeDocument/2006/relationships/image" Target="../media/image57.png"/><Relationship Id="rId71" Type="http://schemas.openxmlformats.org/officeDocument/2006/relationships/image" Target="../media/image89.png"/><Relationship Id="rId92" Type="http://schemas.openxmlformats.org/officeDocument/2006/relationships/customXml" Target="../ink/ink100.xml"/><Relationship Id="rId2" Type="http://schemas.openxmlformats.org/officeDocument/2006/relationships/customXml" Target="../ink/ink55.xml"/><Relationship Id="rId29" Type="http://schemas.openxmlformats.org/officeDocument/2006/relationships/image" Target="../media/image68.png"/><Relationship Id="rId24" Type="http://schemas.openxmlformats.org/officeDocument/2006/relationships/customXml" Target="../ink/ink66.xml"/><Relationship Id="rId40" Type="http://schemas.openxmlformats.org/officeDocument/2006/relationships/customXml" Target="../ink/ink74.xml"/><Relationship Id="rId45" Type="http://schemas.openxmlformats.org/officeDocument/2006/relationships/image" Target="../media/image76.png"/><Relationship Id="rId66" Type="http://schemas.openxmlformats.org/officeDocument/2006/relationships/customXml" Target="../ink/ink87.xml"/><Relationship Id="rId87" Type="http://schemas.openxmlformats.org/officeDocument/2006/relationships/image" Target="../media/image97.png"/><Relationship Id="rId110" Type="http://schemas.openxmlformats.org/officeDocument/2006/relationships/customXml" Target="../ink/ink109.xml"/><Relationship Id="rId115" Type="http://schemas.openxmlformats.org/officeDocument/2006/relationships/image" Target="../media/image111.png"/><Relationship Id="rId131" Type="http://schemas.openxmlformats.org/officeDocument/2006/relationships/image" Target="../media/image119.png"/><Relationship Id="rId136" Type="http://schemas.openxmlformats.org/officeDocument/2006/relationships/customXml" Target="../ink/ink122.xml"/><Relationship Id="rId157" Type="http://schemas.openxmlformats.org/officeDocument/2006/relationships/image" Target="../media/image132.png"/><Relationship Id="rId61" Type="http://schemas.openxmlformats.org/officeDocument/2006/relationships/image" Target="../media/image84.png"/><Relationship Id="rId82" Type="http://schemas.openxmlformats.org/officeDocument/2006/relationships/customXml" Target="../ink/ink95.xml"/><Relationship Id="rId152" Type="http://schemas.openxmlformats.org/officeDocument/2006/relationships/customXml" Target="../ink/ink130.xml"/><Relationship Id="rId19" Type="http://schemas.openxmlformats.org/officeDocument/2006/relationships/image" Target="../media/image63.png"/><Relationship Id="rId14" Type="http://schemas.openxmlformats.org/officeDocument/2006/relationships/customXml" Target="../ink/ink61.xml"/><Relationship Id="rId30" Type="http://schemas.openxmlformats.org/officeDocument/2006/relationships/customXml" Target="../ink/ink69.xml"/><Relationship Id="rId35" Type="http://schemas.openxmlformats.org/officeDocument/2006/relationships/image" Target="../media/image71.png"/><Relationship Id="rId56" Type="http://schemas.openxmlformats.org/officeDocument/2006/relationships/customXml" Target="../ink/ink82.xml"/><Relationship Id="rId77" Type="http://schemas.openxmlformats.org/officeDocument/2006/relationships/image" Target="../media/image92.png"/><Relationship Id="rId100" Type="http://schemas.openxmlformats.org/officeDocument/2006/relationships/customXml" Target="../ink/ink104.xml"/><Relationship Id="rId105" Type="http://schemas.openxmlformats.org/officeDocument/2006/relationships/image" Target="../media/image106.png"/><Relationship Id="rId126" Type="http://schemas.openxmlformats.org/officeDocument/2006/relationships/customXml" Target="../ink/ink117.xml"/><Relationship Id="rId147" Type="http://schemas.openxmlformats.org/officeDocument/2006/relationships/image" Target="../media/image127.png"/><Relationship Id="rId8" Type="http://schemas.openxmlformats.org/officeDocument/2006/relationships/customXml" Target="../ink/ink58.xml"/><Relationship Id="rId51" Type="http://schemas.openxmlformats.org/officeDocument/2006/relationships/image" Target="../media/image79.png"/><Relationship Id="rId72" Type="http://schemas.openxmlformats.org/officeDocument/2006/relationships/customXml" Target="../ink/ink90.xml"/><Relationship Id="rId93" Type="http://schemas.openxmlformats.org/officeDocument/2006/relationships/image" Target="../media/image100.png"/><Relationship Id="rId98" Type="http://schemas.openxmlformats.org/officeDocument/2006/relationships/customXml" Target="../ink/ink103.xml"/><Relationship Id="rId121" Type="http://schemas.openxmlformats.org/officeDocument/2006/relationships/image" Target="../media/image114.png"/><Relationship Id="rId142" Type="http://schemas.openxmlformats.org/officeDocument/2006/relationships/customXml" Target="../ink/ink125.xml"/><Relationship Id="rId3" Type="http://schemas.openxmlformats.org/officeDocument/2006/relationships/image" Target="../media/image55.png"/><Relationship Id="rId25" Type="http://schemas.openxmlformats.org/officeDocument/2006/relationships/image" Target="../media/image66.png"/><Relationship Id="rId46" Type="http://schemas.openxmlformats.org/officeDocument/2006/relationships/customXml" Target="../ink/ink77.xml"/><Relationship Id="rId67" Type="http://schemas.openxmlformats.org/officeDocument/2006/relationships/image" Target="../media/image87.png"/><Relationship Id="rId116" Type="http://schemas.openxmlformats.org/officeDocument/2006/relationships/customXml" Target="../ink/ink112.xml"/><Relationship Id="rId137" Type="http://schemas.openxmlformats.org/officeDocument/2006/relationships/image" Target="../media/image122.png"/><Relationship Id="rId20" Type="http://schemas.openxmlformats.org/officeDocument/2006/relationships/customXml" Target="../ink/ink64.xml"/><Relationship Id="rId41" Type="http://schemas.openxmlformats.org/officeDocument/2006/relationships/image" Target="../media/image74.png"/><Relationship Id="rId62" Type="http://schemas.openxmlformats.org/officeDocument/2006/relationships/customXml" Target="../ink/ink85.xml"/><Relationship Id="rId83" Type="http://schemas.openxmlformats.org/officeDocument/2006/relationships/image" Target="../media/image95.png"/><Relationship Id="rId88" Type="http://schemas.openxmlformats.org/officeDocument/2006/relationships/customXml" Target="../ink/ink98.xml"/><Relationship Id="rId111" Type="http://schemas.openxmlformats.org/officeDocument/2006/relationships/image" Target="../media/image109.png"/><Relationship Id="rId132" Type="http://schemas.openxmlformats.org/officeDocument/2006/relationships/customXml" Target="../ink/ink120.xml"/><Relationship Id="rId153" Type="http://schemas.openxmlformats.org/officeDocument/2006/relationships/image" Target="../media/image130.png"/><Relationship Id="rId15" Type="http://schemas.openxmlformats.org/officeDocument/2006/relationships/image" Target="../media/image61.png"/><Relationship Id="rId36" Type="http://schemas.openxmlformats.org/officeDocument/2006/relationships/customXml" Target="../ink/ink72.xml"/><Relationship Id="rId57" Type="http://schemas.openxmlformats.org/officeDocument/2006/relationships/image" Target="../media/image82.png"/><Relationship Id="rId106" Type="http://schemas.openxmlformats.org/officeDocument/2006/relationships/customXml" Target="../ink/ink107.xml"/><Relationship Id="rId127" Type="http://schemas.openxmlformats.org/officeDocument/2006/relationships/image" Target="../media/image117.png"/><Relationship Id="rId10" Type="http://schemas.openxmlformats.org/officeDocument/2006/relationships/customXml" Target="../ink/ink59.xml"/><Relationship Id="rId31" Type="http://schemas.openxmlformats.org/officeDocument/2006/relationships/image" Target="../media/image69.png"/><Relationship Id="rId52" Type="http://schemas.openxmlformats.org/officeDocument/2006/relationships/customXml" Target="../ink/ink80.xml"/><Relationship Id="rId73" Type="http://schemas.openxmlformats.org/officeDocument/2006/relationships/image" Target="../media/image90.png"/><Relationship Id="rId78" Type="http://schemas.openxmlformats.org/officeDocument/2006/relationships/customXml" Target="../ink/ink93.xml"/><Relationship Id="rId94" Type="http://schemas.openxmlformats.org/officeDocument/2006/relationships/customXml" Target="../ink/ink101.xml"/><Relationship Id="rId99" Type="http://schemas.openxmlformats.org/officeDocument/2006/relationships/image" Target="../media/image103.png"/><Relationship Id="rId101" Type="http://schemas.openxmlformats.org/officeDocument/2006/relationships/image" Target="../media/image104.png"/><Relationship Id="rId122" Type="http://schemas.openxmlformats.org/officeDocument/2006/relationships/customXml" Target="../ink/ink115.xml"/><Relationship Id="rId143" Type="http://schemas.openxmlformats.org/officeDocument/2006/relationships/image" Target="../media/image125.png"/><Relationship Id="rId148" Type="http://schemas.openxmlformats.org/officeDocument/2006/relationships/customXml" Target="../ink/ink128.xml"/><Relationship Id="rId4" Type="http://schemas.openxmlformats.org/officeDocument/2006/relationships/customXml" Target="../ink/ink56.xml"/><Relationship Id="rId9" Type="http://schemas.openxmlformats.org/officeDocument/2006/relationships/image" Target="../media/image58.png"/><Relationship Id="rId26" Type="http://schemas.openxmlformats.org/officeDocument/2006/relationships/customXml" Target="../ink/ink67.xml"/><Relationship Id="rId47" Type="http://schemas.openxmlformats.org/officeDocument/2006/relationships/image" Target="../media/image77.png"/><Relationship Id="rId68" Type="http://schemas.openxmlformats.org/officeDocument/2006/relationships/customXml" Target="../ink/ink88.xml"/><Relationship Id="rId89" Type="http://schemas.openxmlformats.org/officeDocument/2006/relationships/image" Target="../media/image98.png"/><Relationship Id="rId112" Type="http://schemas.openxmlformats.org/officeDocument/2006/relationships/customXml" Target="../ink/ink110.xml"/><Relationship Id="rId133" Type="http://schemas.openxmlformats.org/officeDocument/2006/relationships/image" Target="../media/image120.png"/><Relationship Id="rId154" Type="http://schemas.openxmlformats.org/officeDocument/2006/relationships/customXml" Target="../ink/ink131.xml"/><Relationship Id="rId16" Type="http://schemas.openxmlformats.org/officeDocument/2006/relationships/customXml" Target="../ink/ink62.xml"/><Relationship Id="rId37" Type="http://schemas.openxmlformats.org/officeDocument/2006/relationships/image" Target="../media/image72.png"/><Relationship Id="rId58" Type="http://schemas.openxmlformats.org/officeDocument/2006/relationships/customXml" Target="../ink/ink83.xml"/><Relationship Id="rId79" Type="http://schemas.openxmlformats.org/officeDocument/2006/relationships/image" Target="../media/image93.png"/><Relationship Id="rId102" Type="http://schemas.openxmlformats.org/officeDocument/2006/relationships/customXml" Target="../ink/ink105.xml"/><Relationship Id="rId123" Type="http://schemas.openxmlformats.org/officeDocument/2006/relationships/image" Target="../media/image115.png"/><Relationship Id="rId144" Type="http://schemas.openxmlformats.org/officeDocument/2006/relationships/customXml" Target="../ink/ink126.xml"/><Relationship Id="rId90" Type="http://schemas.openxmlformats.org/officeDocument/2006/relationships/customXml" Target="../ink/ink99.xml"/><Relationship Id="rId27" Type="http://schemas.openxmlformats.org/officeDocument/2006/relationships/image" Target="../media/image67.png"/><Relationship Id="rId48" Type="http://schemas.openxmlformats.org/officeDocument/2006/relationships/customXml" Target="../ink/ink78.xml"/><Relationship Id="rId69" Type="http://schemas.openxmlformats.org/officeDocument/2006/relationships/image" Target="../media/image88.png"/><Relationship Id="rId113" Type="http://schemas.openxmlformats.org/officeDocument/2006/relationships/image" Target="../media/image110.png"/><Relationship Id="rId134" Type="http://schemas.openxmlformats.org/officeDocument/2006/relationships/customXml" Target="../ink/ink12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0.png"/><Relationship Id="rId21" Type="http://schemas.openxmlformats.org/officeDocument/2006/relationships/image" Target="../media/image142.png"/><Relationship Id="rId42" Type="http://schemas.openxmlformats.org/officeDocument/2006/relationships/customXml" Target="../ink/ink153.xml"/><Relationship Id="rId63" Type="http://schemas.openxmlformats.org/officeDocument/2006/relationships/image" Target="../media/image163.png"/><Relationship Id="rId84" Type="http://schemas.openxmlformats.org/officeDocument/2006/relationships/customXml" Target="../ink/ink174.xml"/><Relationship Id="rId138" Type="http://schemas.openxmlformats.org/officeDocument/2006/relationships/customXml" Target="../ink/ink201.xml"/><Relationship Id="rId159" Type="http://schemas.openxmlformats.org/officeDocument/2006/relationships/image" Target="../media/image211.png"/><Relationship Id="rId170" Type="http://schemas.openxmlformats.org/officeDocument/2006/relationships/customXml" Target="../ink/ink217.xml"/><Relationship Id="rId191" Type="http://schemas.openxmlformats.org/officeDocument/2006/relationships/image" Target="../media/image227.png"/><Relationship Id="rId205" Type="http://schemas.openxmlformats.org/officeDocument/2006/relationships/image" Target="../media/image234.png"/><Relationship Id="rId107" Type="http://schemas.openxmlformats.org/officeDocument/2006/relationships/image" Target="../media/image185.png"/><Relationship Id="rId11" Type="http://schemas.openxmlformats.org/officeDocument/2006/relationships/image" Target="../media/image137.png"/><Relationship Id="rId32" Type="http://schemas.openxmlformats.org/officeDocument/2006/relationships/customXml" Target="../ink/ink148.xml"/><Relationship Id="rId53" Type="http://schemas.openxmlformats.org/officeDocument/2006/relationships/image" Target="../media/image158.png"/><Relationship Id="rId74" Type="http://schemas.openxmlformats.org/officeDocument/2006/relationships/customXml" Target="../ink/ink169.xml"/><Relationship Id="rId128" Type="http://schemas.openxmlformats.org/officeDocument/2006/relationships/customXml" Target="../ink/ink196.xml"/><Relationship Id="rId149" Type="http://schemas.openxmlformats.org/officeDocument/2006/relationships/image" Target="../media/image206.png"/><Relationship Id="rId5" Type="http://schemas.openxmlformats.org/officeDocument/2006/relationships/image" Target="../media/image134.png"/><Relationship Id="rId95" Type="http://schemas.openxmlformats.org/officeDocument/2006/relationships/image" Target="../media/image179.png"/><Relationship Id="rId160" Type="http://schemas.openxmlformats.org/officeDocument/2006/relationships/customXml" Target="../ink/ink212.xml"/><Relationship Id="rId181" Type="http://schemas.openxmlformats.org/officeDocument/2006/relationships/image" Target="../media/image222.png"/><Relationship Id="rId216" Type="http://schemas.openxmlformats.org/officeDocument/2006/relationships/customXml" Target="../ink/ink240.xml"/><Relationship Id="rId22" Type="http://schemas.openxmlformats.org/officeDocument/2006/relationships/customXml" Target="../ink/ink143.xml"/><Relationship Id="rId43" Type="http://schemas.openxmlformats.org/officeDocument/2006/relationships/image" Target="../media/image153.png"/><Relationship Id="rId64" Type="http://schemas.openxmlformats.org/officeDocument/2006/relationships/customXml" Target="../ink/ink164.xml"/><Relationship Id="rId118" Type="http://schemas.openxmlformats.org/officeDocument/2006/relationships/customXml" Target="../ink/ink191.xml"/><Relationship Id="rId139" Type="http://schemas.openxmlformats.org/officeDocument/2006/relationships/image" Target="../media/image201.png"/><Relationship Id="rId85" Type="http://schemas.openxmlformats.org/officeDocument/2006/relationships/image" Target="../media/image174.png"/><Relationship Id="rId150" Type="http://schemas.openxmlformats.org/officeDocument/2006/relationships/customXml" Target="../ink/ink207.xml"/><Relationship Id="rId171" Type="http://schemas.openxmlformats.org/officeDocument/2006/relationships/image" Target="../media/image217.png"/><Relationship Id="rId192" Type="http://schemas.openxmlformats.org/officeDocument/2006/relationships/customXml" Target="../ink/ink228.xml"/><Relationship Id="rId206" Type="http://schemas.openxmlformats.org/officeDocument/2006/relationships/customXml" Target="../ink/ink235.xml"/><Relationship Id="rId12" Type="http://schemas.openxmlformats.org/officeDocument/2006/relationships/customXml" Target="../ink/ink138.xml"/><Relationship Id="rId33" Type="http://schemas.openxmlformats.org/officeDocument/2006/relationships/image" Target="../media/image148.png"/><Relationship Id="rId108" Type="http://schemas.openxmlformats.org/officeDocument/2006/relationships/customXml" Target="../ink/ink186.xml"/><Relationship Id="rId129" Type="http://schemas.openxmlformats.org/officeDocument/2006/relationships/image" Target="../media/image196.png"/><Relationship Id="rId54" Type="http://schemas.openxmlformats.org/officeDocument/2006/relationships/customXml" Target="../ink/ink159.xml"/><Relationship Id="rId75" Type="http://schemas.openxmlformats.org/officeDocument/2006/relationships/image" Target="../media/image169.png"/><Relationship Id="rId96" Type="http://schemas.openxmlformats.org/officeDocument/2006/relationships/customXml" Target="../ink/ink180.xml"/><Relationship Id="rId140" Type="http://schemas.openxmlformats.org/officeDocument/2006/relationships/customXml" Target="../ink/ink202.xml"/><Relationship Id="rId161" Type="http://schemas.openxmlformats.org/officeDocument/2006/relationships/image" Target="../media/image212.png"/><Relationship Id="rId182" Type="http://schemas.openxmlformats.org/officeDocument/2006/relationships/customXml" Target="../ink/ink223.xml"/><Relationship Id="rId217" Type="http://schemas.openxmlformats.org/officeDocument/2006/relationships/image" Target="../media/image240.png"/><Relationship Id="rId6" Type="http://schemas.openxmlformats.org/officeDocument/2006/relationships/customXml" Target="../ink/ink135.xml"/><Relationship Id="rId23" Type="http://schemas.openxmlformats.org/officeDocument/2006/relationships/image" Target="../media/image143.png"/><Relationship Id="rId119" Type="http://schemas.openxmlformats.org/officeDocument/2006/relationships/image" Target="../media/image191.png"/><Relationship Id="rId44" Type="http://schemas.openxmlformats.org/officeDocument/2006/relationships/customXml" Target="../ink/ink154.xml"/><Relationship Id="rId65" Type="http://schemas.openxmlformats.org/officeDocument/2006/relationships/image" Target="../media/image164.png"/><Relationship Id="rId86" Type="http://schemas.openxmlformats.org/officeDocument/2006/relationships/customXml" Target="../ink/ink175.xml"/><Relationship Id="rId130" Type="http://schemas.openxmlformats.org/officeDocument/2006/relationships/customXml" Target="../ink/ink197.xml"/><Relationship Id="rId151" Type="http://schemas.openxmlformats.org/officeDocument/2006/relationships/image" Target="../media/image207.png"/><Relationship Id="rId172" Type="http://schemas.openxmlformats.org/officeDocument/2006/relationships/customXml" Target="../ink/ink218.xml"/><Relationship Id="rId193" Type="http://schemas.openxmlformats.org/officeDocument/2006/relationships/image" Target="../media/image228.png"/><Relationship Id="rId207" Type="http://schemas.openxmlformats.org/officeDocument/2006/relationships/image" Target="../media/image235.png"/><Relationship Id="rId13" Type="http://schemas.openxmlformats.org/officeDocument/2006/relationships/image" Target="../media/image138.png"/><Relationship Id="rId109" Type="http://schemas.openxmlformats.org/officeDocument/2006/relationships/image" Target="../media/image186.png"/><Relationship Id="rId34" Type="http://schemas.openxmlformats.org/officeDocument/2006/relationships/customXml" Target="../ink/ink149.xml"/><Relationship Id="rId55" Type="http://schemas.openxmlformats.org/officeDocument/2006/relationships/image" Target="../media/image159.png"/><Relationship Id="rId76" Type="http://schemas.openxmlformats.org/officeDocument/2006/relationships/customXml" Target="../ink/ink170.xml"/><Relationship Id="rId97" Type="http://schemas.openxmlformats.org/officeDocument/2006/relationships/image" Target="../media/image180.png"/><Relationship Id="rId120" Type="http://schemas.openxmlformats.org/officeDocument/2006/relationships/customXml" Target="../ink/ink192.xml"/><Relationship Id="rId141" Type="http://schemas.openxmlformats.org/officeDocument/2006/relationships/image" Target="../media/image202.png"/><Relationship Id="rId7" Type="http://schemas.openxmlformats.org/officeDocument/2006/relationships/image" Target="../media/image135.png"/><Relationship Id="rId162" Type="http://schemas.openxmlformats.org/officeDocument/2006/relationships/customXml" Target="../ink/ink213.xml"/><Relationship Id="rId183" Type="http://schemas.openxmlformats.org/officeDocument/2006/relationships/image" Target="../media/image223.png"/><Relationship Id="rId218" Type="http://schemas.openxmlformats.org/officeDocument/2006/relationships/customXml" Target="../ink/ink241.xml"/><Relationship Id="rId24" Type="http://schemas.openxmlformats.org/officeDocument/2006/relationships/customXml" Target="../ink/ink144.xml"/><Relationship Id="rId45" Type="http://schemas.openxmlformats.org/officeDocument/2006/relationships/image" Target="../media/image154.png"/><Relationship Id="rId66" Type="http://schemas.openxmlformats.org/officeDocument/2006/relationships/customXml" Target="../ink/ink165.xml"/><Relationship Id="rId87" Type="http://schemas.openxmlformats.org/officeDocument/2006/relationships/image" Target="../media/image175.png"/><Relationship Id="rId110" Type="http://schemas.openxmlformats.org/officeDocument/2006/relationships/customXml" Target="../ink/ink187.xml"/><Relationship Id="rId131" Type="http://schemas.openxmlformats.org/officeDocument/2006/relationships/image" Target="../media/image197.png"/><Relationship Id="rId152" Type="http://schemas.openxmlformats.org/officeDocument/2006/relationships/customXml" Target="../ink/ink208.xml"/><Relationship Id="rId173" Type="http://schemas.openxmlformats.org/officeDocument/2006/relationships/image" Target="../media/image218.png"/><Relationship Id="rId194" Type="http://schemas.openxmlformats.org/officeDocument/2006/relationships/customXml" Target="../ink/ink229.xml"/><Relationship Id="rId208" Type="http://schemas.openxmlformats.org/officeDocument/2006/relationships/customXml" Target="../ink/ink236.xml"/><Relationship Id="rId14" Type="http://schemas.openxmlformats.org/officeDocument/2006/relationships/customXml" Target="../ink/ink139.xml"/><Relationship Id="rId35" Type="http://schemas.openxmlformats.org/officeDocument/2006/relationships/image" Target="../media/image149.png"/><Relationship Id="rId56" Type="http://schemas.openxmlformats.org/officeDocument/2006/relationships/customXml" Target="../ink/ink160.xml"/><Relationship Id="rId77" Type="http://schemas.openxmlformats.org/officeDocument/2006/relationships/image" Target="../media/image170.png"/><Relationship Id="rId100" Type="http://schemas.openxmlformats.org/officeDocument/2006/relationships/customXml" Target="../ink/ink182.xml"/><Relationship Id="rId8" Type="http://schemas.openxmlformats.org/officeDocument/2006/relationships/customXml" Target="../ink/ink136.xml"/><Relationship Id="rId51" Type="http://schemas.openxmlformats.org/officeDocument/2006/relationships/image" Target="../media/image157.png"/><Relationship Id="rId72" Type="http://schemas.openxmlformats.org/officeDocument/2006/relationships/customXml" Target="../ink/ink168.xml"/><Relationship Id="rId93" Type="http://schemas.openxmlformats.org/officeDocument/2006/relationships/image" Target="../media/image178.png"/><Relationship Id="rId98" Type="http://schemas.openxmlformats.org/officeDocument/2006/relationships/customXml" Target="../ink/ink181.xml"/><Relationship Id="rId121" Type="http://schemas.openxmlformats.org/officeDocument/2006/relationships/image" Target="../media/image192.png"/><Relationship Id="rId142" Type="http://schemas.openxmlformats.org/officeDocument/2006/relationships/customXml" Target="../ink/ink203.xml"/><Relationship Id="rId163" Type="http://schemas.openxmlformats.org/officeDocument/2006/relationships/image" Target="../media/image213.png"/><Relationship Id="rId184" Type="http://schemas.openxmlformats.org/officeDocument/2006/relationships/customXml" Target="../ink/ink224.xml"/><Relationship Id="rId189" Type="http://schemas.openxmlformats.org/officeDocument/2006/relationships/image" Target="../media/image226.png"/><Relationship Id="rId219" Type="http://schemas.openxmlformats.org/officeDocument/2006/relationships/image" Target="../media/image241.png"/><Relationship Id="rId3" Type="http://schemas.openxmlformats.org/officeDocument/2006/relationships/image" Target="../media/image133.png"/><Relationship Id="rId214" Type="http://schemas.openxmlformats.org/officeDocument/2006/relationships/customXml" Target="../ink/ink239.xml"/><Relationship Id="rId25" Type="http://schemas.openxmlformats.org/officeDocument/2006/relationships/image" Target="../media/image144.png"/><Relationship Id="rId46" Type="http://schemas.openxmlformats.org/officeDocument/2006/relationships/customXml" Target="../ink/ink155.xml"/><Relationship Id="rId67" Type="http://schemas.openxmlformats.org/officeDocument/2006/relationships/image" Target="../media/image165.png"/><Relationship Id="rId116" Type="http://schemas.openxmlformats.org/officeDocument/2006/relationships/customXml" Target="../ink/ink190.xml"/><Relationship Id="rId137" Type="http://schemas.openxmlformats.org/officeDocument/2006/relationships/image" Target="../media/image200.png"/><Relationship Id="rId158" Type="http://schemas.openxmlformats.org/officeDocument/2006/relationships/customXml" Target="../ink/ink211.xml"/><Relationship Id="rId20" Type="http://schemas.openxmlformats.org/officeDocument/2006/relationships/customXml" Target="../ink/ink142.xml"/><Relationship Id="rId41" Type="http://schemas.openxmlformats.org/officeDocument/2006/relationships/image" Target="../media/image152.png"/><Relationship Id="rId62" Type="http://schemas.openxmlformats.org/officeDocument/2006/relationships/customXml" Target="../ink/ink163.xml"/><Relationship Id="rId83" Type="http://schemas.openxmlformats.org/officeDocument/2006/relationships/image" Target="../media/image173.png"/><Relationship Id="rId88" Type="http://schemas.openxmlformats.org/officeDocument/2006/relationships/customXml" Target="../ink/ink176.xml"/><Relationship Id="rId111" Type="http://schemas.openxmlformats.org/officeDocument/2006/relationships/image" Target="../media/image187.png"/><Relationship Id="rId132" Type="http://schemas.openxmlformats.org/officeDocument/2006/relationships/customXml" Target="../ink/ink198.xml"/><Relationship Id="rId153" Type="http://schemas.openxmlformats.org/officeDocument/2006/relationships/image" Target="../media/image208.png"/><Relationship Id="rId174" Type="http://schemas.openxmlformats.org/officeDocument/2006/relationships/customXml" Target="../ink/ink219.xml"/><Relationship Id="rId179" Type="http://schemas.openxmlformats.org/officeDocument/2006/relationships/image" Target="../media/image221.png"/><Relationship Id="rId195" Type="http://schemas.openxmlformats.org/officeDocument/2006/relationships/image" Target="../media/image229.png"/><Relationship Id="rId209" Type="http://schemas.openxmlformats.org/officeDocument/2006/relationships/image" Target="../media/image236.png"/><Relationship Id="rId190" Type="http://schemas.openxmlformats.org/officeDocument/2006/relationships/customXml" Target="../ink/ink227.xml"/><Relationship Id="rId204" Type="http://schemas.openxmlformats.org/officeDocument/2006/relationships/customXml" Target="../ink/ink234.xml"/><Relationship Id="rId220" Type="http://schemas.openxmlformats.org/officeDocument/2006/relationships/customXml" Target="../ink/ink242.xml"/><Relationship Id="rId15" Type="http://schemas.openxmlformats.org/officeDocument/2006/relationships/image" Target="../media/image139.png"/><Relationship Id="rId36" Type="http://schemas.openxmlformats.org/officeDocument/2006/relationships/customXml" Target="../ink/ink150.xml"/><Relationship Id="rId57" Type="http://schemas.openxmlformats.org/officeDocument/2006/relationships/image" Target="../media/image160.png"/><Relationship Id="rId106" Type="http://schemas.openxmlformats.org/officeDocument/2006/relationships/customXml" Target="../ink/ink185.xml"/><Relationship Id="rId127" Type="http://schemas.openxmlformats.org/officeDocument/2006/relationships/image" Target="../media/image195.png"/><Relationship Id="rId10" Type="http://schemas.openxmlformats.org/officeDocument/2006/relationships/customXml" Target="../ink/ink137.xml"/><Relationship Id="rId31" Type="http://schemas.openxmlformats.org/officeDocument/2006/relationships/image" Target="../media/image147.png"/><Relationship Id="rId52" Type="http://schemas.openxmlformats.org/officeDocument/2006/relationships/customXml" Target="../ink/ink158.xml"/><Relationship Id="rId73" Type="http://schemas.openxmlformats.org/officeDocument/2006/relationships/image" Target="../media/image168.png"/><Relationship Id="rId78" Type="http://schemas.openxmlformats.org/officeDocument/2006/relationships/customXml" Target="../ink/ink171.xml"/><Relationship Id="rId94" Type="http://schemas.openxmlformats.org/officeDocument/2006/relationships/customXml" Target="../ink/ink179.xml"/><Relationship Id="rId99" Type="http://schemas.openxmlformats.org/officeDocument/2006/relationships/image" Target="../media/image181.png"/><Relationship Id="rId101" Type="http://schemas.openxmlformats.org/officeDocument/2006/relationships/image" Target="../media/image182.png"/><Relationship Id="rId122" Type="http://schemas.openxmlformats.org/officeDocument/2006/relationships/customXml" Target="../ink/ink193.xml"/><Relationship Id="rId143" Type="http://schemas.openxmlformats.org/officeDocument/2006/relationships/image" Target="../media/image203.png"/><Relationship Id="rId148" Type="http://schemas.openxmlformats.org/officeDocument/2006/relationships/customXml" Target="../ink/ink206.xml"/><Relationship Id="rId164" Type="http://schemas.openxmlformats.org/officeDocument/2006/relationships/customXml" Target="../ink/ink214.xml"/><Relationship Id="rId169" Type="http://schemas.openxmlformats.org/officeDocument/2006/relationships/image" Target="../media/image216.png"/><Relationship Id="rId185" Type="http://schemas.openxmlformats.org/officeDocument/2006/relationships/image" Target="../media/image224.png"/><Relationship Id="rId4" Type="http://schemas.openxmlformats.org/officeDocument/2006/relationships/customXml" Target="../ink/ink134.xml"/><Relationship Id="rId9" Type="http://schemas.openxmlformats.org/officeDocument/2006/relationships/image" Target="../media/image136.png"/><Relationship Id="rId180" Type="http://schemas.openxmlformats.org/officeDocument/2006/relationships/customXml" Target="../ink/ink222.xml"/><Relationship Id="rId210" Type="http://schemas.openxmlformats.org/officeDocument/2006/relationships/customXml" Target="../ink/ink237.xml"/><Relationship Id="rId215" Type="http://schemas.openxmlformats.org/officeDocument/2006/relationships/image" Target="../media/image239.png"/><Relationship Id="rId26" Type="http://schemas.openxmlformats.org/officeDocument/2006/relationships/customXml" Target="../ink/ink145.xml"/><Relationship Id="rId47" Type="http://schemas.openxmlformats.org/officeDocument/2006/relationships/image" Target="../media/image155.png"/><Relationship Id="rId68" Type="http://schemas.openxmlformats.org/officeDocument/2006/relationships/customXml" Target="../ink/ink166.xml"/><Relationship Id="rId89" Type="http://schemas.openxmlformats.org/officeDocument/2006/relationships/image" Target="../media/image176.png"/><Relationship Id="rId112" Type="http://schemas.openxmlformats.org/officeDocument/2006/relationships/customXml" Target="../ink/ink188.xml"/><Relationship Id="rId133" Type="http://schemas.openxmlformats.org/officeDocument/2006/relationships/image" Target="../media/image198.png"/><Relationship Id="rId154" Type="http://schemas.openxmlformats.org/officeDocument/2006/relationships/customXml" Target="../ink/ink209.xml"/><Relationship Id="rId175" Type="http://schemas.openxmlformats.org/officeDocument/2006/relationships/image" Target="../media/image219.png"/><Relationship Id="rId196" Type="http://schemas.openxmlformats.org/officeDocument/2006/relationships/customXml" Target="../ink/ink230.xml"/><Relationship Id="rId200" Type="http://schemas.openxmlformats.org/officeDocument/2006/relationships/customXml" Target="../ink/ink232.xml"/><Relationship Id="rId16" Type="http://schemas.openxmlformats.org/officeDocument/2006/relationships/customXml" Target="../ink/ink140.xml"/><Relationship Id="rId221" Type="http://schemas.openxmlformats.org/officeDocument/2006/relationships/image" Target="../media/image242.png"/><Relationship Id="rId37" Type="http://schemas.openxmlformats.org/officeDocument/2006/relationships/image" Target="../media/image150.png"/><Relationship Id="rId58" Type="http://schemas.openxmlformats.org/officeDocument/2006/relationships/customXml" Target="../ink/ink161.xml"/><Relationship Id="rId79" Type="http://schemas.openxmlformats.org/officeDocument/2006/relationships/image" Target="../media/image171.png"/><Relationship Id="rId102" Type="http://schemas.openxmlformats.org/officeDocument/2006/relationships/customXml" Target="../ink/ink183.xml"/><Relationship Id="rId123" Type="http://schemas.openxmlformats.org/officeDocument/2006/relationships/image" Target="../media/image193.png"/><Relationship Id="rId144" Type="http://schemas.openxmlformats.org/officeDocument/2006/relationships/customXml" Target="../ink/ink204.xml"/><Relationship Id="rId90" Type="http://schemas.openxmlformats.org/officeDocument/2006/relationships/customXml" Target="../ink/ink177.xml"/><Relationship Id="rId165" Type="http://schemas.openxmlformats.org/officeDocument/2006/relationships/image" Target="../media/image214.png"/><Relationship Id="rId186" Type="http://schemas.openxmlformats.org/officeDocument/2006/relationships/customXml" Target="../ink/ink225.xml"/><Relationship Id="rId211" Type="http://schemas.openxmlformats.org/officeDocument/2006/relationships/image" Target="../media/image237.png"/><Relationship Id="rId27" Type="http://schemas.openxmlformats.org/officeDocument/2006/relationships/image" Target="../media/image145.png"/><Relationship Id="rId48" Type="http://schemas.openxmlformats.org/officeDocument/2006/relationships/customXml" Target="../ink/ink156.xml"/><Relationship Id="rId69" Type="http://schemas.openxmlformats.org/officeDocument/2006/relationships/image" Target="../media/image166.png"/><Relationship Id="rId113" Type="http://schemas.openxmlformats.org/officeDocument/2006/relationships/image" Target="../media/image188.png"/><Relationship Id="rId134" Type="http://schemas.openxmlformats.org/officeDocument/2006/relationships/customXml" Target="../ink/ink199.xml"/><Relationship Id="rId80" Type="http://schemas.openxmlformats.org/officeDocument/2006/relationships/customXml" Target="../ink/ink172.xml"/><Relationship Id="rId155" Type="http://schemas.openxmlformats.org/officeDocument/2006/relationships/image" Target="../media/image209.png"/><Relationship Id="rId176" Type="http://schemas.openxmlformats.org/officeDocument/2006/relationships/customXml" Target="../ink/ink220.xml"/><Relationship Id="rId197" Type="http://schemas.openxmlformats.org/officeDocument/2006/relationships/image" Target="../media/image230.png"/><Relationship Id="rId201" Type="http://schemas.openxmlformats.org/officeDocument/2006/relationships/image" Target="../media/image232.png"/><Relationship Id="rId17" Type="http://schemas.openxmlformats.org/officeDocument/2006/relationships/image" Target="../media/image140.png"/><Relationship Id="rId38" Type="http://schemas.openxmlformats.org/officeDocument/2006/relationships/customXml" Target="../ink/ink151.xml"/><Relationship Id="rId59" Type="http://schemas.openxmlformats.org/officeDocument/2006/relationships/image" Target="../media/image161.png"/><Relationship Id="rId103" Type="http://schemas.openxmlformats.org/officeDocument/2006/relationships/image" Target="../media/image183.png"/><Relationship Id="rId124" Type="http://schemas.openxmlformats.org/officeDocument/2006/relationships/customXml" Target="../ink/ink194.xml"/><Relationship Id="rId70" Type="http://schemas.openxmlformats.org/officeDocument/2006/relationships/customXml" Target="../ink/ink167.xml"/><Relationship Id="rId91" Type="http://schemas.openxmlformats.org/officeDocument/2006/relationships/image" Target="../media/image177.png"/><Relationship Id="rId145" Type="http://schemas.openxmlformats.org/officeDocument/2006/relationships/image" Target="../media/image204.png"/><Relationship Id="rId166" Type="http://schemas.openxmlformats.org/officeDocument/2006/relationships/customXml" Target="../ink/ink215.xml"/><Relationship Id="rId187" Type="http://schemas.openxmlformats.org/officeDocument/2006/relationships/image" Target="../media/image22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8.xml"/><Relationship Id="rId28" Type="http://schemas.openxmlformats.org/officeDocument/2006/relationships/customXml" Target="../ink/ink146.xml"/><Relationship Id="rId49" Type="http://schemas.openxmlformats.org/officeDocument/2006/relationships/image" Target="../media/image156.png"/><Relationship Id="rId114" Type="http://schemas.openxmlformats.org/officeDocument/2006/relationships/customXml" Target="../ink/ink189.xml"/><Relationship Id="rId60" Type="http://schemas.openxmlformats.org/officeDocument/2006/relationships/customXml" Target="../ink/ink162.xml"/><Relationship Id="rId81" Type="http://schemas.openxmlformats.org/officeDocument/2006/relationships/image" Target="../media/image172.png"/><Relationship Id="rId135" Type="http://schemas.openxmlformats.org/officeDocument/2006/relationships/image" Target="../media/image199.png"/><Relationship Id="rId156" Type="http://schemas.openxmlformats.org/officeDocument/2006/relationships/customXml" Target="../ink/ink210.xml"/><Relationship Id="rId177" Type="http://schemas.openxmlformats.org/officeDocument/2006/relationships/image" Target="../media/image220.png"/><Relationship Id="rId198" Type="http://schemas.openxmlformats.org/officeDocument/2006/relationships/customXml" Target="../ink/ink231.xml"/><Relationship Id="rId202" Type="http://schemas.openxmlformats.org/officeDocument/2006/relationships/customXml" Target="../ink/ink233.xml"/><Relationship Id="rId18" Type="http://schemas.openxmlformats.org/officeDocument/2006/relationships/customXml" Target="../ink/ink141.xml"/><Relationship Id="rId39" Type="http://schemas.openxmlformats.org/officeDocument/2006/relationships/image" Target="../media/image151.png"/><Relationship Id="rId50" Type="http://schemas.openxmlformats.org/officeDocument/2006/relationships/customXml" Target="../ink/ink157.xml"/><Relationship Id="rId104" Type="http://schemas.openxmlformats.org/officeDocument/2006/relationships/customXml" Target="../ink/ink184.xml"/><Relationship Id="rId125" Type="http://schemas.openxmlformats.org/officeDocument/2006/relationships/image" Target="../media/image194.png"/><Relationship Id="rId146" Type="http://schemas.openxmlformats.org/officeDocument/2006/relationships/customXml" Target="../ink/ink205.xml"/><Relationship Id="rId167" Type="http://schemas.openxmlformats.org/officeDocument/2006/relationships/image" Target="../media/image215.png"/><Relationship Id="rId188" Type="http://schemas.openxmlformats.org/officeDocument/2006/relationships/customXml" Target="../ink/ink226.xml"/><Relationship Id="rId71" Type="http://schemas.openxmlformats.org/officeDocument/2006/relationships/image" Target="../media/image167.png"/><Relationship Id="rId92" Type="http://schemas.openxmlformats.org/officeDocument/2006/relationships/customXml" Target="../ink/ink178.xml"/><Relationship Id="rId213" Type="http://schemas.openxmlformats.org/officeDocument/2006/relationships/image" Target="../media/image238.png"/><Relationship Id="rId2" Type="http://schemas.openxmlformats.org/officeDocument/2006/relationships/customXml" Target="../ink/ink133.xml"/><Relationship Id="rId29" Type="http://schemas.openxmlformats.org/officeDocument/2006/relationships/image" Target="../media/image146.png"/><Relationship Id="rId40" Type="http://schemas.openxmlformats.org/officeDocument/2006/relationships/customXml" Target="../ink/ink152.xml"/><Relationship Id="rId115" Type="http://schemas.openxmlformats.org/officeDocument/2006/relationships/image" Target="../media/image189.png"/><Relationship Id="rId136" Type="http://schemas.openxmlformats.org/officeDocument/2006/relationships/customXml" Target="../ink/ink200.xml"/><Relationship Id="rId157" Type="http://schemas.openxmlformats.org/officeDocument/2006/relationships/image" Target="../media/image210.png"/><Relationship Id="rId178" Type="http://schemas.openxmlformats.org/officeDocument/2006/relationships/customXml" Target="../ink/ink221.xml"/><Relationship Id="rId61" Type="http://schemas.openxmlformats.org/officeDocument/2006/relationships/image" Target="../media/image162.png"/><Relationship Id="rId82" Type="http://schemas.openxmlformats.org/officeDocument/2006/relationships/customXml" Target="../ink/ink173.xml"/><Relationship Id="rId199" Type="http://schemas.openxmlformats.org/officeDocument/2006/relationships/image" Target="../media/image231.png"/><Relationship Id="rId203" Type="http://schemas.openxmlformats.org/officeDocument/2006/relationships/image" Target="../media/image233.png"/><Relationship Id="rId19" Type="http://schemas.openxmlformats.org/officeDocument/2006/relationships/image" Target="../media/image141.png"/><Relationship Id="rId30" Type="http://schemas.openxmlformats.org/officeDocument/2006/relationships/customXml" Target="../ink/ink147.xml"/><Relationship Id="rId105" Type="http://schemas.openxmlformats.org/officeDocument/2006/relationships/image" Target="../media/image184.png"/><Relationship Id="rId126" Type="http://schemas.openxmlformats.org/officeDocument/2006/relationships/customXml" Target="../ink/ink195.xml"/><Relationship Id="rId147" Type="http://schemas.openxmlformats.org/officeDocument/2006/relationships/image" Target="../media/image205.png"/><Relationship Id="rId168" Type="http://schemas.openxmlformats.org/officeDocument/2006/relationships/customXml" Target="../ink/ink216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5.xml"/><Relationship Id="rId21" Type="http://schemas.openxmlformats.org/officeDocument/2006/relationships/image" Target="../media/image252.png"/><Relationship Id="rId42" Type="http://schemas.openxmlformats.org/officeDocument/2006/relationships/customXml" Target="../ink/ink263.xml"/><Relationship Id="rId47" Type="http://schemas.openxmlformats.org/officeDocument/2006/relationships/image" Target="../media/image265.png"/><Relationship Id="rId63" Type="http://schemas.openxmlformats.org/officeDocument/2006/relationships/image" Target="../media/image273.png"/><Relationship Id="rId68" Type="http://schemas.openxmlformats.org/officeDocument/2006/relationships/customXml" Target="../ink/ink276.xml"/><Relationship Id="rId7" Type="http://schemas.openxmlformats.org/officeDocument/2006/relationships/image" Target="../media/image245.png"/><Relationship Id="rId2" Type="http://schemas.openxmlformats.org/officeDocument/2006/relationships/customXml" Target="../ink/ink243.xml"/><Relationship Id="rId16" Type="http://schemas.openxmlformats.org/officeDocument/2006/relationships/customXml" Target="../ink/ink250.xml"/><Relationship Id="rId29" Type="http://schemas.openxmlformats.org/officeDocument/2006/relationships/image" Target="../media/image256.png"/><Relationship Id="rId11" Type="http://schemas.openxmlformats.org/officeDocument/2006/relationships/image" Target="../media/image247.png"/><Relationship Id="rId24" Type="http://schemas.openxmlformats.org/officeDocument/2006/relationships/customXml" Target="../ink/ink254.xml"/><Relationship Id="rId32" Type="http://schemas.openxmlformats.org/officeDocument/2006/relationships/customXml" Target="../ink/ink258.xml"/><Relationship Id="rId37" Type="http://schemas.openxmlformats.org/officeDocument/2006/relationships/image" Target="../media/image260.png"/><Relationship Id="rId40" Type="http://schemas.openxmlformats.org/officeDocument/2006/relationships/customXml" Target="../ink/ink262.xml"/><Relationship Id="rId45" Type="http://schemas.openxmlformats.org/officeDocument/2006/relationships/image" Target="../media/image264.png"/><Relationship Id="rId53" Type="http://schemas.openxmlformats.org/officeDocument/2006/relationships/image" Target="../media/image268.png"/><Relationship Id="rId58" Type="http://schemas.openxmlformats.org/officeDocument/2006/relationships/customXml" Target="../ink/ink271.xml"/><Relationship Id="rId66" Type="http://schemas.openxmlformats.org/officeDocument/2006/relationships/customXml" Target="../ink/ink275.xml"/><Relationship Id="rId5" Type="http://schemas.openxmlformats.org/officeDocument/2006/relationships/image" Target="../media/image244.png"/><Relationship Id="rId61" Type="http://schemas.openxmlformats.org/officeDocument/2006/relationships/image" Target="../media/image272.png"/><Relationship Id="rId19" Type="http://schemas.openxmlformats.org/officeDocument/2006/relationships/image" Target="../media/image251.png"/><Relationship Id="rId14" Type="http://schemas.openxmlformats.org/officeDocument/2006/relationships/customXml" Target="../ink/ink249.xml"/><Relationship Id="rId22" Type="http://schemas.openxmlformats.org/officeDocument/2006/relationships/customXml" Target="../ink/ink253.xml"/><Relationship Id="rId27" Type="http://schemas.openxmlformats.org/officeDocument/2006/relationships/image" Target="../media/image255.png"/><Relationship Id="rId30" Type="http://schemas.openxmlformats.org/officeDocument/2006/relationships/customXml" Target="../ink/ink257.xml"/><Relationship Id="rId35" Type="http://schemas.openxmlformats.org/officeDocument/2006/relationships/image" Target="../media/image259.png"/><Relationship Id="rId43" Type="http://schemas.openxmlformats.org/officeDocument/2006/relationships/image" Target="../media/image263.png"/><Relationship Id="rId48" Type="http://schemas.openxmlformats.org/officeDocument/2006/relationships/customXml" Target="../ink/ink266.xml"/><Relationship Id="rId56" Type="http://schemas.openxmlformats.org/officeDocument/2006/relationships/customXml" Target="../ink/ink270.xml"/><Relationship Id="rId64" Type="http://schemas.openxmlformats.org/officeDocument/2006/relationships/customXml" Target="../ink/ink274.xml"/><Relationship Id="rId69" Type="http://schemas.openxmlformats.org/officeDocument/2006/relationships/image" Target="../media/image276.png"/><Relationship Id="rId8" Type="http://schemas.openxmlformats.org/officeDocument/2006/relationships/customXml" Target="../ink/ink246.xml"/><Relationship Id="rId51" Type="http://schemas.openxmlformats.org/officeDocument/2006/relationships/image" Target="../media/image267.png"/><Relationship Id="rId3" Type="http://schemas.openxmlformats.org/officeDocument/2006/relationships/image" Target="../media/image243.png"/><Relationship Id="rId12" Type="http://schemas.openxmlformats.org/officeDocument/2006/relationships/customXml" Target="../ink/ink248.xml"/><Relationship Id="rId17" Type="http://schemas.openxmlformats.org/officeDocument/2006/relationships/image" Target="../media/image250.png"/><Relationship Id="rId25" Type="http://schemas.openxmlformats.org/officeDocument/2006/relationships/image" Target="../media/image254.png"/><Relationship Id="rId33" Type="http://schemas.openxmlformats.org/officeDocument/2006/relationships/image" Target="../media/image258.png"/><Relationship Id="rId38" Type="http://schemas.openxmlformats.org/officeDocument/2006/relationships/customXml" Target="../ink/ink261.xml"/><Relationship Id="rId46" Type="http://schemas.openxmlformats.org/officeDocument/2006/relationships/customXml" Target="../ink/ink265.xml"/><Relationship Id="rId59" Type="http://schemas.openxmlformats.org/officeDocument/2006/relationships/image" Target="../media/image271.png"/><Relationship Id="rId67" Type="http://schemas.openxmlformats.org/officeDocument/2006/relationships/image" Target="../media/image275.png"/><Relationship Id="rId20" Type="http://schemas.openxmlformats.org/officeDocument/2006/relationships/customXml" Target="../ink/ink252.xml"/><Relationship Id="rId41" Type="http://schemas.openxmlformats.org/officeDocument/2006/relationships/image" Target="../media/image262.png"/><Relationship Id="rId54" Type="http://schemas.openxmlformats.org/officeDocument/2006/relationships/customXml" Target="../ink/ink269.xml"/><Relationship Id="rId62" Type="http://schemas.openxmlformats.org/officeDocument/2006/relationships/customXml" Target="../ink/ink2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5.xml"/><Relationship Id="rId15" Type="http://schemas.openxmlformats.org/officeDocument/2006/relationships/image" Target="../media/image249.png"/><Relationship Id="rId23" Type="http://schemas.openxmlformats.org/officeDocument/2006/relationships/image" Target="../media/image253.png"/><Relationship Id="rId28" Type="http://schemas.openxmlformats.org/officeDocument/2006/relationships/customXml" Target="../ink/ink256.xml"/><Relationship Id="rId36" Type="http://schemas.openxmlformats.org/officeDocument/2006/relationships/customXml" Target="../ink/ink260.xml"/><Relationship Id="rId49" Type="http://schemas.openxmlformats.org/officeDocument/2006/relationships/image" Target="../media/image266.png"/><Relationship Id="rId57" Type="http://schemas.openxmlformats.org/officeDocument/2006/relationships/image" Target="../media/image270.png"/><Relationship Id="rId10" Type="http://schemas.openxmlformats.org/officeDocument/2006/relationships/customXml" Target="../ink/ink247.xml"/><Relationship Id="rId31" Type="http://schemas.openxmlformats.org/officeDocument/2006/relationships/image" Target="../media/image257.png"/><Relationship Id="rId44" Type="http://schemas.openxmlformats.org/officeDocument/2006/relationships/customXml" Target="../ink/ink264.xml"/><Relationship Id="rId52" Type="http://schemas.openxmlformats.org/officeDocument/2006/relationships/customXml" Target="../ink/ink268.xml"/><Relationship Id="rId60" Type="http://schemas.openxmlformats.org/officeDocument/2006/relationships/customXml" Target="../ink/ink272.xml"/><Relationship Id="rId65" Type="http://schemas.openxmlformats.org/officeDocument/2006/relationships/image" Target="../media/image274.png"/><Relationship Id="rId4" Type="http://schemas.openxmlformats.org/officeDocument/2006/relationships/customXml" Target="../ink/ink244.xml"/><Relationship Id="rId9" Type="http://schemas.openxmlformats.org/officeDocument/2006/relationships/image" Target="../media/image246.png"/><Relationship Id="rId13" Type="http://schemas.openxmlformats.org/officeDocument/2006/relationships/image" Target="../media/image248.png"/><Relationship Id="rId18" Type="http://schemas.openxmlformats.org/officeDocument/2006/relationships/customXml" Target="../ink/ink251.xml"/><Relationship Id="rId39" Type="http://schemas.openxmlformats.org/officeDocument/2006/relationships/image" Target="../media/image261.png"/><Relationship Id="rId34" Type="http://schemas.openxmlformats.org/officeDocument/2006/relationships/customXml" Target="../ink/ink259.xml"/><Relationship Id="rId50" Type="http://schemas.openxmlformats.org/officeDocument/2006/relationships/customXml" Target="../ink/ink267.xml"/><Relationship Id="rId55" Type="http://schemas.openxmlformats.org/officeDocument/2006/relationships/image" Target="../media/image26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2.png"/><Relationship Id="rId18" Type="http://schemas.openxmlformats.org/officeDocument/2006/relationships/customXml" Target="../ink/ink285.xml"/><Relationship Id="rId26" Type="http://schemas.openxmlformats.org/officeDocument/2006/relationships/customXml" Target="../ink/ink289.xml"/><Relationship Id="rId39" Type="http://schemas.openxmlformats.org/officeDocument/2006/relationships/image" Target="../media/image295.png"/><Relationship Id="rId21" Type="http://schemas.openxmlformats.org/officeDocument/2006/relationships/image" Target="../media/image286.png"/><Relationship Id="rId34" Type="http://schemas.openxmlformats.org/officeDocument/2006/relationships/customXml" Target="../ink/ink293.xml"/><Relationship Id="rId42" Type="http://schemas.openxmlformats.org/officeDocument/2006/relationships/customXml" Target="../ink/ink297.xml"/><Relationship Id="rId47" Type="http://schemas.openxmlformats.org/officeDocument/2006/relationships/image" Target="../media/image299.png"/><Relationship Id="rId50" Type="http://schemas.openxmlformats.org/officeDocument/2006/relationships/customXml" Target="../ink/ink301.xml"/><Relationship Id="rId55" Type="http://schemas.openxmlformats.org/officeDocument/2006/relationships/image" Target="../media/image303.png"/><Relationship Id="rId7" Type="http://schemas.openxmlformats.org/officeDocument/2006/relationships/image" Target="../media/image279.png"/><Relationship Id="rId2" Type="http://schemas.openxmlformats.org/officeDocument/2006/relationships/customXml" Target="../ink/ink277.xml"/><Relationship Id="rId16" Type="http://schemas.openxmlformats.org/officeDocument/2006/relationships/customXml" Target="../ink/ink284.xml"/><Relationship Id="rId29" Type="http://schemas.openxmlformats.org/officeDocument/2006/relationships/image" Target="../media/image290.png"/><Relationship Id="rId11" Type="http://schemas.openxmlformats.org/officeDocument/2006/relationships/image" Target="../media/image281.png"/><Relationship Id="rId24" Type="http://schemas.openxmlformats.org/officeDocument/2006/relationships/customXml" Target="../ink/ink288.xml"/><Relationship Id="rId32" Type="http://schemas.openxmlformats.org/officeDocument/2006/relationships/customXml" Target="../ink/ink292.xml"/><Relationship Id="rId37" Type="http://schemas.openxmlformats.org/officeDocument/2006/relationships/image" Target="../media/image294.png"/><Relationship Id="rId40" Type="http://schemas.openxmlformats.org/officeDocument/2006/relationships/customXml" Target="../ink/ink296.xml"/><Relationship Id="rId45" Type="http://schemas.openxmlformats.org/officeDocument/2006/relationships/image" Target="../media/image298.png"/><Relationship Id="rId53" Type="http://schemas.openxmlformats.org/officeDocument/2006/relationships/image" Target="../media/image302.png"/><Relationship Id="rId58" Type="http://schemas.openxmlformats.org/officeDocument/2006/relationships/customXml" Target="../ink/ink305.xml"/><Relationship Id="rId5" Type="http://schemas.openxmlformats.org/officeDocument/2006/relationships/image" Target="../media/image278.png"/><Relationship Id="rId61" Type="http://schemas.openxmlformats.org/officeDocument/2006/relationships/image" Target="../media/image306.png"/><Relationship Id="rId19" Type="http://schemas.openxmlformats.org/officeDocument/2006/relationships/image" Target="../media/image285.png"/><Relationship Id="rId14" Type="http://schemas.openxmlformats.org/officeDocument/2006/relationships/customXml" Target="../ink/ink283.xml"/><Relationship Id="rId22" Type="http://schemas.openxmlformats.org/officeDocument/2006/relationships/customXml" Target="../ink/ink287.xml"/><Relationship Id="rId27" Type="http://schemas.openxmlformats.org/officeDocument/2006/relationships/image" Target="../media/image289.png"/><Relationship Id="rId30" Type="http://schemas.openxmlformats.org/officeDocument/2006/relationships/customXml" Target="../ink/ink291.xml"/><Relationship Id="rId35" Type="http://schemas.openxmlformats.org/officeDocument/2006/relationships/image" Target="../media/image293.png"/><Relationship Id="rId43" Type="http://schemas.openxmlformats.org/officeDocument/2006/relationships/image" Target="../media/image297.png"/><Relationship Id="rId48" Type="http://schemas.openxmlformats.org/officeDocument/2006/relationships/customXml" Target="../ink/ink300.xml"/><Relationship Id="rId56" Type="http://schemas.openxmlformats.org/officeDocument/2006/relationships/customXml" Target="../ink/ink304.xml"/><Relationship Id="rId8" Type="http://schemas.openxmlformats.org/officeDocument/2006/relationships/customXml" Target="../ink/ink280.xml"/><Relationship Id="rId51" Type="http://schemas.openxmlformats.org/officeDocument/2006/relationships/image" Target="../media/image301.png"/><Relationship Id="rId3" Type="http://schemas.openxmlformats.org/officeDocument/2006/relationships/image" Target="../media/image277.png"/><Relationship Id="rId12" Type="http://schemas.openxmlformats.org/officeDocument/2006/relationships/customXml" Target="../ink/ink282.xml"/><Relationship Id="rId17" Type="http://schemas.openxmlformats.org/officeDocument/2006/relationships/image" Target="../media/image284.png"/><Relationship Id="rId25" Type="http://schemas.openxmlformats.org/officeDocument/2006/relationships/image" Target="../media/image288.png"/><Relationship Id="rId33" Type="http://schemas.openxmlformats.org/officeDocument/2006/relationships/image" Target="../media/image292.png"/><Relationship Id="rId38" Type="http://schemas.openxmlformats.org/officeDocument/2006/relationships/customXml" Target="../ink/ink295.xml"/><Relationship Id="rId46" Type="http://schemas.openxmlformats.org/officeDocument/2006/relationships/customXml" Target="../ink/ink299.xml"/><Relationship Id="rId59" Type="http://schemas.openxmlformats.org/officeDocument/2006/relationships/image" Target="../media/image305.png"/><Relationship Id="rId20" Type="http://schemas.openxmlformats.org/officeDocument/2006/relationships/customXml" Target="../ink/ink286.xml"/><Relationship Id="rId41" Type="http://schemas.openxmlformats.org/officeDocument/2006/relationships/image" Target="../media/image296.png"/><Relationship Id="rId54" Type="http://schemas.openxmlformats.org/officeDocument/2006/relationships/customXml" Target="../ink/ink3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9.xml"/><Relationship Id="rId15" Type="http://schemas.openxmlformats.org/officeDocument/2006/relationships/image" Target="../media/image283.png"/><Relationship Id="rId23" Type="http://schemas.openxmlformats.org/officeDocument/2006/relationships/image" Target="../media/image287.png"/><Relationship Id="rId28" Type="http://schemas.openxmlformats.org/officeDocument/2006/relationships/customXml" Target="../ink/ink290.xml"/><Relationship Id="rId36" Type="http://schemas.openxmlformats.org/officeDocument/2006/relationships/customXml" Target="../ink/ink294.xml"/><Relationship Id="rId49" Type="http://schemas.openxmlformats.org/officeDocument/2006/relationships/image" Target="../media/image300.png"/><Relationship Id="rId57" Type="http://schemas.openxmlformats.org/officeDocument/2006/relationships/image" Target="../media/image304.png"/><Relationship Id="rId10" Type="http://schemas.openxmlformats.org/officeDocument/2006/relationships/customXml" Target="../ink/ink281.xml"/><Relationship Id="rId31" Type="http://schemas.openxmlformats.org/officeDocument/2006/relationships/image" Target="../media/image291.png"/><Relationship Id="rId44" Type="http://schemas.openxmlformats.org/officeDocument/2006/relationships/customXml" Target="../ink/ink298.xml"/><Relationship Id="rId52" Type="http://schemas.openxmlformats.org/officeDocument/2006/relationships/customXml" Target="../ink/ink302.xml"/><Relationship Id="rId60" Type="http://schemas.openxmlformats.org/officeDocument/2006/relationships/customXml" Target="../ink/ink306.xml"/><Relationship Id="rId4" Type="http://schemas.openxmlformats.org/officeDocument/2006/relationships/customXml" Target="../ink/ink278.xml"/><Relationship Id="rId9" Type="http://schemas.openxmlformats.org/officeDocument/2006/relationships/image" Target="../media/image28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4.png"/><Relationship Id="rId21" Type="http://schemas.openxmlformats.org/officeDocument/2006/relationships/image" Target="../media/image316.png"/><Relationship Id="rId42" Type="http://schemas.openxmlformats.org/officeDocument/2006/relationships/customXml" Target="../ink/ink327.xml"/><Relationship Id="rId63" Type="http://schemas.openxmlformats.org/officeDocument/2006/relationships/image" Target="../media/image337.png"/><Relationship Id="rId84" Type="http://schemas.openxmlformats.org/officeDocument/2006/relationships/customXml" Target="../ink/ink348.xml"/><Relationship Id="rId138" Type="http://schemas.openxmlformats.org/officeDocument/2006/relationships/customXml" Target="../ink/ink375.xml"/><Relationship Id="rId159" Type="http://schemas.openxmlformats.org/officeDocument/2006/relationships/image" Target="../media/image385.png"/><Relationship Id="rId170" Type="http://schemas.openxmlformats.org/officeDocument/2006/relationships/customXml" Target="../ink/ink391.xml"/><Relationship Id="rId191" Type="http://schemas.openxmlformats.org/officeDocument/2006/relationships/image" Target="../media/image401.png"/><Relationship Id="rId205" Type="http://schemas.openxmlformats.org/officeDocument/2006/relationships/image" Target="../media/image408.png"/><Relationship Id="rId107" Type="http://schemas.openxmlformats.org/officeDocument/2006/relationships/image" Target="../media/image359.png"/><Relationship Id="rId11" Type="http://schemas.openxmlformats.org/officeDocument/2006/relationships/image" Target="../media/image311.png"/><Relationship Id="rId32" Type="http://schemas.openxmlformats.org/officeDocument/2006/relationships/customXml" Target="../ink/ink322.xml"/><Relationship Id="rId53" Type="http://schemas.openxmlformats.org/officeDocument/2006/relationships/image" Target="../media/image332.png"/><Relationship Id="rId74" Type="http://schemas.openxmlformats.org/officeDocument/2006/relationships/customXml" Target="../ink/ink343.xml"/><Relationship Id="rId128" Type="http://schemas.openxmlformats.org/officeDocument/2006/relationships/customXml" Target="../ink/ink370.xml"/><Relationship Id="rId149" Type="http://schemas.openxmlformats.org/officeDocument/2006/relationships/image" Target="../media/image380.png"/><Relationship Id="rId5" Type="http://schemas.openxmlformats.org/officeDocument/2006/relationships/image" Target="../media/image308.png"/><Relationship Id="rId95" Type="http://schemas.openxmlformats.org/officeDocument/2006/relationships/image" Target="../media/image353.png"/><Relationship Id="rId160" Type="http://schemas.openxmlformats.org/officeDocument/2006/relationships/customXml" Target="../ink/ink386.xml"/><Relationship Id="rId181" Type="http://schemas.openxmlformats.org/officeDocument/2006/relationships/image" Target="../media/image396.png"/><Relationship Id="rId22" Type="http://schemas.openxmlformats.org/officeDocument/2006/relationships/customXml" Target="../ink/ink317.xml"/><Relationship Id="rId43" Type="http://schemas.openxmlformats.org/officeDocument/2006/relationships/image" Target="../media/image327.png"/><Relationship Id="rId64" Type="http://schemas.openxmlformats.org/officeDocument/2006/relationships/customXml" Target="../ink/ink338.xml"/><Relationship Id="rId118" Type="http://schemas.openxmlformats.org/officeDocument/2006/relationships/customXml" Target="../ink/ink365.xml"/><Relationship Id="rId139" Type="http://schemas.openxmlformats.org/officeDocument/2006/relationships/image" Target="../media/image375.png"/><Relationship Id="rId85" Type="http://schemas.openxmlformats.org/officeDocument/2006/relationships/image" Target="../media/image348.png"/><Relationship Id="rId150" Type="http://schemas.openxmlformats.org/officeDocument/2006/relationships/customXml" Target="../ink/ink381.xml"/><Relationship Id="rId171" Type="http://schemas.openxmlformats.org/officeDocument/2006/relationships/image" Target="../media/image391.png"/><Relationship Id="rId192" Type="http://schemas.openxmlformats.org/officeDocument/2006/relationships/customXml" Target="../ink/ink402.xml"/><Relationship Id="rId206" Type="http://schemas.openxmlformats.org/officeDocument/2006/relationships/customXml" Target="../ink/ink409.xml"/><Relationship Id="rId12" Type="http://schemas.openxmlformats.org/officeDocument/2006/relationships/customXml" Target="../ink/ink312.xml"/><Relationship Id="rId33" Type="http://schemas.openxmlformats.org/officeDocument/2006/relationships/image" Target="../media/image322.png"/><Relationship Id="rId108" Type="http://schemas.openxmlformats.org/officeDocument/2006/relationships/customXml" Target="../ink/ink360.xml"/><Relationship Id="rId129" Type="http://schemas.openxmlformats.org/officeDocument/2006/relationships/image" Target="../media/image370.png"/><Relationship Id="rId54" Type="http://schemas.openxmlformats.org/officeDocument/2006/relationships/customXml" Target="../ink/ink333.xml"/><Relationship Id="rId75" Type="http://schemas.openxmlformats.org/officeDocument/2006/relationships/image" Target="../media/image343.png"/><Relationship Id="rId96" Type="http://schemas.openxmlformats.org/officeDocument/2006/relationships/customXml" Target="../ink/ink354.xml"/><Relationship Id="rId140" Type="http://schemas.openxmlformats.org/officeDocument/2006/relationships/customXml" Target="../ink/ink376.xml"/><Relationship Id="rId161" Type="http://schemas.openxmlformats.org/officeDocument/2006/relationships/image" Target="../media/image386.png"/><Relationship Id="rId182" Type="http://schemas.openxmlformats.org/officeDocument/2006/relationships/customXml" Target="../ink/ink397.xml"/><Relationship Id="rId6" Type="http://schemas.openxmlformats.org/officeDocument/2006/relationships/customXml" Target="../ink/ink309.xml"/><Relationship Id="rId23" Type="http://schemas.openxmlformats.org/officeDocument/2006/relationships/image" Target="../media/image317.png"/><Relationship Id="rId119" Type="http://schemas.openxmlformats.org/officeDocument/2006/relationships/image" Target="../media/image365.png"/><Relationship Id="rId44" Type="http://schemas.openxmlformats.org/officeDocument/2006/relationships/customXml" Target="../ink/ink328.xml"/><Relationship Id="rId65" Type="http://schemas.openxmlformats.org/officeDocument/2006/relationships/image" Target="../media/image338.png"/><Relationship Id="rId86" Type="http://schemas.openxmlformats.org/officeDocument/2006/relationships/customXml" Target="../ink/ink349.xml"/><Relationship Id="rId130" Type="http://schemas.openxmlformats.org/officeDocument/2006/relationships/customXml" Target="../ink/ink371.xml"/><Relationship Id="rId151" Type="http://schemas.openxmlformats.org/officeDocument/2006/relationships/image" Target="../media/image381.png"/><Relationship Id="rId172" Type="http://schemas.openxmlformats.org/officeDocument/2006/relationships/customXml" Target="../ink/ink392.xml"/><Relationship Id="rId193" Type="http://schemas.openxmlformats.org/officeDocument/2006/relationships/image" Target="../media/image402.png"/><Relationship Id="rId207" Type="http://schemas.openxmlformats.org/officeDocument/2006/relationships/image" Target="../media/image409.png"/><Relationship Id="rId13" Type="http://schemas.openxmlformats.org/officeDocument/2006/relationships/image" Target="../media/image312.png"/><Relationship Id="rId109" Type="http://schemas.openxmlformats.org/officeDocument/2006/relationships/image" Target="../media/image360.png"/><Relationship Id="rId34" Type="http://schemas.openxmlformats.org/officeDocument/2006/relationships/customXml" Target="../ink/ink323.xml"/><Relationship Id="rId55" Type="http://schemas.openxmlformats.org/officeDocument/2006/relationships/image" Target="../media/image333.png"/><Relationship Id="rId76" Type="http://schemas.openxmlformats.org/officeDocument/2006/relationships/customXml" Target="../ink/ink344.xml"/><Relationship Id="rId97" Type="http://schemas.openxmlformats.org/officeDocument/2006/relationships/image" Target="../media/image354.png"/><Relationship Id="rId120" Type="http://schemas.openxmlformats.org/officeDocument/2006/relationships/customXml" Target="../ink/ink366.xml"/><Relationship Id="rId141" Type="http://schemas.openxmlformats.org/officeDocument/2006/relationships/image" Target="../media/image376.png"/><Relationship Id="rId7" Type="http://schemas.openxmlformats.org/officeDocument/2006/relationships/image" Target="../media/image309.png"/><Relationship Id="rId162" Type="http://schemas.openxmlformats.org/officeDocument/2006/relationships/customXml" Target="../ink/ink387.xml"/><Relationship Id="rId183" Type="http://schemas.openxmlformats.org/officeDocument/2006/relationships/image" Target="../media/image397.png"/><Relationship Id="rId24" Type="http://schemas.openxmlformats.org/officeDocument/2006/relationships/customXml" Target="../ink/ink318.xml"/><Relationship Id="rId45" Type="http://schemas.openxmlformats.org/officeDocument/2006/relationships/image" Target="../media/image328.png"/><Relationship Id="rId66" Type="http://schemas.openxmlformats.org/officeDocument/2006/relationships/customXml" Target="../ink/ink339.xml"/><Relationship Id="rId87" Type="http://schemas.openxmlformats.org/officeDocument/2006/relationships/image" Target="../media/image349.png"/><Relationship Id="rId110" Type="http://schemas.openxmlformats.org/officeDocument/2006/relationships/customXml" Target="../ink/ink361.xml"/><Relationship Id="rId131" Type="http://schemas.openxmlformats.org/officeDocument/2006/relationships/image" Target="../media/image371.png"/><Relationship Id="rId61" Type="http://schemas.openxmlformats.org/officeDocument/2006/relationships/image" Target="../media/image336.png"/><Relationship Id="rId82" Type="http://schemas.openxmlformats.org/officeDocument/2006/relationships/customXml" Target="../ink/ink347.xml"/><Relationship Id="rId152" Type="http://schemas.openxmlformats.org/officeDocument/2006/relationships/customXml" Target="../ink/ink382.xml"/><Relationship Id="rId173" Type="http://schemas.openxmlformats.org/officeDocument/2006/relationships/image" Target="../media/image392.png"/><Relationship Id="rId194" Type="http://schemas.openxmlformats.org/officeDocument/2006/relationships/customXml" Target="../ink/ink403.xml"/><Relationship Id="rId199" Type="http://schemas.openxmlformats.org/officeDocument/2006/relationships/image" Target="../media/image405.png"/><Relationship Id="rId203" Type="http://schemas.openxmlformats.org/officeDocument/2006/relationships/image" Target="../media/image407.png"/><Relationship Id="rId208" Type="http://schemas.openxmlformats.org/officeDocument/2006/relationships/customXml" Target="../ink/ink410.xml"/><Relationship Id="rId19" Type="http://schemas.openxmlformats.org/officeDocument/2006/relationships/image" Target="../media/image315.png"/><Relationship Id="rId14" Type="http://schemas.openxmlformats.org/officeDocument/2006/relationships/customXml" Target="../ink/ink313.xml"/><Relationship Id="rId30" Type="http://schemas.openxmlformats.org/officeDocument/2006/relationships/customXml" Target="../ink/ink321.xml"/><Relationship Id="rId35" Type="http://schemas.openxmlformats.org/officeDocument/2006/relationships/image" Target="../media/image323.png"/><Relationship Id="rId56" Type="http://schemas.openxmlformats.org/officeDocument/2006/relationships/customXml" Target="../ink/ink334.xml"/><Relationship Id="rId77" Type="http://schemas.openxmlformats.org/officeDocument/2006/relationships/image" Target="../media/image344.png"/><Relationship Id="rId100" Type="http://schemas.openxmlformats.org/officeDocument/2006/relationships/customXml" Target="../ink/ink356.xml"/><Relationship Id="rId105" Type="http://schemas.openxmlformats.org/officeDocument/2006/relationships/image" Target="../media/image358.png"/><Relationship Id="rId126" Type="http://schemas.openxmlformats.org/officeDocument/2006/relationships/customXml" Target="../ink/ink369.xml"/><Relationship Id="rId147" Type="http://schemas.openxmlformats.org/officeDocument/2006/relationships/image" Target="../media/image379.png"/><Relationship Id="rId168" Type="http://schemas.openxmlformats.org/officeDocument/2006/relationships/customXml" Target="../ink/ink390.xml"/><Relationship Id="rId8" Type="http://schemas.openxmlformats.org/officeDocument/2006/relationships/customXml" Target="../ink/ink310.xml"/><Relationship Id="rId51" Type="http://schemas.openxmlformats.org/officeDocument/2006/relationships/image" Target="../media/image331.png"/><Relationship Id="rId72" Type="http://schemas.openxmlformats.org/officeDocument/2006/relationships/customXml" Target="../ink/ink342.xml"/><Relationship Id="rId93" Type="http://schemas.openxmlformats.org/officeDocument/2006/relationships/image" Target="../media/image352.png"/><Relationship Id="rId98" Type="http://schemas.openxmlformats.org/officeDocument/2006/relationships/customXml" Target="../ink/ink355.xml"/><Relationship Id="rId121" Type="http://schemas.openxmlformats.org/officeDocument/2006/relationships/image" Target="../media/image366.png"/><Relationship Id="rId142" Type="http://schemas.openxmlformats.org/officeDocument/2006/relationships/customXml" Target="../ink/ink377.xml"/><Relationship Id="rId163" Type="http://schemas.openxmlformats.org/officeDocument/2006/relationships/image" Target="../media/image387.png"/><Relationship Id="rId184" Type="http://schemas.openxmlformats.org/officeDocument/2006/relationships/customXml" Target="../ink/ink398.xml"/><Relationship Id="rId189" Type="http://schemas.openxmlformats.org/officeDocument/2006/relationships/image" Target="../media/image400.png"/><Relationship Id="rId3" Type="http://schemas.openxmlformats.org/officeDocument/2006/relationships/image" Target="../media/image307.png"/><Relationship Id="rId25" Type="http://schemas.openxmlformats.org/officeDocument/2006/relationships/image" Target="../media/image318.png"/><Relationship Id="rId46" Type="http://schemas.openxmlformats.org/officeDocument/2006/relationships/customXml" Target="../ink/ink329.xml"/><Relationship Id="rId67" Type="http://schemas.openxmlformats.org/officeDocument/2006/relationships/image" Target="../media/image339.png"/><Relationship Id="rId116" Type="http://schemas.openxmlformats.org/officeDocument/2006/relationships/customXml" Target="../ink/ink364.xml"/><Relationship Id="rId137" Type="http://schemas.openxmlformats.org/officeDocument/2006/relationships/image" Target="../media/image374.png"/><Relationship Id="rId158" Type="http://schemas.openxmlformats.org/officeDocument/2006/relationships/customXml" Target="../ink/ink385.xml"/><Relationship Id="rId20" Type="http://schemas.openxmlformats.org/officeDocument/2006/relationships/customXml" Target="../ink/ink316.xml"/><Relationship Id="rId41" Type="http://schemas.openxmlformats.org/officeDocument/2006/relationships/image" Target="../media/image326.png"/><Relationship Id="rId62" Type="http://schemas.openxmlformats.org/officeDocument/2006/relationships/customXml" Target="../ink/ink337.xml"/><Relationship Id="rId83" Type="http://schemas.openxmlformats.org/officeDocument/2006/relationships/image" Target="../media/image347.png"/><Relationship Id="rId88" Type="http://schemas.openxmlformats.org/officeDocument/2006/relationships/customXml" Target="../ink/ink350.xml"/><Relationship Id="rId111" Type="http://schemas.openxmlformats.org/officeDocument/2006/relationships/image" Target="../media/image361.png"/><Relationship Id="rId132" Type="http://schemas.openxmlformats.org/officeDocument/2006/relationships/customXml" Target="../ink/ink372.xml"/><Relationship Id="rId153" Type="http://schemas.openxmlformats.org/officeDocument/2006/relationships/image" Target="../media/image382.png"/><Relationship Id="rId174" Type="http://schemas.openxmlformats.org/officeDocument/2006/relationships/customXml" Target="../ink/ink393.xml"/><Relationship Id="rId179" Type="http://schemas.openxmlformats.org/officeDocument/2006/relationships/image" Target="../media/image395.png"/><Relationship Id="rId195" Type="http://schemas.openxmlformats.org/officeDocument/2006/relationships/image" Target="../media/image403.png"/><Relationship Id="rId209" Type="http://schemas.openxmlformats.org/officeDocument/2006/relationships/image" Target="../media/image410.png"/><Relationship Id="rId190" Type="http://schemas.openxmlformats.org/officeDocument/2006/relationships/customXml" Target="../ink/ink401.xml"/><Relationship Id="rId204" Type="http://schemas.openxmlformats.org/officeDocument/2006/relationships/customXml" Target="../ink/ink408.xml"/><Relationship Id="rId15" Type="http://schemas.openxmlformats.org/officeDocument/2006/relationships/image" Target="../media/image313.png"/><Relationship Id="rId36" Type="http://schemas.openxmlformats.org/officeDocument/2006/relationships/customXml" Target="../ink/ink324.xml"/><Relationship Id="rId57" Type="http://schemas.openxmlformats.org/officeDocument/2006/relationships/image" Target="../media/image334.png"/><Relationship Id="rId106" Type="http://schemas.openxmlformats.org/officeDocument/2006/relationships/customXml" Target="../ink/ink359.xml"/><Relationship Id="rId127" Type="http://schemas.openxmlformats.org/officeDocument/2006/relationships/image" Target="../media/image369.png"/><Relationship Id="rId10" Type="http://schemas.openxmlformats.org/officeDocument/2006/relationships/customXml" Target="../ink/ink311.xml"/><Relationship Id="rId31" Type="http://schemas.openxmlformats.org/officeDocument/2006/relationships/image" Target="../media/image321.png"/><Relationship Id="rId52" Type="http://schemas.openxmlformats.org/officeDocument/2006/relationships/customXml" Target="../ink/ink332.xml"/><Relationship Id="rId73" Type="http://schemas.openxmlformats.org/officeDocument/2006/relationships/image" Target="../media/image342.png"/><Relationship Id="rId78" Type="http://schemas.openxmlformats.org/officeDocument/2006/relationships/customXml" Target="../ink/ink345.xml"/><Relationship Id="rId94" Type="http://schemas.openxmlformats.org/officeDocument/2006/relationships/customXml" Target="../ink/ink353.xml"/><Relationship Id="rId99" Type="http://schemas.openxmlformats.org/officeDocument/2006/relationships/image" Target="../media/image355.png"/><Relationship Id="rId101" Type="http://schemas.openxmlformats.org/officeDocument/2006/relationships/image" Target="../media/image356.png"/><Relationship Id="rId122" Type="http://schemas.openxmlformats.org/officeDocument/2006/relationships/customXml" Target="../ink/ink367.xml"/><Relationship Id="rId143" Type="http://schemas.openxmlformats.org/officeDocument/2006/relationships/image" Target="../media/image377.png"/><Relationship Id="rId148" Type="http://schemas.openxmlformats.org/officeDocument/2006/relationships/customXml" Target="../ink/ink380.xml"/><Relationship Id="rId164" Type="http://schemas.openxmlformats.org/officeDocument/2006/relationships/customXml" Target="../ink/ink388.xml"/><Relationship Id="rId169" Type="http://schemas.openxmlformats.org/officeDocument/2006/relationships/image" Target="../media/image390.png"/><Relationship Id="rId185" Type="http://schemas.openxmlformats.org/officeDocument/2006/relationships/image" Target="../media/image398.png"/><Relationship Id="rId4" Type="http://schemas.openxmlformats.org/officeDocument/2006/relationships/customXml" Target="../ink/ink308.xml"/><Relationship Id="rId9" Type="http://schemas.openxmlformats.org/officeDocument/2006/relationships/image" Target="../media/image310.png"/><Relationship Id="rId180" Type="http://schemas.openxmlformats.org/officeDocument/2006/relationships/customXml" Target="../ink/ink396.xml"/><Relationship Id="rId210" Type="http://schemas.openxmlformats.org/officeDocument/2006/relationships/customXml" Target="../ink/ink411.xml"/><Relationship Id="rId26" Type="http://schemas.openxmlformats.org/officeDocument/2006/relationships/customXml" Target="../ink/ink319.xml"/><Relationship Id="rId47" Type="http://schemas.openxmlformats.org/officeDocument/2006/relationships/image" Target="../media/image329.png"/><Relationship Id="rId68" Type="http://schemas.openxmlformats.org/officeDocument/2006/relationships/customXml" Target="../ink/ink340.xml"/><Relationship Id="rId89" Type="http://schemas.openxmlformats.org/officeDocument/2006/relationships/image" Target="../media/image350.png"/><Relationship Id="rId112" Type="http://schemas.openxmlformats.org/officeDocument/2006/relationships/customXml" Target="../ink/ink362.xml"/><Relationship Id="rId133" Type="http://schemas.openxmlformats.org/officeDocument/2006/relationships/image" Target="../media/image372.png"/><Relationship Id="rId154" Type="http://schemas.openxmlformats.org/officeDocument/2006/relationships/customXml" Target="../ink/ink383.xml"/><Relationship Id="rId175" Type="http://schemas.openxmlformats.org/officeDocument/2006/relationships/image" Target="../media/image393.png"/><Relationship Id="rId196" Type="http://schemas.openxmlformats.org/officeDocument/2006/relationships/customXml" Target="../ink/ink404.xml"/><Relationship Id="rId200" Type="http://schemas.openxmlformats.org/officeDocument/2006/relationships/customXml" Target="../ink/ink406.xml"/><Relationship Id="rId16" Type="http://schemas.openxmlformats.org/officeDocument/2006/relationships/customXml" Target="../ink/ink314.xml"/><Relationship Id="rId37" Type="http://schemas.openxmlformats.org/officeDocument/2006/relationships/image" Target="../media/image324.png"/><Relationship Id="rId58" Type="http://schemas.openxmlformats.org/officeDocument/2006/relationships/customXml" Target="../ink/ink335.xml"/><Relationship Id="rId79" Type="http://schemas.openxmlformats.org/officeDocument/2006/relationships/image" Target="../media/image345.png"/><Relationship Id="rId102" Type="http://schemas.openxmlformats.org/officeDocument/2006/relationships/customXml" Target="../ink/ink357.xml"/><Relationship Id="rId123" Type="http://schemas.openxmlformats.org/officeDocument/2006/relationships/image" Target="../media/image367.png"/><Relationship Id="rId144" Type="http://schemas.openxmlformats.org/officeDocument/2006/relationships/customXml" Target="../ink/ink378.xml"/><Relationship Id="rId90" Type="http://schemas.openxmlformats.org/officeDocument/2006/relationships/customXml" Target="../ink/ink351.xml"/><Relationship Id="rId165" Type="http://schemas.openxmlformats.org/officeDocument/2006/relationships/image" Target="../media/image388.png"/><Relationship Id="rId186" Type="http://schemas.openxmlformats.org/officeDocument/2006/relationships/customXml" Target="../ink/ink399.xml"/><Relationship Id="rId211" Type="http://schemas.openxmlformats.org/officeDocument/2006/relationships/image" Target="../media/image411.png"/><Relationship Id="rId27" Type="http://schemas.openxmlformats.org/officeDocument/2006/relationships/image" Target="../media/image319.png"/><Relationship Id="rId48" Type="http://schemas.openxmlformats.org/officeDocument/2006/relationships/customXml" Target="../ink/ink330.xml"/><Relationship Id="rId69" Type="http://schemas.openxmlformats.org/officeDocument/2006/relationships/image" Target="../media/image340.png"/><Relationship Id="rId113" Type="http://schemas.openxmlformats.org/officeDocument/2006/relationships/image" Target="../media/image362.png"/><Relationship Id="rId134" Type="http://schemas.openxmlformats.org/officeDocument/2006/relationships/customXml" Target="../ink/ink373.xml"/><Relationship Id="rId80" Type="http://schemas.openxmlformats.org/officeDocument/2006/relationships/customXml" Target="../ink/ink346.xml"/><Relationship Id="rId155" Type="http://schemas.openxmlformats.org/officeDocument/2006/relationships/image" Target="../media/image383.png"/><Relationship Id="rId176" Type="http://schemas.openxmlformats.org/officeDocument/2006/relationships/customXml" Target="../ink/ink394.xml"/><Relationship Id="rId197" Type="http://schemas.openxmlformats.org/officeDocument/2006/relationships/image" Target="../media/image404.png"/><Relationship Id="rId201" Type="http://schemas.openxmlformats.org/officeDocument/2006/relationships/image" Target="../media/image406.png"/><Relationship Id="rId17" Type="http://schemas.openxmlformats.org/officeDocument/2006/relationships/image" Target="../media/image314.png"/><Relationship Id="rId38" Type="http://schemas.openxmlformats.org/officeDocument/2006/relationships/customXml" Target="../ink/ink325.xml"/><Relationship Id="rId59" Type="http://schemas.openxmlformats.org/officeDocument/2006/relationships/image" Target="../media/image335.png"/><Relationship Id="rId103" Type="http://schemas.openxmlformats.org/officeDocument/2006/relationships/image" Target="../media/image357.png"/><Relationship Id="rId124" Type="http://schemas.openxmlformats.org/officeDocument/2006/relationships/customXml" Target="../ink/ink368.xml"/><Relationship Id="rId70" Type="http://schemas.openxmlformats.org/officeDocument/2006/relationships/customXml" Target="../ink/ink341.xml"/><Relationship Id="rId91" Type="http://schemas.openxmlformats.org/officeDocument/2006/relationships/image" Target="../media/image351.png"/><Relationship Id="rId145" Type="http://schemas.openxmlformats.org/officeDocument/2006/relationships/image" Target="../media/image378.png"/><Relationship Id="rId166" Type="http://schemas.openxmlformats.org/officeDocument/2006/relationships/customXml" Target="../ink/ink389.xml"/><Relationship Id="rId187" Type="http://schemas.openxmlformats.org/officeDocument/2006/relationships/image" Target="../media/image39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320.xml"/><Relationship Id="rId49" Type="http://schemas.openxmlformats.org/officeDocument/2006/relationships/image" Target="../media/image330.png"/><Relationship Id="rId114" Type="http://schemas.openxmlformats.org/officeDocument/2006/relationships/customXml" Target="../ink/ink363.xml"/><Relationship Id="rId60" Type="http://schemas.openxmlformats.org/officeDocument/2006/relationships/customXml" Target="../ink/ink336.xml"/><Relationship Id="rId81" Type="http://schemas.openxmlformats.org/officeDocument/2006/relationships/image" Target="../media/image346.png"/><Relationship Id="rId135" Type="http://schemas.openxmlformats.org/officeDocument/2006/relationships/image" Target="../media/image373.png"/><Relationship Id="rId156" Type="http://schemas.openxmlformats.org/officeDocument/2006/relationships/customXml" Target="../ink/ink384.xml"/><Relationship Id="rId177" Type="http://schemas.openxmlformats.org/officeDocument/2006/relationships/image" Target="../media/image394.png"/><Relationship Id="rId198" Type="http://schemas.openxmlformats.org/officeDocument/2006/relationships/customXml" Target="../ink/ink405.xml"/><Relationship Id="rId202" Type="http://schemas.openxmlformats.org/officeDocument/2006/relationships/customXml" Target="../ink/ink407.xml"/><Relationship Id="rId18" Type="http://schemas.openxmlformats.org/officeDocument/2006/relationships/customXml" Target="../ink/ink315.xml"/><Relationship Id="rId39" Type="http://schemas.openxmlformats.org/officeDocument/2006/relationships/image" Target="../media/image325.png"/><Relationship Id="rId50" Type="http://schemas.openxmlformats.org/officeDocument/2006/relationships/customXml" Target="../ink/ink331.xml"/><Relationship Id="rId104" Type="http://schemas.openxmlformats.org/officeDocument/2006/relationships/customXml" Target="../ink/ink358.xml"/><Relationship Id="rId125" Type="http://schemas.openxmlformats.org/officeDocument/2006/relationships/image" Target="../media/image368.png"/><Relationship Id="rId146" Type="http://schemas.openxmlformats.org/officeDocument/2006/relationships/customXml" Target="../ink/ink379.xml"/><Relationship Id="rId167" Type="http://schemas.openxmlformats.org/officeDocument/2006/relationships/image" Target="../media/image389.png"/><Relationship Id="rId188" Type="http://schemas.openxmlformats.org/officeDocument/2006/relationships/customXml" Target="../ink/ink400.xml"/><Relationship Id="rId71" Type="http://schemas.openxmlformats.org/officeDocument/2006/relationships/image" Target="../media/image341.png"/><Relationship Id="rId92" Type="http://schemas.openxmlformats.org/officeDocument/2006/relationships/customXml" Target="../ink/ink352.xml"/><Relationship Id="rId2" Type="http://schemas.openxmlformats.org/officeDocument/2006/relationships/customXml" Target="../ink/ink307.xml"/><Relationship Id="rId29" Type="http://schemas.openxmlformats.org/officeDocument/2006/relationships/image" Target="../media/image320.png"/><Relationship Id="rId40" Type="http://schemas.openxmlformats.org/officeDocument/2006/relationships/customXml" Target="../ink/ink326.xml"/><Relationship Id="rId115" Type="http://schemas.openxmlformats.org/officeDocument/2006/relationships/image" Target="../media/image363.png"/><Relationship Id="rId136" Type="http://schemas.openxmlformats.org/officeDocument/2006/relationships/customXml" Target="../ink/ink374.xml"/><Relationship Id="rId157" Type="http://schemas.openxmlformats.org/officeDocument/2006/relationships/image" Target="../media/image384.png"/><Relationship Id="rId178" Type="http://schemas.openxmlformats.org/officeDocument/2006/relationships/customXml" Target="../ink/ink395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69.png"/><Relationship Id="rId21" Type="http://schemas.openxmlformats.org/officeDocument/2006/relationships/image" Target="../media/image421.png"/><Relationship Id="rId42" Type="http://schemas.openxmlformats.org/officeDocument/2006/relationships/customXml" Target="../ink/ink432.xml"/><Relationship Id="rId63" Type="http://schemas.openxmlformats.org/officeDocument/2006/relationships/image" Target="../media/image442.png"/><Relationship Id="rId84" Type="http://schemas.openxmlformats.org/officeDocument/2006/relationships/customXml" Target="../ink/ink453.xml"/><Relationship Id="rId138" Type="http://schemas.openxmlformats.org/officeDocument/2006/relationships/customXml" Target="../ink/ink480.xml"/><Relationship Id="rId159" Type="http://schemas.openxmlformats.org/officeDocument/2006/relationships/image" Target="../media/image490.png"/><Relationship Id="rId170" Type="http://schemas.openxmlformats.org/officeDocument/2006/relationships/customXml" Target="../ink/ink496.xml"/><Relationship Id="rId191" Type="http://schemas.openxmlformats.org/officeDocument/2006/relationships/image" Target="../media/image506.png"/><Relationship Id="rId205" Type="http://schemas.openxmlformats.org/officeDocument/2006/relationships/image" Target="../media/image513.png"/><Relationship Id="rId107" Type="http://schemas.openxmlformats.org/officeDocument/2006/relationships/image" Target="../media/image464.png"/><Relationship Id="rId11" Type="http://schemas.openxmlformats.org/officeDocument/2006/relationships/image" Target="../media/image416.png"/><Relationship Id="rId32" Type="http://schemas.openxmlformats.org/officeDocument/2006/relationships/customXml" Target="../ink/ink427.xml"/><Relationship Id="rId53" Type="http://schemas.openxmlformats.org/officeDocument/2006/relationships/image" Target="../media/image437.png"/><Relationship Id="rId74" Type="http://schemas.openxmlformats.org/officeDocument/2006/relationships/customXml" Target="../ink/ink448.xml"/><Relationship Id="rId128" Type="http://schemas.openxmlformats.org/officeDocument/2006/relationships/customXml" Target="../ink/ink475.xml"/><Relationship Id="rId149" Type="http://schemas.openxmlformats.org/officeDocument/2006/relationships/image" Target="../media/image485.png"/><Relationship Id="rId5" Type="http://schemas.openxmlformats.org/officeDocument/2006/relationships/image" Target="../media/image413.png"/><Relationship Id="rId95" Type="http://schemas.openxmlformats.org/officeDocument/2006/relationships/image" Target="../media/image458.png"/><Relationship Id="rId160" Type="http://schemas.openxmlformats.org/officeDocument/2006/relationships/customXml" Target="../ink/ink491.xml"/><Relationship Id="rId181" Type="http://schemas.openxmlformats.org/officeDocument/2006/relationships/image" Target="../media/image501.png"/><Relationship Id="rId216" Type="http://schemas.openxmlformats.org/officeDocument/2006/relationships/customXml" Target="../ink/ink519.xml"/><Relationship Id="rId22" Type="http://schemas.openxmlformats.org/officeDocument/2006/relationships/customXml" Target="../ink/ink422.xml"/><Relationship Id="rId43" Type="http://schemas.openxmlformats.org/officeDocument/2006/relationships/image" Target="../media/image432.png"/><Relationship Id="rId64" Type="http://schemas.openxmlformats.org/officeDocument/2006/relationships/customXml" Target="../ink/ink443.xml"/><Relationship Id="rId118" Type="http://schemas.openxmlformats.org/officeDocument/2006/relationships/customXml" Target="../ink/ink470.xml"/><Relationship Id="rId139" Type="http://schemas.openxmlformats.org/officeDocument/2006/relationships/image" Target="../media/image480.png"/><Relationship Id="rId85" Type="http://schemas.openxmlformats.org/officeDocument/2006/relationships/image" Target="../media/image453.png"/><Relationship Id="rId150" Type="http://schemas.openxmlformats.org/officeDocument/2006/relationships/customXml" Target="../ink/ink486.xml"/><Relationship Id="rId171" Type="http://schemas.openxmlformats.org/officeDocument/2006/relationships/image" Target="../media/image496.png"/><Relationship Id="rId192" Type="http://schemas.openxmlformats.org/officeDocument/2006/relationships/customXml" Target="../ink/ink507.xml"/><Relationship Id="rId206" Type="http://schemas.openxmlformats.org/officeDocument/2006/relationships/customXml" Target="../ink/ink514.xml"/><Relationship Id="rId12" Type="http://schemas.openxmlformats.org/officeDocument/2006/relationships/customXml" Target="../ink/ink417.xml"/><Relationship Id="rId33" Type="http://schemas.openxmlformats.org/officeDocument/2006/relationships/image" Target="../media/image427.png"/><Relationship Id="rId108" Type="http://schemas.openxmlformats.org/officeDocument/2006/relationships/customXml" Target="../ink/ink465.xml"/><Relationship Id="rId129" Type="http://schemas.openxmlformats.org/officeDocument/2006/relationships/image" Target="../media/image475.png"/><Relationship Id="rId54" Type="http://schemas.openxmlformats.org/officeDocument/2006/relationships/customXml" Target="../ink/ink438.xml"/><Relationship Id="rId75" Type="http://schemas.openxmlformats.org/officeDocument/2006/relationships/image" Target="../media/image448.png"/><Relationship Id="rId96" Type="http://schemas.openxmlformats.org/officeDocument/2006/relationships/customXml" Target="../ink/ink459.xml"/><Relationship Id="rId140" Type="http://schemas.openxmlformats.org/officeDocument/2006/relationships/customXml" Target="../ink/ink481.xml"/><Relationship Id="rId161" Type="http://schemas.openxmlformats.org/officeDocument/2006/relationships/image" Target="../media/image491.png"/><Relationship Id="rId182" Type="http://schemas.openxmlformats.org/officeDocument/2006/relationships/customXml" Target="../ink/ink502.xml"/><Relationship Id="rId217" Type="http://schemas.openxmlformats.org/officeDocument/2006/relationships/image" Target="../media/image519.png"/><Relationship Id="rId6" Type="http://schemas.openxmlformats.org/officeDocument/2006/relationships/customXml" Target="../ink/ink414.xml"/><Relationship Id="rId23" Type="http://schemas.openxmlformats.org/officeDocument/2006/relationships/image" Target="../media/image422.png"/><Relationship Id="rId119" Type="http://schemas.openxmlformats.org/officeDocument/2006/relationships/image" Target="../media/image470.png"/><Relationship Id="rId44" Type="http://schemas.openxmlformats.org/officeDocument/2006/relationships/customXml" Target="../ink/ink433.xml"/><Relationship Id="rId65" Type="http://schemas.openxmlformats.org/officeDocument/2006/relationships/image" Target="../media/image443.png"/><Relationship Id="rId86" Type="http://schemas.openxmlformats.org/officeDocument/2006/relationships/customXml" Target="../ink/ink454.xml"/><Relationship Id="rId130" Type="http://schemas.openxmlformats.org/officeDocument/2006/relationships/customXml" Target="../ink/ink476.xml"/><Relationship Id="rId151" Type="http://schemas.openxmlformats.org/officeDocument/2006/relationships/image" Target="../media/image486.png"/><Relationship Id="rId172" Type="http://schemas.openxmlformats.org/officeDocument/2006/relationships/customXml" Target="../ink/ink497.xml"/><Relationship Id="rId193" Type="http://schemas.openxmlformats.org/officeDocument/2006/relationships/image" Target="../media/image507.png"/><Relationship Id="rId207" Type="http://schemas.openxmlformats.org/officeDocument/2006/relationships/image" Target="../media/image514.png"/><Relationship Id="rId13" Type="http://schemas.openxmlformats.org/officeDocument/2006/relationships/image" Target="../media/image417.png"/><Relationship Id="rId109" Type="http://schemas.openxmlformats.org/officeDocument/2006/relationships/image" Target="../media/image465.png"/><Relationship Id="rId34" Type="http://schemas.openxmlformats.org/officeDocument/2006/relationships/customXml" Target="../ink/ink428.xml"/><Relationship Id="rId55" Type="http://schemas.openxmlformats.org/officeDocument/2006/relationships/image" Target="../media/image438.png"/><Relationship Id="rId76" Type="http://schemas.openxmlformats.org/officeDocument/2006/relationships/customXml" Target="../ink/ink449.xml"/><Relationship Id="rId97" Type="http://schemas.openxmlformats.org/officeDocument/2006/relationships/image" Target="../media/image459.png"/><Relationship Id="rId120" Type="http://schemas.openxmlformats.org/officeDocument/2006/relationships/customXml" Target="../ink/ink471.xml"/><Relationship Id="rId141" Type="http://schemas.openxmlformats.org/officeDocument/2006/relationships/image" Target="../media/image481.png"/><Relationship Id="rId7" Type="http://schemas.openxmlformats.org/officeDocument/2006/relationships/image" Target="../media/image414.png"/><Relationship Id="rId162" Type="http://schemas.openxmlformats.org/officeDocument/2006/relationships/customXml" Target="../ink/ink492.xml"/><Relationship Id="rId183" Type="http://schemas.openxmlformats.org/officeDocument/2006/relationships/image" Target="../media/image502.png"/><Relationship Id="rId218" Type="http://schemas.openxmlformats.org/officeDocument/2006/relationships/customXml" Target="../ink/ink520.xml"/><Relationship Id="rId24" Type="http://schemas.openxmlformats.org/officeDocument/2006/relationships/customXml" Target="../ink/ink423.xml"/><Relationship Id="rId45" Type="http://schemas.openxmlformats.org/officeDocument/2006/relationships/image" Target="../media/image433.png"/><Relationship Id="rId66" Type="http://schemas.openxmlformats.org/officeDocument/2006/relationships/customXml" Target="../ink/ink444.xml"/><Relationship Id="rId87" Type="http://schemas.openxmlformats.org/officeDocument/2006/relationships/image" Target="../media/image454.png"/><Relationship Id="rId110" Type="http://schemas.openxmlformats.org/officeDocument/2006/relationships/customXml" Target="../ink/ink466.xml"/><Relationship Id="rId131" Type="http://schemas.openxmlformats.org/officeDocument/2006/relationships/image" Target="../media/image476.png"/><Relationship Id="rId152" Type="http://schemas.openxmlformats.org/officeDocument/2006/relationships/customXml" Target="../ink/ink487.xml"/><Relationship Id="rId173" Type="http://schemas.openxmlformats.org/officeDocument/2006/relationships/image" Target="../media/image497.png"/><Relationship Id="rId194" Type="http://schemas.openxmlformats.org/officeDocument/2006/relationships/customXml" Target="../ink/ink508.xml"/><Relationship Id="rId208" Type="http://schemas.openxmlformats.org/officeDocument/2006/relationships/customXml" Target="../ink/ink515.xml"/><Relationship Id="rId14" Type="http://schemas.openxmlformats.org/officeDocument/2006/relationships/customXml" Target="../ink/ink418.xml"/><Relationship Id="rId35" Type="http://schemas.openxmlformats.org/officeDocument/2006/relationships/image" Target="../media/image428.png"/><Relationship Id="rId56" Type="http://schemas.openxmlformats.org/officeDocument/2006/relationships/customXml" Target="../ink/ink439.xml"/><Relationship Id="rId77" Type="http://schemas.openxmlformats.org/officeDocument/2006/relationships/image" Target="../media/image449.png"/><Relationship Id="rId100" Type="http://schemas.openxmlformats.org/officeDocument/2006/relationships/customXml" Target="../ink/ink461.xml"/><Relationship Id="rId8" Type="http://schemas.openxmlformats.org/officeDocument/2006/relationships/customXml" Target="../ink/ink415.xml"/><Relationship Id="rId98" Type="http://schemas.openxmlformats.org/officeDocument/2006/relationships/customXml" Target="../ink/ink460.xml"/><Relationship Id="rId121" Type="http://schemas.openxmlformats.org/officeDocument/2006/relationships/image" Target="../media/image471.png"/><Relationship Id="rId142" Type="http://schemas.openxmlformats.org/officeDocument/2006/relationships/customXml" Target="../ink/ink482.xml"/><Relationship Id="rId163" Type="http://schemas.openxmlformats.org/officeDocument/2006/relationships/image" Target="../media/image492.png"/><Relationship Id="rId184" Type="http://schemas.openxmlformats.org/officeDocument/2006/relationships/customXml" Target="../ink/ink503.xml"/><Relationship Id="rId219" Type="http://schemas.openxmlformats.org/officeDocument/2006/relationships/image" Target="../media/image520.png"/><Relationship Id="rId3" Type="http://schemas.openxmlformats.org/officeDocument/2006/relationships/image" Target="../media/image412.png"/><Relationship Id="rId214" Type="http://schemas.openxmlformats.org/officeDocument/2006/relationships/customXml" Target="../ink/ink518.xml"/><Relationship Id="rId25" Type="http://schemas.openxmlformats.org/officeDocument/2006/relationships/image" Target="../media/image423.png"/><Relationship Id="rId46" Type="http://schemas.openxmlformats.org/officeDocument/2006/relationships/customXml" Target="../ink/ink434.xml"/><Relationship Id="rId67" Type="http://schemas.openxmlformats.org/officeDocument/2006/relationships/image" Target="../media/image444.png"/><Relationship Id="rId116" Type="http://schemas.openxmlformats.org/officeDocument/2006/relationships/customXml" Target="../ink/ink469.xml"/><Relationship Id="rId137" Type="http://schemas.openxmlformats.org/officeDocument/2006/relationships/image" Target="../media/image479.png"/><Relationship Id="rId158" Type="http://schemas.openxmlformats.org/officeDocument/2006/relationships/customXml" Target="../ink/ink490.xml"/><Relationship Id="rId20" Type="http://schemas.openxmlformats.org/officeDocument/2006/relationships/customXml" Target="../ink/ink421.xml"/><Relationship Id="rId41" Type="http://schemas.openxmlformats.org/officeDocument/2006/relationships/image" Target="../media/image431.png"/><Relationship Id="rId62" Type="http://schemas.openxmlformats.org/officeDocument/2006/relationships/customXml" Target="../ink/ink442.xml"/><Relationship Id="rId83" Type="http://schemas.openxmlformats.org/officeDocument/2006/relationships/image" Target="../media/image452.png"/><Relationship Id="rId88" Type="http://schemas.openxmlformats.org/officeDocument/2006/relationships/customXml" Target="../ink/ink455.xml"/><Relationship Id="rId111" Type="http://schemas.openxmlformats.org/officeDocument/2006/relationships/image" Target="../media/image466.png"/><Relationship Id="rId132" Type="http://schemas.openxmlformats.org/officeDocument/2006/relationships/customXml" Target="../ink/ink477.xml"/><Relationship Id="rId153" Type="http://schemas.openxmlformats.org/officeDocument/2006/relationships/image" Target="../media/image487.png"/><Relationship Id="rId174" Type="http://schemas.openxmlformats.org/officeDocument/2006/relationships/customXml" Target="../ink/ink498.xml"/><Relationship Id="rId179" Type="http://schemas.openxmlformats.org/officeDocument/2006/relationships/image" Target="../media/image500.png"/><Relationship Id="rId195" Type="http://schemas.openxmlformats.org/officeDocument/2006/relationships/image" Target="../media/image508.png"/><Relationship Id="rId209" Type="http://schemas.openxmlformats.org/officeDocument/2006/relationships/image" Target="../media/image515.png"/><Relationship Id="rId190" Type="http://schemas.openxmlformats.org/officeDocument/2006/relationships/customXml" Target="../ink/ink506.xml"/><Relationship Id="rId204" Type="http://schemas.openxmlformats.org/officeDocument/2006/relationships/customXml" Target="../ink/ink513.xml"/><Relationship Id="rId220" Type="http://schemas.openxmlformats.org/officeDocument/2006/relationships/customXml" Target="../ink/ink521.xml"/><Relationship Id="rId225" Type="http://schemas.openxmlformats.org/officeDocument/2006/relationships/image" Target="../media/image523.png"/><Relationship Id="rId15" Type="http://schemas.openxmlformats.org/officeDocument/2006/relationships/image" Target="../media/image418.png"/><Relationship Id="rId36" Type="http://schemas.openxmlformats.org/officeDocument/2006/relationships/customXml" Target="../ink/ink429.xml"/><Relationship Id="rId57" Type="http://schemas.openxmlformats.org/officeDocument/2006/relationships/image" Target="../media/image439.png"/><Relationship Id="rId106" Type="http://schemas.openxmlformats.org/officeDocument/2006/relationships/customXml" Target="../ink/ink464.xml"/><Relationship Id="rId127" Type="http://schemas.openxmlformats.org/officeDocument/2006/relationships/image" Target="../media/image474.png"/><Relationship Id="rId10" Type="http://schemas.openxmlformats.org/officeDocument/2006/relationships/customXml" Target="../ink/ink416.xml"/><Relationship Id="rId31" Type="http://schemas.openxmlformats.org/officeDocument/2006/relationships/image" Target="../media/image426.png"/><Relationship Id="rId52" Type="http://schemas.openxmlformats.org/officeDocument/2006/relationships/customXml" Target="../ink/ink437.xml"/><Relationship Id="rId73" Type="http://schemas.openxmlformats.org/officeDocument/2006/relationships/image" Target="../media/image447.png"/><Relationship Id="rId78" Type="http://schemas.openxmlformats.org/officeDocument/2006/relationships/customXml" Target="../ink/ink450.xml"/><Relationship Id="rId94" Type="http://schemas.openxmlformats.org/officeDocument/2006/relationships/customXml" Target="../ink/ink458.xml"/><Relationship Id="rId99" Type="http://schemas.openxmlformats.org/officeDocument/2006/relationships/image" Target="../media/image460.png"/><Relationship Id="rId101" Type="http://schemas.openxmlformats.org/officeDocument/2006/relationships/image" Target="../media/image461.png"/><Relationship Id="rId122" Type="http://schemas.openxmlformats.org/officeDocument/2006/relationships/customXml" Target="../ink/ink472.xml"/><Relationship Id="rId143" Type="http://schemas.openxmlformats.org/officeDocument/2006/relationships/image" Target="../media/image482.png"/><Relationship Id="rId148" Type="http://schemas.openxmlformats.org/officeDocument/2006/relationships/customXml" Target="../ink/ink485.xml"/><Relationship Id="rId164" Type="http://schemas.openxmlformats.org/officeDocument/2006/relationships/customXml" Target="../ink/ink493.xml"/><Relationship Id="rId169" Type="http://schemas.openxmlformats.org/officeDocument/2006/relationships/image" Target="../media/image495.png"/><Relationship Id="rId185" Type="http://schemas.openxmlformats.org/officeDocument/2006/relationships/image" Target="../media/image503.png"/><Relationship Id="rId4" Type="http://schemas.openxmlformats.org/officeDocument/2006/relationships/customXml" Target="../ink/ink413.xml"/><Relationship Id="rId9" Type="http://schemas.openxmlformats.org/officeDocument/2006/relationships/image" Target="../media/image415.png"/><Relationship Id="rId180" Type="http://schemas.openxmlformats.org/officeDocument/2006/relationships/customXml" Target="../ink/ink501.xml"/><Relationship Id="rId210" Type="http://schemas.openxmlformats.org/officeDocument/2006/relationships/customXml" Target="../ink/ink516.xml"/><Relationship Id="rId215" Type="http://schemas.openxmlformats.org/officeDocument/2006/relationships/image" Target="../media/image518.png"/><Relationship Id="rId26" Type="http://schemas.openxmlformats.org/officeDocument/2006/relationships/customXml" Target="../ink/ink424.xml"/><Relationship Id="rId47" Type="http://schemas.openxmlformats.org/officeDocument/2006/relationships/image" Target="../media/image434.png"/><Relationship Id="rId68" Type="http://schemas.openxmlformats.org/officeDocument/2006/relationships/customXml" Target="../ink/ink445.xml"/><Relationship Id="rId89" Type="http://schemas.openxmlformats.org/officeDocument/2006/relationships/image" Target="../media/image455.png"/><Relationship Id="rId112" Type="http://schemas.openxmlformats.org/officeDocument/2006/relationships/customXml" Target="../ink/ink467.xml"/><Relationship Id="rId133" Type="http://schemas.openxmlformats.org/officeDocument/2006/relationships/image" Target="../media/image477.png"/><Relationship Id="rId154" Type="http://schemas.openxmlformats.org/officeDocument/2006/relationships/customXml" Target="../ink/ink488.xml"/><Relationship Id="rId175" Type="http://schemas.openxmlformats.org/officeDocument/2006/relationships/image" Target="../media/image498.png"/><Relationship Id="rId196" Type="http://schemas.openxmlformats.org/officeDocument/2006/relationships/customXml" Target="../ink/ink509.xml"/><Relationship Id="rId200" Type="http://schemas.openxmlformats.org/officeDocument/2006/relationships/customXml" Target="../ink/ink511.xml"/><Relationship Id="rId16" Type="http://schemas.openxmlformats.org/officeDocument/2006/relationships/customXml" Target="../ink/ink419.xml"/><Relationship Id="rId221" Type="http://schemas.openxmlformats.org/officeDocument/2006/relationships/image" Target="../media/image521.png"/><Relationship Id="rId37" Type="http://schemas.openxmlformats.org/officeDocument/2006/relationships/image" Target="../media/image429.png"/><Relationship Id="rId58" Type="http://schemas.openxmlformats.org/officeDocument/2006/relationships/customXml" Target="../ink/ink440.xml"/><Relationship Id="rId79" Type="http://schemas.openxmlformats.org/officeDocument/2006/relationships/image" Target="../media/image450.png"/><Relationship Id="rId102" Type="http://schemas.openxmlformats.org/officeDocument/2006/relationships/customXml" Target="../ink/ink462.xml"/><Relationship Id="rId123" Type="http://schemas.openxmlformats.org/officeDocument/2006/relationships/image" Target="../media/image472.png"/><Relationship Id="rId144" Type="http://schemas.openxmlformats.org/officeDocument/2006/relationships/customXml" Target="../ink/ink483.xml"/><Relationship Id="rId90" Type="http://schemas.openxmlformats.org/officeDocument/2006/relationships/customXml" Target="../ink/ink456.xml"/><Relationship Id="rId165" Type="http://schemas.openxmlformats.org/officeDocument/2006/relationships/image" Target="../media/image493.png"/><Relationship Id="rId186" Type="http://schemas.openxmlformats.org/officeDocument/2006/relationships/customXml" Target="../ink/ink504.xml"/><Relationship Id="rId211" Type="http://schemas.openxmlformats.org/officeDocument/2006/relationships/image" Target="../media/image516.png"/><Relationship Id="rId27" Type="http://schemas.openxmlformats.org/officeDocument/2006/relationships/image" Target="../media/image424.png"/><Relationship Id="rId48" Type="http://schemas.openxmlformats.org/officeDocument/2006/relationships/customXml" Target="../ink/ink435.xml"/><Relationship Id="rId69" Type="http://schemas.openxmlformats.org/officeDocument/2006/relationships/image" Target="../media/image445.png"/><Relationship Id="rId113" Type="http://schemas.openxmlformats.org/officeDocument/2006/relationships/image" Target="../media/image467.png"/><Relationship Id="rId134" Type="http://schemas.openxmlformats.org/officeDocument/2006/relationships/customXml" Target="../ink/ink478.xml"/><Relationship Id="rId80" Type="http://schemas.openxmlformats.org/officeDocument/2006/relationships/customXml" Target="../ink/ink451.xml"/><Relationship Id="rId155" Type="http://schemas.openxmlformats.org/officeDocument/2006/relationships/image" Target="../media/image488.png"/><Relationship Id="rId176" Type="http://schemas.openxmlformats.org/officeDocument/2006/relationships/customXml" Target="../ink/ink499.xml"/><Relationship Id="rId197" Type="http://schemas.openxmlformats.org/officeDocument/2006/relationships/image" Target="../media/image509.png"/><Relationship Id="rId201" Type="http://schemas.openxmlformats.org/officeDocument/2006/relationships/image" Target="../media/image511.png"/><Relationship Id="rId222" Type="http://schemas.openxmlformats.org/officeDocument/2006/relationships/customXml" Target="../ink/ink522.xml"/><Relationship Id="rId17" Type="http://schemas.openxmlformats.org/officeDocument/2006/relationships/image" Target="../media/image419.png"/><Relationship Id="rId38" Type="http://schemas.openxmlformats.org/officeDocument/2006/relationships/customXml" Target="../ink/ink430.xml"/><Relationship Id="rId59" Type="http://schemas.openxmlformats.org/officeDocument/2006/relationships/image" Target="../media/image440.png"/><Relationship Id="rId103" Type="http://schemas.openxmlformats.org/officeDocument/2006/relationships/image" Target="../media/image462.png"/><Relationship Id="rId124" Type="http://schemas.openxmlformats.org/officeDocument/2006/relationships/customXml" Target="../ink/ink473.xml"/><Relationship Id="rId70" Type="http://schemas.openxmlformats.org/officeDocument/2006/relationships/customXml" Target="../ink/ink446.xml"/><Relationship Id="rId91" Type="http://schemas.openxmlformats.org/officeDocument/2006/relationships/image" Target="../media/image456.png"/><Relationship Id="rId145" Type="http://schemas.openxmlformats.org/officeDocument/2006/relationships/image" Target="../media/image483.png"/><Relationship Id="rId166" Type="http://schemas.openxmlformats.org/officeDocument/2006/relationships/customXml" Target="../ink/ink494.xml"/><Relationship Id="rId187" Type="http://schemas.openxmlformats.org/officeDocument/2006/relationships/image" Target="../media/image50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17.xml"/><Relationship Id="rId28" Type="http://schemas.openxmlformats.org/officeDocument/2006/relationships/customXml" Target="../ink/ink425.xml"/><Relationship Id="rId49" Type="http://schemas.openxmlformats.org/officeDocument/2006/relationships/image" Target="../media/image435.png"/><Relationship Id="rId114" Type="http://schemas.openxmlformats.org/officeDocument/2006/relationships/customXml" Target="../ink/ink468.xml"/><Relationship Id="rId60" Type="http://schemas.openxmlformats.org/officeDocument/2006/relationships/customXml" Target="../ink/ink441.xml"/><Relationship Id="rId81" Type="http://schemas.openxmlformats.org/officeDocument/2006/relationships/image" Target="../media/image451.png"/><Relationship Id="rId135" Type="http://schemas.openxmlformats.org/officeDocument/2006/relationships/image" Target="../media/image478.png"/><Relationship Id="rId156" Type="http://schemas.openxmlformats.org/officeDocument/2006/relationships/customXml" Target="../ink/ink489.xml"/><Relationship Id="rId177" Type="http://schemas.openxmlformats.org/officeDocument/2006/relationships/image" Target="../media/image499.png"/><Relationship Id="rId198" Type="http://schemas.openxmlformats.org/officeDocument/2006/relationships/customXml" Target="../ink/ink510.xml"/><Relationship Id="rId202" Type="http://schemas.openxmlformats.org/officeDocument/2006/relationships/customXml" Target="../ink/ink512.xml"/><Relationship Id="rId223" Type="http://schemas.openxmlformats.org/officeDocument/2006/relationships/image" Target="../media/image522.png"/><Relationship Id="rId18" Type="http://schemas.openxmlformats.org/officeDocument/2006/relationships/customXml" Target="../ink/ink420.xml"/><Relationship Id="rId39" Type="http://schemas.openxmlformats.org/officeDocument/2006/relationships/image" Target="../media/image430.png"/><Relationship Id="rId50" Type="http://schemas.openxmlformats.org/officeDocument/2006/relationships/customXml" Target="../ink/ink436.xml"/><Relationship Id="rId104" Type="http://schemas.openxmlformats.org/officeDocument/2006/relationships/customXml" Target="../ink/ink463.xml"/><Relationship Id="rId125" Type="http://schemas.openxmlformats.org/officeDocument/2006/relationships/image" Target="../media/image473.png"/><Relationship Id="rId146" Type="http://schemas.openxmlformats.org/officeDocument/2006/relationships/customXml" Target="../ink/ink484.xml"/><Relationship Id="rId167" Type="http://schemas.openxmlformats.org/officeDocument/2006/relationships/image" Target="../media/image494.png"/><Relationship Id="rId188" Type="http://schemas.openxmlformats.org/officeDocument/2006/relationships/customXml" Target="../ink/ink505.xml"/><Relationship Id="rId71" Type="http://schemas.openxmlformats.org/officeDocument/2006/relationships/image" Target="../media/image446.png"/><Relationship Id="rId92" Type="http://schemas.openxmlformats.org/officeDocument/2006/relationships/customXml" Target="../ink/ink457.xml"/><Relationship Id="rId213" Type="http://schemas.openxmlformats.org/officeDocument/2006/relationships/image" Target="../media/image517.png"/><Relationship Id="rId2" Type="http://schemas.openxmlformats.org/officeDocument/2006/relationships/customXml" Target="../ink/ink412.xml"/><Relationship Id="rId29" Type="http://schemas.openxmlformats.org/officeDocument/2006/relationships/image" Target="../media/image425.png"/><Relationship Id="rId40" Type="http://schemas.openxmlformats.org/officeDocument/2006/relationships/customXml" Target="../ink/ink431.xml"/><Relationship Id="rId115" Type="http://schemas.openxmlformats.org/officeDocument/2006/relationships/image" Target="../media/image468.png"/><Relationship Id="rId136" Type="http://schemas.openxmlformats.org/officeDocument/2006/relationships/customXml" Target="../ink/ink479.xml"/><Relationship Id="rId157" Type="http://schemas.openxmlformats.org/officeDocument/2006/relationships/image" Target="../media/image489.png"/><Relationship Id="rId178" Type="http://schemas.openxmlformats.org/officeDocument/2006/relationships/customXml" Target="../ink/ink500.xml"/><Relationship Id="rId61" Type="http://schemas.openxmlformats.org/officeDocument/2006/relationships/image" Target="../media/image441.png"/><Relationship Id="rId82" Type="http://schemas.openxmlformats.org/officeDocument/2006/relationships/customXml" Target="../ink/ink452.xml"/><Relationship Id="rId199" Type="http://schemas.openxmlformats.org/officeDocument/2006/relationships/image" Target="../media/image510.png"/><Relationship Id="rId203" Type="http://schemas.openxmlformats.org/officeDocument/2006/relationships/image" Target="../media/image512.png"/><Relationship Id="rId19" Type="http://schemas.openxmlformats.org/officeDocument/2006/relationships/image" Target="../media/image420.png"/><Relationship Id="rId224" Type="http://schemas.openxmlformats.org/officeDocument/2006/relationships/customXml" Target="../ink/ink523.xml"/><Relationship Id="rId30" Type="http://schemas.openxmlformats.org/officeDocument/2006/relationships/customXml" Target="../ink/ink426.xml"/><Relationship Id="rId105" Type="http://schemas.openxmlformats.org/officeDocument/2006/relationships/image" Target="../media/image463.png"/><Relationship Id="rId126" Type="http://schemas.openxmlformats.org/officeDocument/2006/relationships/customXml" Target="../ink/ink474.xml"/><Relationship Id="rId147" Type="http://schemas.openxmlformats.org/officeDocument/2006/relationships/image" Target="../media/image484.png"/><Relationship Id="rId168" Type="http://schemas.openxmlformats.org/officeDocument/2006/relationships/customXml" Target="../ink/ink495.xml"/><Relationship Id="rId51" Type="http://schemas.openxmlformats.org/officeDocument/2006/relationships/image" Target="../media/image436.png"/><Relationship Id="rId72" Type="http://schemas.openxmlformats.org/officeDocument/2006/relationships/customXml" Target="../ink/ink447.xml"/><Relationship Id="rId93" Type="http://schemas.openxmlformats.org/officeDocument/2006/relationships/image" Target="../media/image457.png"/><Relationship Id="rId189" Type="http://schemas.openxmlformats.org/officeDocument/2006/relationships/image" Target="../media/image505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6.xml"/><Relationship Id="rId21" Type="http://schemas.openxmlformats.org/officeDocument/2006/relationships/image" Target="../media/image533.png"/><Relationship Id="rId42" Type="http://schemas.openxmlformats.org/officeDocument/2006/relationships/customXml" Target="../ink/ink544.xml"/><Relationship Id="rId47" Type="http://schemas.openxmlformats.org/officeDocument/2006/relationships/image" Target="../media/image546.png"/><Relationship Id="rId63" Type="http://schemas.openxmlformats.org/officeDocument/2006/relationships/image" Target="../media/image554.png"/><Relationship Id="rId68" Type="http://schemas.openxmlformats.org/officeDocument/2006/relationships/customXml" Target="../ink/ink557.xml"/><Relationship Id="rId2" Type="http://schemas.openxmlformats.org/officeDocument/2006/relationships/customXml" Target="../ink/ink524.xml"/><Relationship Id="rId16" Type="http://schemas.openxmlformats.org/officeDocument/2006/relationships/customXml" Target="../ink/ink531.xml"/><Relationship Id="rId29" Type="http://schemas.openxmlformats.org/officeDocument/2006/relationships/image" Target="../media/image537.png"/><Relationship Id="rId11" Type="http://schemas.openxmlformats.org/officeDocument/2006/relationships/image" Target="../media/image528.png"/><Relationship Id="rId24" Type="http://schemas.openxmlformats.org/officeDocument/2006/relationships/customXml" Target="../ink/ink535.xml"/><Relationship Id="rId32" Type="http://schemas.openxmlformats.org/officeDocument/2006/relationships/customXml" Target="../ink/ink539.xml"/><Relationship Id="rId37" Type="http://schemas.openxmlformats.org/officeDocument/2006/relationships/image" Target="../media/image541.png"/><Relationship Id="rId40" Type="http://schemas.openxmlformats.org/officeDocument/2006/relationships/customXml" Target="../ink/ink543.xml"/><Relationship Id="rId45" Type="http://schemas.openxmlformats.org/officeDocument/2006/relationships/image" Target="../media/image545.png"/><Relationship Id="rId53" Type="http://schemas.openxmlformats.org/officeDocument/2006/relationships/image" Target="../media/image549.png"/><Relationship Id="rId58" Type="http://schemas.openxmlformats.org/officeDocument/2006/relationships/customXml" Target="../ink/ink552.xml"/><Relationship Id="rId66" Type="http://schemas.openxmlformats.org/officeDocument/2006/relationships/customXml" Target="../ink/ink556.xml"/><Relationship Id="rId74" Type="http://schemas.openxmlformats.org/officeDocument/2006/relationships/customXml" Target="../ink/ink560.xml"/><Relationship Id="rId5" Type="http://schemas.openxmlformats.org/officeDocument/2006/relationships/image" Target="../media/image525.png"/><Relationship Id="rId61" Type="http://schemas.openxmlformats.org/officeDocument/2006/relationships/image" Target="../media/image553.png"/><Relationship Id="rId19" Type="http://schemas.openxmlformats.org/officeDocument/2006/relationships/image" Target="../media/image532.png"/><Relationship Id="rId14" Type="http://schemas.openxmlformats.org/officeDocument/2006/relationships/customXml" Target="../ink/ink530.xml"/><Relationship Id="rId22" Type="http://schemas.openxmlformats.org/officeDocument/2006/relationships/customXml" Target="../ink/ink534.xml"/><Relationship Id="rId27" Type="http://schemas.openxmlformats.org/officeDocument/2006/relationships/image" Target="../media/image536.png"/><Relationship Id="rId30" Type="http://schemas.openxmlformats.org/officeDocument/2006/relationships/customXml" Target="../ink/ink538.xml"/><Relationship Id="rId35" Type="http://schemas.openxmlformats.org/officeDocument/2006/relationships/image" Target="../media/image540.png"/><Relationship Id="rId43" Type="http://schemas.openxmlformats.org/officeDocument/2006/relationships/image" Target="../media/image544.png"/><Relationship Id="rId48" Type="http://schemas.openxmlformats.org/officeDocument/2006/relationships/customXml" Target="../ink/ink547.xml"/><Relationship Id="rId56" Type="http://schemas.openxmlformats.org/officeDocument/2006/relationships/customXml" Target="../ink/ink551.xml"/><Relationship Id="rId64" Type="http://schemas.openxmlformats.org/officeDocument/2006/relationships/customXml" Target="../ink/ink555.xml"/><Relationship Id="rId69" Type="http://schemas.openxmlformats.org/officeDocument/2006/relationships/image" Target="../media/image557.png"/><Relationship Id="rId8" Type="http://schemas.openxmlformats.org/officeDocument/2006/relationships/customXml" Target="../ink/ink527.xml"/><Relationship Id="rId51" Type="http://schemas.openxmlformats.org/officeDocument/2006/relationships/image" Target="../media/image548.png"/><Relationship Id="rId72" Type="http://schemas.openxmlformats.org/officeDocument/2006/relationships/customXml" Target="../ink/ink559.xml"/><Relationship Id="rId3" Type="http://schemas.openxmlformats.org/officeDocument/2006/relationships/image" Target="../media/image524.png"/><Relationship Id="rId12" Type="http://schemas.openxmlformats.org/officeDocument/2006/relationships/customXml" Target="../ink/ink529.xml"/><Relationship Id="rId17" Type="http://schemas.openxmlformats.org/officeDocument/2006/relationships/image" Target="../media/image531.png"/><Relationship Id="rId25" Type="http://schemas.openxmlformats.org/officeDocument/2006/relationships/image" Target="../media/image535.png"/><Relationship Id="rId33" Type="http://schemas.openxmlformats.org/officeDocument/2006/relationships/image" Target="../media/image539.png"/><Relationship Id="rId38" Type="http://schemas.openxmlformats.org/officeDocument/2006/relationships/customXml" Target="../ink/ink542.xml"/><Relationship Id="rId46" Type="http://schemas.openxmlformats.org/officeDocument/2006/relationships/customXml" Target="../ink/ink546.xml"/><Relationship Id="rId59" Type="http://schemas.openxmlformats.org/officeDocument/2006/relationships/image" Target="../media/image552.png"/><Relationship Id="rId67" Type="http://schemas.openxmlformats.org/officeDocument/2006/relationships/image" Target="../media/image556.png"/><Relationship Id="rId20" Type="http://schemas.openxmlformats.org/officeDocument/2006/relationships/customXml" Target="../ink/ink533.xml"/><Relationship Id="rId41" Type="http://schemas.openxmlformats.org/officeDocument/2006/relationships/image" Target="../media/image543.png"/><Relationship Id="rId54" Type="http://schemas.openxmlformats.org/officeDocument/2006/relationships/customXml" Target="../ink/ink550.xml"/><Relationship Id="rId62" Type="http://schemas.openxmlformats.org/officeDocument/2006/relationships/customXml" Target="../ink/ink554.xml"/><Relationship Id="rId70" Type="http://schemas.openxmlformats.org/officeDocument/2006/relationships/customXml" Target="../ink/ink558.xml"/><Relationship Id="rId75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6.xml"/><Relationship Id="rId15" Type="http://schemas.openxmlformats.org/officeDocument/2006/relationships/image" Target="../media/image530.png"/><Relationship Id="rId23" Type="http://schemas.openxmlformats.org/officeDocument/2006/relationships/image" Target="../media/image534.png"/><Relationship Id="rId28" Type="http://schemas.openxmlformats.org/officeDocument/2006/relationships/customXml" Target="../ink/ink537.xml"/><Relationship Id="rId36" Type="http://schemas.openxmlformats.org/officeDocument/2006/relationships/customXml" Target="../ink/ink541.xml"/><Relationship Id="rId49" Type="http://schemas.openxmlformats.org/officeDocument/2006/relationships/image" Target="../media/image547.png"/><Relationship Id="rId57" Type="http://schemas.openxmlformats.org/officeDocument/2006/relationships/image" Target="../media/image551.png"/><Relationship Id="rId10" Type="http://schemas.openxmlformats.org/officeDocument/2006/relationships/customXml" Target="../ink/ink528.xml"/><Relationship Id="rId31" Type="http://schemas.openxmlformats.org/officeDocument/2006/relationships/image" Target="../media/image538.png"/><Relationship Id="rId44" Type="http://schemas.openxmlformats.org/officeDocument/2006/relationships/customXml" Target="../ink/ink545.xml"/><Relationship Id="rId52" Type="http://schemas.openxmlformats.org/officeDocument/2006/relationships/customXml" Target="../ink/ink549.xml"/><Relationship Id="rId60" Type="http://schemas.openxmlformats.org/officeDocument/2006/relationships/customXml" Target="../ink/ink553.xml"/><Relationship Id="rId65" Type="http://schemas.openxmlformats.org/officeDocument/2006/relationships/image" Target="../media/image555.png"/><Relationship Id="rId73" Type="http://schemas.openxmlformats.org/officeDocument/2006/relationships/image" Target="../media/image559.png"/><Relationship Id="rId4" Type="http://schemas.openxmlformats.org/officeDocument/2006/relationships/customXml" Target="../ink/ink525.xml"/><Relationship Id="rId9" Type="http://schemas.openxmlformats.org/officeDocument/2006/relationships/image" Target="../media/image527.png"/><Relationship Id="rId13" Type="http://schemas.openxmlformats.org/officeDocument/2006/relationships/image" Target="../media/image529.png"/><Relationship Id="rId18" Type="http://schemas.openxmlformats.org/officeDocument/2006/relationships/customXml" Target="../ink/ink532.xml"/><Relationship Id="rId39" Type="http://schemas.openxmlformats.org/officeDocument/2006/relationships/image" Target="../media/image542.png"/><Relationship Id="rId34" Type="http://schemas.openxmlformats.org/officeDocument/2006/relationships/customXml" Target="../ink/ink540.xml"/><Relationship Id="rId50" Type="http://schemas.openxmlformats.org/officeDocument/2006/relationships/customXml" Target="../ink/ink548.xml"/><Relationship Id="rId55" Type="http://schemas.openxmlformats.org/officeDocument/2006/relationships/image" Target="../media/image550.png"/><Relationship Id="rId7" Type="http://schemas.openxmlformats.org/officeDocument/2006/relationships/image" Target="../media/image526.png"/><Relationship Id="rId71" Type="http://schemas.openxmlformats.org/officeDocument/2006/relationships/image" Target="../media/image55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8.png"/><Relationship Id="rId21" Type="http://schemas.openxmlformats.org/officeDocument/2006/relationships/image" Target="../media/image570.png"/><Relationship Id="rId42" Type="http://schemas.openxmlformats.org/officeDocument/2006/relationships/customXml" Target="../ink/ink581.xml"/><Relationship Id="rId63" Type="http://schemas.openxmlformats.org/officeDocument/2006/relationships/image" Target="../media/image591.png"/><Relationship Id="rId84" Type="http://schemas.openxmlformats.org/officeDocument/2006/relationships/customXml" Target="../ink/ink602.xml"/><Relationship Id="rId138" Type="http://schemas.openxmlformats.org/officeDocument/2006/relationships/customXml" Target="../ink/ink629.xml"/><Relationship Id="rId107" Type="http://schemas.openxmlformats.org/officeDocument/2006/relationships/image" Target="../media/image613.png"/><Relationship Id="rId11" Type="http://schemas.openxmlformats.org/officeDocument/2006/relationships/image" Target="../media/image565.png"/><Relationship Id="rId32" Type="http://schemas.openxmlformats.org/officeDocument/2006/relationships/customXml" Target="../ink/ink576.xml"/><Relationship Id="rId37" Type="http://schemas.openxmlformats.org/officeDocument/2006/relationships/image" Target="../media/image578.png"/><Relationship Id="rId53" Type="http://schemas.openxmlformats.org/officeDocument/2006/relationships/image" Target="../media/image586.png"/><Relationship Id="rId58" Type="http://schemas.openxmlformats.org/officeDocument/2006/relationships/customXml" Target="../ink/ink589.xml"/><Relationship Id="rId74" Type="http://schemas.openxmlformats.org/officeDocument/2006/relationships/customXml" Target="../ink/ink597.xml"/><Relationship Id="rId79" Type="http://schemas.openxmlformats.org/officeDocument/2006/relationships/image" Target="../media/image599.png"/><Relationship Id="rId102" Type="http://schemas.openxmlformats.org/officeDocument/2006/relationships/customXml" Target="../ink/ink611.xml"/><Relationship Id="rId123" Type="http://schemas.openxmlformats.org/officeDocument/2006/relationships/image" Target="../media/image621.png"/><Relationship Id="rId128" Type="http://schemas.openxmlformats.org/officeDocument/2006/relationships/customXml" Target="../ink/ink624.xml"/><Relationship Id="rId5" Type="http://schemas.openxmlformats.org/officeDocument/2006/relationships/image" Target="../media/image562.png"/><Relationship Id="rId90" Type="http://schemas.openxmlformats.org/officeDocument/2006/relationships/customXml" Target="../ink/ink605.xml"/><Relationship Id="rId95" Type="http://schemas.openxmlformats.org/officeDocument/2006/relationships/image" Target="../media/image607.png"/><Relationship Id="rId22" Type="http://schemas.openxmlformats.org/officeDocument/2006/relationships/customXml" Target="../ink/ink571.xml"/><Relationship Id="rId27" Type="http://schemas.openxmlformats.org/officeDocument/2006/relationships/image" Target="../media/image573.png"/><Relationship Id="rId43" Type="http://schemas.openxmlformats.org/officeDocument/2006/relationships/image" Target="../media/image581.png"/><Relationship Id="rId48" Type="http://schemas.openxmlformats.org/officeDocument/2006/relationships/customXml" Target="../ink/ink584.xml"/><Relationship Id="rId64" Type="http://schemas.openxmlformats.org/officeDocument/2006/relationships/customXml" Target="../ink/ink592.xml"/><Relationship Id="rId69" Type="http://schemas.openxmlformats.org/officeDocument/2006/relationships/image" Target="../media/image594.png"/><Relationship Id="rId113" Type="http://schemas.openxmlformats.org/officeDocument/2006/relationships/image" Target="../media/image616.png"/><Relationship Id="rId118" Type="http://schemas.openxmlformats.org/officeDocument/2006/relationships/customXml" Target="../ink/ink619.xml"/><Relationship Id="rId134" Type="http://schemas.openxmlformats.org/officeDocument/2006/relationships/customXml" Target="../ink/ink627.xml"/><Relationship Id="rId139" Type="http://schemas.openxmlformats.org/officeDocument/2006/relationships/image" Target="../media/image629.png"/><Relationship Id="rId80" Type="http://schemas.openxmlformats.org/officeDocument/2006/relationships/customXml" Target="../ink/ink600.xml"/><Relationship Id="rId85" Type="http://schemas.openxmlformats.org/officeDocument/2006/relationships/image" Target="../media/image602.png"/><Relationship Id="rId12" Type="http://schemas.openxmlformats.org/officeDocument/2006/relationships/customXml" Target="../ink/ink566.xml"/><Relationship Id="rId17" Type="http://schemas.openxmlformats.org/officeDocument/2006/relationships/image" Target="../media/image568.png"/><Relationship Id="rId33" Type="http://schemas.openxmlformats.org/officeDocument/2006/relationships/image" Target="../media/image576.png"/><Relationship Id="rId38" Type="http://schemas.openxmlformats.org/officeDocument/2006/relationships/customXml" Target="../ink/ink579.xml"/><Relationship Id="rId59" Type="http://schemas.openxmlformats.org/officeDocument/2006/relationships/image" Target="../media/image589.png"/><Relationship Id="rId103" Type="http://schemas.openxmlformats.org/officeDocument/2006/relationships/image" Target="../media/image611.png"/><Relationship Id="rId108" Type="http://schemas.openxmlformats.org/officeDocument/2006/relationships/customXml" Target="../ink/ink614.xml"/><Relationship Id="rId124" Type="http://schemas.openxmlformats.org/officeDocument/2006/relationships/customXml" Target="../ink/ink622.xml"/><Relationship Id="rId129" Type="http://schemas.openxmlformats.org/officeDocument/2006/relationships/image" Target="../media/image624.png"/><Relationship Id="rId54" Type="http://schemas.openxmlformats.org/officeDocument/2006/relationships/customXml" Target="../ink/ink587.xml"/><Relationship Id="rId70" Type="http://schemas.openxmlformats.org/officeDocument/2006/relationships/customXml" Target="../ink/ink595.xml"/><Relationship Id="rId75" Type="http://schemas.openxmlformats.org/officeDocument/2006/relationships/image" Target="../media/image597.png"/><Relationship Id="rId91" Type="http://schemas.openxmlformats.org/officeDocument/2006/relationships/image" Target="../media/image605.png"/><Relationship Id="rId96" Type="http://schemas.openxmlformats.org/officeDocument/2006/relationships/customXml" Target="../ink/ink608.xml"/><Relationship Id="rId140" Type="http://schemas.openxmlformats.org/officeDocument/2006/relationships/customXml" Target="../ink/ink6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3.xml"/><Relationship Id="rId23" Type="http://schemas.openxmlformats.org/officeDocument/2006/relationships/image" Target="../media/image571.png"/><Relationship Id="rId28" Type="http://schemas.openxmlformats.org/officeDocument/2006/relationships/customXml" Target="../ink/ink574.xml"/><Relationship Id="rId49" Type="http://schemas.openxmlformats.org/officeDocument/2006/relationships/image" Target="../media/image584.png"/><Relationship Id="rId114" Type="http://schemas.openxmlformats.org/officeDocument/2006/relationships/customXml" Target="../ink/ink617.xml"/><Relationship Id="rId119" Type="http://schemas.openxmlformats.org/officeDocument/2006/relationships/image" Target="../media/image619.png"/><Relationship Id="rId44" Type="http://schemas.openxmlformats.org/officeDocument/2006/relationships/customXml" Target="../ink/ink582.xml"/><Relationship Id="rId60" Type="http://schemas.openxmlformats.org/officeDocument/2006/relationships/customXml" Target="../ink/ink590.xml"/><Relationship Id="rId65" Type="http://schemas.openxmlformats.org/officeDocument/2006/relationships/image" Target="../media/image592.png"/><Relationship Id="rId81" Type="http://schemas.openxmlformats.org/officeDocument/2006/relationships/image" Target="../media/image600.png"/><Relationship Id="rId86" Type="http://schemas.openxmlformats.org/officeDocument/2006/relationships/customXml" Target="../ink/ink603.xml"/><Relationship Id="rId130" Type="http://schemas.openxmlformats.org/officeDocument/2006/relationships/customXml" Target="../ink/ink625.xml"/><Relationship Id="rId135" Type="http://schemas.openxmlformats.org/officeDocument/2006/relationships/image" Target="../media/image627.png"/><Relationship Id="rId13" Type="http://schemas.openxmlformats.org/officeDocument/2006/relationships/image" Target="../media/image566.png"/><Relationship Id="rId18" Type="http://schemas.openxmlformats.org/officeDocument/2006/relationships/customXml" Target="../ink/ink569.xml"/><Relationship Id="rId39" Type="http://schemas.openxmlformats.org/officeDocument/2006/relationships/image" Target="../media/image579.png"/><Relationship Id="rId109" Type="http://schemas.openxmlformats.org/officeDocument/2006/relationships/image" Target="../media/image614.png"/><Relationship Id="rId34" Type="http://schemas.openxmlformats.org/officeDocument/2006/relationships/customXml" Target="../ink/ink577.xml"/><Relationship Id="rId50" Type="http://schemas.openxmlformats.org/officeDocument/2006/relationships/customXml" Target="../ink/ink585.xml"/><Relationship Id="rId55" Type="http://schemas.openxmlformats.org/officeDocument/2006/relationships/image" Target="../media/image587.png"/><Relationship Id="rId76" Type="http://schemas.openxmlformats.org/officeDocument/2006/relationships/customXml" Target="../ink/ink598.xml"/><Relationship Id="rId97" Type="http://schemas.openxmlformats.org/officeDocument/2006/relationships/image" Target="../media/image608.png"/><Relationship Id="rId104" Type="http://schemas.openxmlformats.org/officeDocument/2006/relationships/customXml" Target="../ink/ink612.xml"/><Relationship Id="rId120" Type="http://schemas.openxmlformats.org/officeDocument/2006/relationships/customXml" Target="../ink/ink620.xml"/><Relationship Id="rId125" Type="http://schemas.openxmlformats.org/officeDocument/2006/relationships/image" Target="../media/image622.png"/><Relationship Id="rId141" Type="http://schemas.openxmlformats.org/officeDocument/2006/relationships/image" Target="../media/image630.png"/><Relationship Id="rId7" Type="http://schemas.openxmlformats.org/officeDocument/2006/relationships/image" Target="../media/image563.png"/><Relationship Id="rId71" Type="http://schemas.openxmlformats.org/officeDocument/2006/relationships/image" Target="../media/image595.png"/><Relationship Id="rId92" Type="http://schemas.openxmlformats.org/officeDocument/2006/relationships/customXml" Target="../ink/ink606.xml"/><Relationship Id="rId2" Type="http://schemas.openxmlformats.org/officeDocument/2006/relationships/customXml" Target="../ink/ink561.xml"/><Relationship Id="rId29" Type="http://schemas.openxmlformats.org/officeDocument/2006/relationships/image" Target="../media/image574.png"/><Relationship Id="rId24" Type="http://schemas.openxmlformats.org/officeDocument/2006/relationships/customXml" Target="../ink/ink572.xml"/><Relationship Id="rId40" Type="http://schemas.openxmlformats.org/officeDocument/2006/relationships/customXml" Target="../ink/ink580.xml"/><Relationship Id="rId45" Type="http://schemas.openxmlformats.org/officeDocument/2006/relationships/image" Target="../media/image582.png"/><Relationship Id="rId66" Type="http://schemas.openxmlformats.org/officeDocument/2006/relationships/customXml" Target="../ink/ink593.xml"/><Relationship Id="rId87" Type="http://schemas.openxmlformats.org/officeDocument/2006/relationships/image" Target="../media/image603.png"/><Relationship Id="rId110" Type="http://schemas.openxmlformats.org/officeDocument/2006/relationships/customXml" Target="../ink/ink615.xml"/><Relationship Id="rId115" Type="http://schemas.openxmlformats.org/officeDocument/2006/relationships/image" Target="../media/image617.png"/><Relationship Id="rId131" Type="http://schemas.openxmlformats.org/officeDocument/2006/relationships/image" Target="../media/image625.png"/><Relationship Id="rId136" Type="http://schemas.openxmlformats.org/officeDocument/2006/relationships/customXml" Target="../ink/ink628.xml"/><Relationship Id="rId61" Type="http://schemas.openxmlformats.org/officeDocument/2006/relationships/image" Target="../media/image590.png"/><Relationship Id="rId82" Type="http://schemas.openxmlformats.org/officeDocument/2006/relationships/customXml" Target="../ink/ink601.xml"/><Relationship Id="rId19" Type="http://schemas.openxmlformats.org/officeDocument/2006/relationships/image" Target="../media/image569.png"/><Relationship Id="rId14" Type="http://schemas.openxmlformats.org/officeDocument/2006/relationships/customXml" Target="../ink/ink567.xml"/><Relationship Id="rId30" Type="http://schemas.openxmlformats.org/officeDocument/2006/relationships/customXml" Target="../ink/ink575.xml"/><Relationship Id="rId35" Type="http://schemas.openxmlformats.org/officeDocument/2006/relationships/image" Target="../media/image577.png"/><Relationship Id="rId56" Type="http://schemas.openxmlformats.org/officeDocument/2006/relationships/customXml" Target="../ink/ink588.xml"/><Relationship Id="rId77" Type="http://schemas.openxmlformats.org/officeDocument/2006/relationships/image" Target="../media/image598.png"/><Relationship Id="rId100" Type="http://schemas.openxmlformats.org/officeDocument/2006/relationships/customXml" Target="../ink/ink610.xml"/><Relationship Id="rId105" Type="http://schemas.openxmlformats.org/officeDocument/2006/relationships/image" Target="../media/image612.png"/><Relationship Id="rId126" Type="http://schemas.openxmlformats.org/officeDocument/2006/relationships/customXml" Target="../ink/ink623.xml"/><Relationship Id="rId8" Type="http://schemas.openxmlformats.org/officeDocument/2006/relationships/customXml" Target="../ink/ink564.xml"/><Relationship Id="rId51" Type="http://schemas.openxmlformats.org/officeDocument/2006/relationships/image" Target="../media/image585.png"/><Relationship Id="rId72" Type="http://schemas.openxmlformats.org/officeDocument/2006/relationships/customXml" Target="../ink/ink596.xml"/><Relationship Id="rId93" Type="http://schemas.openxmlformats.org/officeDocument/2006/relationships/image" Target="../media/image606.png"/><Relationship Id="rId98" Type="http://schemas.openxmlformats.org/officeDocument/2006/relationships/customXml" Target="../ink/ink609.xml"/><Relationship Id="rId121" Type="http://schemas.openxmlformats.org/officeDocument/2006/relationships/image" Target="../media/image620.png"/><Relationship Id="rId142" Type="http://schemas.openxmlformats.org/officeDocument/2006/relationships/customXml" Target="../ink/ink631.xml"/><Relationship Id="rId3" Type="http://schemas.openxmlformats.org/officeDocument/2006/relationships/image" Target="../media/image561.png"/><Relationship Id="rId25" Type="http://schemas.openxmlformats.org/officeDocument/2006/relationships/image" Target="../media/image572.png"/><Relationship Id="rId46" Type="http://schemas.openxmlformats.org/officeDocument/2006/relationships/customXml" Target="../ink/ink583.xml"/><Relationship Id="rId67" Type="http://schemas.openxmlformats.org/officeDocument/2006/relationships/image" Target="../media/image593.png"/><Relationship Id="rId116" Type="http://schemas.openxmlformats.org/officeDocument/2006/relationships/customXml" Target="../ink/ink618.xml"/><Relationship Id="rId137" Type="http://schemas.openxmlformats.org/officeDocument/2006/relationships/image" Target="../media/image628.png"/><Relationship Id="rId20" Type="http://schemas.openxmlformats.org/officeDocument/2006/relationships/customXml" Target="../ink/ink570.xml"/><Relationship Id="rId41" Type="http://schemas.openxmlformats.org/officeDocument/2006/relationships/image" Target="../media/image580.png"/><Relationship Id="rId62" Type="http://schemas.openxmlformats.org/officeDocument/2006/relationships/customXml" Target="../ink/ink591.xml"/><Relationship Id="rId83" Type="http://schemas.openxmlformats.org/officeDocument/2006/relationships/image" Target="../media/image601.png"/><Relationship Id="rId88" Type="http://schemas.openxmlformats.org/officeDocument/2006/relationships/customXml" Target="../ink/ink604.xml"/><Relationship Id="rId111" Type="http://schemas.openxmlformats.org/officeDocument/2006/relationships/image" Target="../media/image615.png"/><Relationship Id="rId132" Type="http://schemas.openxmlformats.org/officeDocument/2006/relationships/customXml" Target="../ink/ink626.xml"/><Relationship Id="rId15" Type="http://schemas.openxmlformats.org/officeDocument/2006/relationships/image" Target="../media/image567.png"/><Relationship Id="rId36" Type="http://schemas.openxmlformats.org/officeDocument/2006/relationships/customXml" Target="../ink/ink578.xml"/><Relationship Id="rId57" Type="http://schemas.openxmlformats.org/officeDocument/2006/relationships/image" Target="../media/image588.png"/><Relationship Id="rId106" Type="http://schemas.openxmlformats.org/officeDocument/2006/relationships/customXml" Target="../ink/ink613.xml"/><Relationship Id="rId127" Type="http://schemas.openxmlformats.org/officeDocument/2006/relationships/image" Target="../media/image623.png"/><Relationship Id="rId10" Type="http://schemas.openxmlformats.org/officeDocument/2006/relationships/customXml" Target="../ink/ink565.xml"/><Relationship Id="rId31" Type="http://schemas.openxmlformats.org/officeDocument/2006/relationships/image" Target="../media/image575.png"/><Relationship Id="rId52" Type="http://schemas.openxmlformats.org/officeDocument/2006/relationships/customXml" Target="../ink/ink586.xml"/><Relationship Id="rId73" Type="http://schemas.openxmlformats.org/officeDocument/2006/relationships/image" Target="../media/image596.png"/><Relationship Id="rId78" Type="http://schemas.openxmlformats.org/officeDocument/2006/relationships/customXml" Target="../ink/ink599.xml"/><Relationship Id="rId94" Type="http://schemas.openxmlformats.org/officeDocument/2006/relationships/customXml" Target="../ink/ink607.xml"/><Relationship Id="rId99" Type="http://schemas.openxmlformats.org/officeDocument/2006/relationships/image" Target="../media/image609.png"/><Relationship Id="rId101" Type="http://schemas.openxmlformats.org/officeDocument/2006/relationships/image" Target="../media/image610.png"/><Relationship Id="rId122" Type="http://schemas.openxmlformats.org/officeDocument/2006/relationships/customXml" Target="../ink/ink621.xml"/><Relationship Id="rId143" Type="http://schemas.openxmlformats.org/officeDocument/2006/relationships/image" Target="../media/image631.png"/><Relationship Id="rId4" Type="http://schemas.openxmlformats.org/officeDocument/2006/relationships/customXml" Target="../ink/ink562.xml"/><Relationship Id="rId9" Type="http://schemas.openxmlformats.org/officeDocument/2006/relationships/image" Target="../media/image564.png"/><Relationship Id="rId26" Type="http://schemas.openxmlformats.org/officeDocument/2006/relationships/customXml" Target="../ink/ink573.xml"/><Relationship Id="rId47" Type="http://schemas.openxmlformats.org/officeDocument/2006/relationships/image" Target="../media/image583.png"/><Relationship Id="rId68" Type="http://schemas.openxmlformats.org/officeDocument/2006/relationships/customXml" Target="../ink/ink594.xml"/><Relationship Id="rId89" Type="http://schemas.openxmlformats.org/officeDocument/2006/relationships/image" Target="../media/image604.png"/><Relationship Id="rId112" Type="http://schemas.openxmlformats.org/officeDocument/2006/relationships/customXml" Target="../ink/ink616.xml"/><Relationship Id="rId133" Type="http://schemas.openxmlformats.org/officeDocument/2006/relationships/image" Target="../media/image626.png"/><Relationship Id="rId16" Type="http://schemas.openxmlformats.org/officeDocument/2006/relationships/customXml" Target="../ink/ink56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2784071-6267-8D0D-91EA-F9BD835748FE}"/>
              </a:ext>
            </a:extLst>
          </p:cNvPr>
          <p:cNvGrpSpPr/>
          <p:nvPr/>
        </p:nvGrpSpPr>
        <p:grpSpPr>
          <a:xfrm>
            <a:off x="1685275" y="467300"/>
            <a:ext cx="1547280" cy="1436040"/>
            <a:chOff x="1685275" y="467300"/>
            <a:chExt cx="1547280" cy="143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5C8278D-FDDB-313C-89D2-3CC3DCF913B2}"/>
                    </a:ext>
                  </a:extLst>
                </p14:cNvPr>
                <p14:cNvContentPartPr/>
                <p14:nvPr/>
              </p14:nvContentPartPr>
              <p14:xfrm>
                <a:off x="1685275" y="705620"/>
                <a:ext cx="804600" cy="1197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5C8278D-FDDB-313C-89D2-3CC3DCF913B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79155" y="699500"/>
                  <a:ext cx="816840" cy="12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B8A5BAE-4772-A209-39FF-4A0BE025E6C3}"/>
                    </a:ext>
                  </a:extLst>
                </p14:cNvPr>
                <p14:cNvContentPartPr/>
                <p14:nvPr/>
              </p14:nvContentPartPr>
              <p14:xfrm>
                <a:off x="1750075" y="1077140"/>
                <a:ext cx="570600" cy="97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B8A5BAE-4772-A209-39FF-4A0BE025E6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3955" y="1071020"/>
                  <a:ext cx="582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DCEB64-EE8D-4124-A75A-1B9B2BA92BF7}"/>
                    </a:ext>
                  </a:extLst>
                </p14:cNvPr>
                <p14:cNvContentPartPr/>
                <p14:nvPr/>
              </p14:nvContentPartPr>
              <p14:xfrm>
                <a:off x="3120955" y="812180"/>
                <a:ext cx="101880" cy="539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DCEB64-EE8D-4124-A75A-1B9B2BA92B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14835" y="806060"/>
                  <a:ext cx="11412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D627AD-9F15-70F7-5152-9B86654539D2}"/>
                    </a:ext>
                  </a:extLst>
                </p14:cNvPr>
                <p14:cNvContentPartPr/>
                <p14:nvPr/>
              </p14:nvContentPartPr>
              <p14:xfrm>
                <a:off x="2893435" y="467300"/>
                <a:ext cx="339120" cy="335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D627AD-9F15-70F7-5152-9B86654539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87315" y="461180"/>
                  <a:ext cx="3513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11F872-1E3B-E543-3879-B8218FD6C858}"/>
                    </a:ext>
                  </a:extLst>
                </p14:cNvPr>
                <p14:cNvContentPartPr/>
                <p14:nvPr/>
              </p14:nvContentPartPr>
              <p14:xfrm>
                <a:off x="2995675" y="1526420"/>
                <a:ext cx="221040" cy="96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11F872-1E3B-E543-3879-B8218FD6C8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89555" y="1520300"/>
                  <a:ext cx="23328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DD495E-5226-2A33-A720-1804C1EC67A3}"/>
                  </a:ext>
                </a:extLst>
              </p14:cNvPr>
              <p14:cNvContentPartPr/>
              <p14:nvPr/>
            </p14:nvContentPartPr>
            <p14:xfrm>
              <a:off x="4817635" y="917660"/>
              <a:ext cx="389880" cy="417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DD495E-5226-2A33-A720-1804C1EC67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11515" y="911540"/>
                <a:ext cx="4021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B85DEA-20D9-7560-561A-B169167CE50A}"/>
                  </a:ext>
                </a:extLst>
              </p14:cNvPr>
              <p14:cNvContentPartPr/>
              <p14:nvPr/>
            </p14:nvContentPartPr>
            <p14:xfrm>
              <a:off x="6831115" y="364700"/>
              <a:ext cx="720720" cy="857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B85DEA-20D9-7560-561A-B169167CE50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24995" y="358580"/>
                <a:ext cx="732960" cy="87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FF04EB6E-FF7B-C881-0E65-7E1DD6F99AE3}"/>
              </a:ext>
            </a:extLst>
          </p:cNvPr>
          <p:cNvGrpSpPr/>
          <p:nvPr/>
        </p:nvGrpSpPr>
        <p:grpSpPr>
          <a:xfrm>
            <a:off x="8084275" y="320780"/>
            <a:ext cx="2772000" cy="1521720"/>
            <a:chOff x="8084275" y="320780"/>
            <a:chExt cx="2772000" cy="152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C5B2E0-6943-1F97-A57A-828C97193FB8}"/>
                    </a:ext>
                  </a:extLst>
                </p14:cNvPr>
                <p14:cNvContentPartPr/>
                <p14:nvPr/>
              </p14:nvContentPartPr>
              <p14:xfrm>
                <a:off x="8084275" y="320780"/>
                <a:ext cx="802440" cy="152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C5B2E0-6943-1F97-A57A-828C97193FB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8155" y="314660"/>
                  <a:ext cx="814680" cy="15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2067A5-5F35-9B88-A204-8F691DFE4A1B}"/>
                    </a:ext>
                  </a:extLst>
                </p14:cNvPr>
                <p14:cNvContentPartPr/>
                <p14:nvPr/>
              </p14:nvContentPartPr>
              <p14:xfrm>
                <a:off x="8763955" y="796340"/>
                <a:ext cx="784080" cy="275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2067A5-5F35-9B88-A204-8F691DFE4A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57835" y="790220"/>
                  <a:ext cx="7963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238B38-8CDB-2020-8C96-968DB1482627}"/>
                    </a:ext>
                  </a:extLst>
                </p14:cNvPr>
                <p14:cNvContentPartPr/>
                <p14:nvPr/>
              </p14:nvContentPartPr>
              <p14:xfrm>
                <a:off x="9661435" y="818300"/>
                <a:ext cx="171720" cy="172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238B38-8CDB-2020-8C96-968DB148262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55315" y="812180"/>
                  <a:ext cx="183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AF53A0-C136-64B2-B665-BEA319AE2BDA}"/>
                    </a:ext>
                  </a:extLst>
                </p14:cNvPr>
                <p14:cNvContentPartPr/>
                <p14:nvPr/>
              </p14:nvContentPartPr>
              <p14:xfrm>
                <a:off x="10057075" y="708140"/>
                <a:ext cx="225720" cy="28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AF53A0-C136-64B2-B665-BEA319AE2B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50955" y="702020"/>
                  <a:ext cx="23796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4782F2-6682-E20D-0002-032478983A56}"/>
                    </a:ext>
                  </a:extLst>
                </p14:cNvPr>
                <p14:cNvContentPartPr/>
                <p14:nvPr/>
              </p14:nvContentPartPr>
              <p14:xfrm>
                <a:off x="10439395" y="807860"/>
                <a:ext cx="416880" cy="290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4782F2-6682-E20D-0002-032478983A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433275" y="801740"/>
                  <a:ext cx="42912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65AABC-5CBF-B918-EA0F-2D80F88CC5D1}"/>
              </a:ext>
            </a:extLst>
          </p:cNvPr>
          <p:cNvGrpSpPr/>
          <p:nvPr/>
        </p:nvGrpSpPr>
        <p:grpSpPr>
          <a:xfrm>
            <a:off x="1531915" y="2106020"/>
            <a:ext cx="7847640" cy="2025000"/>
            <a:chOff x="1531915" y="2106020"/>
            <a:chExt cx="7847640" cy="20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FA2AD25-651C-1A1F-8D23-DBBFE6467F9F}"/>
                    </a:ext>
                  </a:extLst>
                </p14:cNvPr>
                <p14:cNvContentPartPr/>
                <p14:nvPr/>
              </p14:nvContentPartPr>
              <p14:xfrm>
                <a:off x="1807315" y="2502020"/>
                <a:ext cx="720360" cy="721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FA2AD25-651C-1A1F-8D23-DBBFE6467F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01195" y="2495900"/>
                  <a:ext cx="73260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C19B573-8ED7-86AC-0686-68912F5810AF}"/>
                    </a:ext>
                  </a:extLst>
                </p14:cNvPr>
                <p14:cNvContentPartPr/>
                <p14:nvPr/>
              </p14:nvContentPartPr>
              <p14:xfrm>
                <a:off x="2500315" y="2617220"/>
                <a:ext cx="102960" cy="6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C19B573-8ED7-86AC-0686-68912F5810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94195" y="2611100"/>
                  <a:ext cx="115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35C945-2C53-1980-E50F-078E72BFE19C}"/>
                    </a:ext>
                  </a:extLst>
                </p14:cNvPr>
                <p14:cNvContentPartPr/>
                <p14:nvPr/>
              </p14:nvContentPartPr>
              <p14:xfrm>
                <a:off x="2826475" y="2637740"/>
                <a:ext cx="498240" cy="791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35C945-2C53-1980-E50F-078E72BFE1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20355" y="2631620"/>
                  <a:ext cx="51048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FB9796C-FB51-1B44-C57B-CFB0AB9944AC}"/>
                    </a:ext>
                  </a:extLst>
                </p14:cNvPr>
                <p14:cNvContentPartPr/>
                <p14:nvPr/>
              </p14:nvContentPartPr>
              <p14:xfrm>
                <a:off x="3385915" y="2900180"/>
                <a:ext cx="342000" cy="399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FB9796C-FB51-1B44-C57B-CFB0AB9944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79795" y="2894060"/>
                  <a:ext cx="3542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8142BA-4D59-694F-C238-4F56D3483CBF}"/>
                    </a:ext>
                  </a:extLst>
                </p14:cNvPr>
                <p14:cNvContentPartPr/>
                <p14:nvPr/>
              </p14:nvContentPartPr>
              <p14:xfrm>
                <a:off x="3749515" y="2912060"/>
                <a:ext cx="273960" cy="257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8142BA-4D59-694F-C238-4F56D3483C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43395" y="2905940"/>
                  <a:ext cx="2862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5E9A175-A2E0-7A74-5B26-E60DA89FA503}"/>
                    </a:ext>
                  </a:extLst>
                </p14:cNvPr>
                <p14:cNvContentPartPr/>
                <p14:nvPr/>
              </p14:nvContentPartPr>
              <p14:xfrm>
                <a:off x="4082875" y="2768060"/>
                <a:ext cx="524160" cy="42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5E9A175-A2E0-7A74-5B26-E60DA89FA5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76755" y="2761940"/>
                  <a:ext cx="5364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868A1B-84F8-7731-D910-97306C90E0A6}"/>
                    </a:ext>
                  </a:extLst>
                </p14:cNvPr>
                <p14:cNvContentPartPr/>
                <p14:nvPr/>
              </p14:nvContentPartPr>
              <p14:xfrm>
                <a:off x="4600915" y="2606060"/>
                <a:ext cx="51120" cy="11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868A1B-84F8-7731-D910-97306C90E0A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94795" y="2599940"/>
                  <a:ext cx="633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2C7A10-3B9A-7F93-F968-64E17D232D94}"/>
                    </a:ext>
                  </a:extLst>
                </p14:cNvPr>
                <p14:cNvContentPartPr/>
                <p14:nvPr/>
              </p14:nvContentPartPr>
              <p14:xfrm>
                <a:off x="4954795" y="2755820"/>
                <a:ext cx="451080" cy="473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2C7A10-3B9A-7F93-F968-64E17D232D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48675" y="2749700"/>
                  <a:ext cx="4633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97CCC9-FDF4-73DF-614B-5DB8143634A0}"/>
                    </a:ext>
                  </a:extLst>
                </p14:cNvPr>
                <p14:cNvContentPartPr/>
                <p14:nvPr/>
              </p14:nvContentPartPr>
              <p14:xfrm>
                <a:off x="5564275" y="3148940"/>
                <a:ext cx="205200" cy="10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97CCC9-FDF4-73DF-614B-5DB8143634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58155" y="3142820"/>
                  <a:ext cx="217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1EDC48-2103-7B49-17FC-1525050D799D}"/>
                    </a:ext>
                  </a:extLst>
                </p14:cNvPr>
                <p14:cNvContentPartPr/>
                <p14:nvPr/>
              </p14:nvContentPartPr>
              <p14:xfrm>
                <a:off x="7038475" y="2106020"/>
                <a:ext cx="587880" cy="1521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1EDC48-2103-7B49-17FC-1525050D79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32355" y="2099900"/>
                  <a:ext cx="600120" cy="15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9E0EC55-15EB-25C0-6688-EB806E806AB0}"/>
                    </a:ext>
                  </a:extLst>
                </p14:cNvPr>
                <p14:cNvContentPartPr/>
                <p14:nvPr/>
              </p14:nvContentPartPr>
              <p14:xfrm>
                <a:off x="7706995" y="2378180"/>
                <a:ext cx="86040" cy="3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9E0EC55-15EB-25C0-6688-EB806E806A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700875" y="2372060"/>
                  <a:ext cx="98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8CB022-500F-67AD-2E0F-867250E14926}"/>
                    </a:ext>
                  </a:extLst>
                </p14:cNvPr>
                <p14:cNvContentPartPr/>
                <p14:nvPr/>
              </p14:nvContentPartPr>
              <p14:xfrm>
                <a:off x="8032435" y="2448740"/>
                <a:ext cx="84600" cy="436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8CB022-500F-67AD-2E0F-867250E149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6315" y="2442620"/>
                  <a:ext cx="968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97E7D27-64A6-C8B6-8924-AF5C58D3168C}"/>
                    </a:ext>
                  </a:extLst>
                </p14:cNvPr>
                <p14:cNvContentPartPr/>
                <p14:nvPr/>
              </p14:nvContentPartPr>
              <p14:xfrm>
                <a:off x="8453995" y="2545940"/>
                <a:ext cx="546120" cy="425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97E7D27-64A6-C8B6-8924-AF5C58D316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47875" y="2539820"/>
                  <a:ext cx="5583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9B80F2-D1D1-6FB7-3465-CCC6002513E7}"/>
                    </a:ext>
                  </a:extLst>
                </p14:cNvPr>
                <p14:cNvContentPartPr/>
                <p14:nvPr/>
              </p14:nvContentPartPr>
              <p14:xfrm>
                <a:off x="9288835" y="2597420"/>
                <a:ext cx="90720" cy="59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9B80F2-D1D1-6FB7-3465-CCC6002513E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82715" y="2591300"/>
                  <a:ext cx="102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7762A4-CA4A-D4BF-CB64-025750E4C780}"/>
                    </a:ext>
                  </a:extLst>
                </p14:cNvPr>
                <p14:cNvContentPartPr/>
                <p14:nvPr/>
              </p14:nvContentPartPr>
              <p14:xfrm>
                <a:off x="1531915" y="3323540"/>
                <a:ext cx="7031880" cy="807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7762A4-CA4A-D4BF-CB64-025750E4C78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25795" y="3317420"/>
                  <a:ext cx="7044120" cy="81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4883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923B90E-ACD8-0774-D11C-F8C5928BB0A7}"/>
              </a:ext>
            </a:extLst>
          </p:cNvPr>
          <p:cNvGrpSpPr/>
          <p:nvPr/>
        </p:nvGrpSpPr>
        <p:grpSpPr>
          <a:xfrm>
            <a:off x="1079755" y="249140"/>
            <a:ext cx="6433200" cy="1181520"/>
            <a:chOff x="1079755" y="249140"/>
            <a:chExt cx="6433200" cy="118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652B328-CBF4-A26D-DFB0-13B29748483F}"/>
                    </a:ext>
                  </a:extLst>
                </p14:cNvPr>
                <p14:cNvContentPartPr/>
                <p14:nvPr/>
              </p14:nvContentPartPr>
              <p14:xfrm>
                <a:off x="1189195" y="314660"/>
                <a:ext cx="549360" cy="1116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652B328-CBF4-A26D-DFB0-13B2974848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83075" y="308540"/>
                  <a:ext cx="561600" cy="11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C74DB6-749B-209C-3DCD-0EAFCF820824}"/>
                    </a:ext>
                  </a:extLst>
                </p14:cNvPr>
                <p14:cNvContentPartPr/>
                <p14:nvPr/>
              </p14:nvContentPartPr>
              <p14:xfrm>
                <a:off x="1079755" y="249140"/>
                <a:ext cx="398160" cy="130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C74DB6-749B-209C-3DCD-0EAFCF8208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3635" y="243020"/>
                  <a:ext cx="4104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456ADE-7B8A-C8C9-7F37-B29E2D4CB5CA}"/>
                    </a:ext>
                  </a:extLst>
                </p14:cNvPr>
                <p14:cNvContentPartPr/>
                <p14:nvPr/>
              </p14:nvContentPartPr>
              <p14:xfrm>
                <a:off x="1430755" y="904700"/>
                <a:ext cx="249840" cy="140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456ADE-7B8A-C8C9-7F37-B29E2D4CB5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4635" y="898580"/>
                  <a:ext cx="2620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4CE913F-0ED2-77A8-AD52-F18146AF91CD}"/>
                    </a:ext>
                  </a:extLst>
                </p14:cNvPr>
                <p14:cNvContentPartPr/>
                <p14:nvPr/>
              </p14:nvContentPartPr>
              <p14:xfrm>
                <a:off x="1887595" y="801020"/>
                <a:ext cx="520200" cy="348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4CE913F-0ED2-77A8-AD52-F18146AF91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1475" y="794900"/>
                  <a:ext cx="53244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2D2038D-D665-C6CB-54E5-298F08C16708}"/>
                    </a:ext>
                  </a:extLst>
                </p14:cNvPr>
                <p14:cNvContentPartPr/>
                <p14:nvPr/>
              </p14:nvContentPartPr>
              <p14:xfrm>
                <a:off x="2528035" y="726500"/>
                <a:ext cx="422280" cy="45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2D2038D-D665-C6CB-54E5-298F08C167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21915" y="720380"/>
                  <a:ext cx="4345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AB3CDE1-E8A1-1DCD-4258-9FD670952F95}"/>
                    </a:ext>
                  </a:extLst>
                </p14:cNvPr>
                <p14:cNvContentPartPr/>
                <p14:nvPr/>
              </p14:nvContentPartPr>
              <p14:xfrm>
                <a:off x="3062275" y="875180"/>
                <a:ext cx="20880" cy="222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AB3CDE1-E8A1-1DCD-4258-9FD670952F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56155" y="869060"/>
                  <a:ext cx="33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690E3EE-D4B5-0833-6F38-6E4C5CF6EB57}"/>
                    </a:ext>
                  </a:extLst>
                </p14:cNvPr>
                <p14:cNvContentPartPr/>
                <p14:nvPr/>
              </p14:nvContentPartPr>
              <p14:xfrm>
                <a:off x="3056155" y="455420"/>
                <a:ext cx="25560" cy="95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690E3EE-D4B5-0833-6F38-6E4C5CF6EB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50035" y="449300"/>
                  <a:ext cx="37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95B2EC-0CA4-5566-BFB1-B324EF94B8C4}"/>
                    </a:ext>
                  </a:extLst>
                </p14:cNvPr>
                <p14:cNvContentPartPr/>
                <p14:nvPr/>
              </p14:nvContentPartPr>
              <p14:xfrm>
                <a:off x="3149035" y="603740"/>
                <a:ext cx="632880" cy="499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95B2EC-0CA4-5566-BFB1-B324EF94B8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42915" y="597620"/>
                  <a:ext cx="64512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0CBEB18-6982-39C3-44F2-684DCA301233}"/>
                    </a:ext>
                  </a:extLst>
                </p14:cNvPr>
                <p14:cNvContentPartPr/>
                <p14:nvPr/>
              </p14:nvContentPartPr>
              <p14:xfrm>
                <a:off x="3957955" y="597620"/>
                <a:ext cx="345240" cy="487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0CBEB18-6982-39C3-44F2-684DCA3012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51835" y="591500"/>
                  <a:ext cx="35748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507B3B-8E50-0ADA-E67E-07D7580F1AA0}"/>
                    </a:ext>
                  </a:extLst>
                </p14:cNvPr>
                <p14:cNvContentPartPr/>
                <p14:nvPr/>
              </p14:nvContentPartPr>
              <p14:xfrm>
                <a:off x="4455475" y="648380"/>
                <a:ext cx="635040" cy="30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507B3B-8E50-0ADA-E67E-07D7580F1A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49355" y="642260"/>
                  <a:ext cx="6472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F785B6-A186-0DED-43CD-F5C6D2BD0AA4}"/>
                    </a:ext>
                  </a:extLst>
                </p14:cNvPr>
                <p14:cNvContentPartPr/>
                <p14:nvPr/>
              </p14:nvContentPartPr>
              <p14:xfrm>
                <a:off x="5262235" y="472340"/>
                <a:ext cx="882360" cy="451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F785B6-A186-0DED-43CD-F5C6D2BD0A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6115" y="466220"/>
                  <a:ext cx="89460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90426D7-640E-2F01-C1E1-E18AE3A1286C}"/>
                    </a:ext>
                  </a:extLst>
                </p14:cNvPr>
                <p14:cNvContentPartPr/>
                <p14:nvPr/>
              </p14:nvContentPartPr>
              <p14:xfrm>
                <a:off x="5997715" y="438500"/>
                <a:ext cx="498600" cy="50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90426D7-640E-2F01-C1E1-E18AE3A128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91595" y="432380"/>
                  <a:ext cx="51084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599927-56C3-84F8-B113-9118F141BD09}"/>
                    </a:ext>
                  </a:extLst>
                </p14:cNvPr>
                <p14:cNvContentPartPr/>
                <p14:nvPr/>
              </p14:nvContentPartPr>
              <p14:xfrm>
                <a:off x="6803755" y="497540"/>
                <a:ext cx="92160" cy="64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599927-56C3-84F8-B113-9118F141BD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97635" y="491420"/>
                  <a:ext cx="104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598DFE-760E-1946-79BF-3CE1F2154AB4}"/>
                    </a:ext>
                  </a:extLst>
                </p14:cNvPr>
                <p14:cNvContentPartPr/>
                <p14:nvPr/>
              </p14:nvContentPartPr>
              <p14:xfrm>
                <a:off x="6853075" y="1096580"/>
                <a:ext cx="54720" cy="1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598DFE-760E-1946-79BF-3CE1F2154A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46955" y="1090460"/>
                  <a:ext cx="66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C2DD24A-070C-1EED-FBC0-55367F0215B1}"/>
                    </a:ext>
                  </a:extLst>
                </p14:cNvPr>
                <p14:cNvContentPartPr/>
                <p14:nvPr/>
              </p14:nvContentPartPr>
              <p14:xfrm>
                <a:off x="7284715" y="731900"/>
                <a:ext cx="228240" cy="63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C2DD24A-070C-1EED-FBC0-55367F0215B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78595" y="725780"/>
                  <a:ext cx="240480" cy="7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4AD021D-A9D3-07AE-BA11-610F6DFBA861}"/>
                  </a:ext>
                </a:extLst>
              </p14:cNvPr>
              <p14:cNvContentPartPr/>
              <p14:nvPr/>
            </p14:nvContentPartPr>
            <p14:xfrm>
              <a:off x="1302955" y="1490420"/>
              <a:ext cx="5014080" cy="5684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4AD021D-A9D3-07AE-BA11-610F6DFBA86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96835" y="1484300"/>
                <a:ext cx="5026320" cy="58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00D3C29B-B087-B292-A125-03794D78CCBA}"/>
              </a:ext>
            </a:extLst>
          </p:cNvPr>
          <p:cNvGrpSpPr/>
          <p:nvPr/>
        </p:nvGrpSpPr>
        <p:grpSpPr>
          <a:xfrm>
            <a:off x="1462075" y="1477100"/>
            <a:ext cx="6458400" cy="2846520"/>
            <a:chOff x="1462075" y="1477100"/>
            <a:chExt cx="6458400" cy="28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BAE211C-B18B-0135-5318-C46B0F22470D}"/>
                    </a:ext>
                  </a:extLst>
                </p14:cNvPr>
                <p14:cNvContentPartPr/>
                <p14:nvPr/>
              </p14:nvContentPartPr>
              <p14:xfrm>
                <a:off x="1492315" y="2746100"/>
                <a:ext cx="698400" cy="843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BAE211C-B18B-0135-5318-C46B0F2247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86195" y="2739980"/>
                  <a:ext cx="710640" cy="85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1D1440-563A-13B9-7BCC-B84AC71AC045}"/>
                    </a:ext>
                  </a:extLst>
                </p14:cNvPr>
                <p14:cNvContentPartPr/>
                <p14:nvPr/>
              </p14:nvContentPartPr>
              <p14:xfrm>
                <a:off x="2478355" y="2572580"/>
                <a:ext cx="289800" cy="1054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1D1440-563A-13B9-7BCC-B84AC71AC0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72235" y="2566460"/>
                  <a:ext cx="302040" cy="10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4C672B-63F6-4687-1181-9A3FC7222381}"/>
                    </a:ext>
                  </a:extLst>
                </p14:cNvPr>
                <p14:cNvContentPartPr/>
                <p14:nvPr/>
              </p14:nvContentPartPr>
              <p14:xfrm>
                <a:off x="3858235" y="2302220"/>
                <a:ext cx="1124280" cy="688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4C672B-63F6-4687-1181-9A3FC72223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52115" y="2296100"/>
                  <a:ext cx="113652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9C67B6-EF2C-7A98-860C-067A43D16A39}"/>
                    </a:ext>
                  </a:extLst>
                </p14:cNvPr>
                <p14:cNvContentPartPr/>
                <p14:nvPr/>
              </p14:nvContentPartPr>
              <p14:xfrm>
                <a:off x="5208595" y="2075060"/>
                <a:ext cx="1130040" cy="832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9C67B6-EF2C-7A98-860C-067A43D16A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02475" y="2068940"/>
                  <a:ext cx="1142280" cy="8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410ABA1-4DA0-B6CB-8FAF-8A70C52D3FE0}"/>
                    </a:ext>
                  </a:extLst>
                </p14:cNvPr>
                <p14:cNvContentPartPr/>
                <p14:nvPr/>
              </p14:nvContentPartPr>
              <p14:xfrm>
                <a:off x="6677035" y="2302220"/>
                <a:ext cx="17280" cy="1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410ABA1-4DA0-B6CB-8FAF-8A70C52D3F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70915" y="2296100"/>
                  <a:ext cx="295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C3C8D1-565B-2994-F379-486DB5EB610E}"/>
                    </a:ext>
                  </a:extLst>
                </p14:cNvPr>
                <p14:cNvContentPartPr/>
                <p14:nvPr/>
              </p14:nvContentPartPr>
              <p14:xfrm>
                <a:off x="2434435" y="3304100"/>
                <a:ext cx="72360" cy="76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C3C8D1-565B-2994-F379-486DB5EB61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28315" y="3297980"/>
                  <a:ext cx="8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12316EA-F37A-AE5D-7198-772E70CA10C1}"/>
                    </a:ext>
                  </a:extLst>
                </p14:cNvPr>
                <p14:cNvContentPartPr/>
                <p14:nvPr/>
              </p14:nvContentPartPr>
              <p14:xfrm>
                <a:off x="3343075" y="2994860"/>
                <a:ext cx="178920" cy="914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12316EA-F37A-AE5D-7198-772E70CA10C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36955" y="2988740"/>
                  <a:ext cx="191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F6FF2A3-E6E2-E6A9-768C-5980A590D488}"/>
                    </a:ext>
                  </a:extLst>
                </p14:cNvPr>
                <p14:cNvContentPartPr/>
                <p14:nvPr/>
              </p14:nvContentPartPr>
              <p14:xfrm>
                <a:off x="1462075" y="2842940"/>
                <a:ext cx="5599440" cy="1480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F6FF2A3-E6E2-E6A9-768C-5980A590D4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55955" y="2836820"/>
                  <a:ext cx="5611680" cy="14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2C7AC2-0C63-F86E-6F50-0BB9024C63D4}"/>
                    </a:ext>
                  </a:extLst>
                </p14:cNvPr>
                <p14:cNvContentPartPr/>
                <p14:nvPr/>
              </p14:nvContentPartPr>
              <p14:xfrm>
                <a:off x="6716995" y="1915940"/>
                <a:ext cx="838440" cy="167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2C7AC2-0C63-F86E-6F50-0BB9024C63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710875" y="1909820"/>
                  <a:ext cx="8506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13D1B2-B4C1-A6EC-2E1B-605CA617CB16}"/>
                    </a:ext>
                  </a:extLst>
                </p14:cNvPr>
                <p14:cNvContentPartPr/>
                <p14:nvPr/>
              </p14:nvContentPartPr>
              <p14:xfrm>
                <a:off x="7503235" y="1477100"/>
                <a:ext cx="417240" cy="807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13D1B2-B4C1-A6EC-2E1B-605CA617CB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7115" y="1470980"/>
                  <a:ext cx="429480" cy="81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FC17C9F-8DB2-5A76-CFC0-01D33C36868F}"/>
                  </a:ext>
                </a:extLst>
              </p14:cNvPr>
              <p14:cNvContentPartPr/>
              <p14:nvPr/>
            </p14:nvContentPartPr>
            <p14:xfrm>
              <a:off x="8519515" y="2139500"/>
              <a:ext cx="47520" cy="23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FC17C9F-8DB2-5A76-CFC0-01D33C36868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13395" y="2133380"/>
                <a:ext cx="59760" cy="3528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4CFEE3E-6C16-D15F-BD72-E085A53FBD56}"/>
              </a:ext>
            </a:extLst>
          </p:cNvPr>
          <p:cNvSpPr txBox="1"/>
          <p:nvPr/>
        </p:nvSpPr>
        <p:spPr>
          <a:xfrm>
            <a:off x="622671" y="499824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https://code.visualstudio.com/</a:t>
            </a:r>
          </a:p>
        </p:txBody>
      </p:sp>
    </p:spTree>
    <p:extLst>
      <p:ext uri="{BB962C8B-B14F-4D97-AF65-F5344CB8AC3E}">
        <p14:creationId xmlns:p14="http://schemas.microsoft.com/office/powerpoint/2010/main" val="202538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87CD73B-1D69-82C7-A419-118930E74538}"/>
              </a:ext>
            </a:extLst>
          </p:cNvPr>
          <p:cNvGrpSpPr/>
          <p:nvPr/>
        </p:nvGrpSpPr>
        <p:grpSpPr>
          <a:xfrm>
            <a:off x="5958475" y="480228"/>
            <a:ext cx="1213200" cy="933480"/>
            <a:chOff x="5958475" y="480228"/>
            <a:chExt cx="1213200" cy="93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41767F-9594-DAFE-F71F-40E69B98C6CB}"/>
                    </a:ext>
                  </a:extLst>
                </p14:cNvPr>
                <p14:cNvContentPartPr/>
                <p14:nvPr/>
              </p14:nvContentPartPr>
              <p14:xfrm>
                <a:off x="5958475" y="480228"/>
                <a:ext cx="667080" cy="812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41767F-9594-DAFE-F71F-40E69B98C6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52355" y="474108"/>
                  <a:ext cx="67932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0AE70C-D725-C9D8-E1F2-7D2C46145B66}"/>
                    </a:ext>
                  </a:extLst>
                </p14:cNvPr>
                <p14:cNvContentPartPr/>
                <p14:nvPr/>
              </p14:nvContentPartPr>
              <p14:xfrm>
                <a:off x="6573355" y="499668"/>
                <a:ext cx="598320" cy="91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0AE70C-D725-C9D8-E1F2-7D2C46145B6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7235" y="493548"/>
                  <a:ext cx="610560" cy="9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26A19B-D265-C249-9A8F-47DA840CC398}"/>
              </a:ext>
            </a:extLst>
          </p:cNvPr>
          <p:cNvGrpSpPr/>
          <p:nvPr/>
        </p:nvGrpSpPr>
        <p:grpSpPr>
          <a:xfrm>
            <a:off x="7987795" y="393828"/>
            <a:ext cx="1742760" cy="810360"/>
            <a:chOff x="7987795" y="393828"/>
            <a:chExt cx="1742760" cy="81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A178512-5406-4303-9B53-17E23073018B}"/>
                    </a:ext>
                  </a:extLst>
                </p14:cNvPr>
                <p14:cNvContentPartPr/>
                <p14:nvPr/>
              </p14:nvContentPartPr>
              <p14:xfrm>
                <a:off x="7987795" y="393828"/>
                <a:ext cx="811800" cy="810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A178512-5406-4303-9B53-17E2307301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81675" y="387708"/>
                  <a:ext cx="824040" cy="82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679CC2F-7025-20D4-49E9-B380A1EF2468}"/>
                    </a:ext>
                  </a:extLst>
                </p14:cNvPr>
                <p14:cNvContentPartPr/>
                <p14:nvPr/>
              </p14:nvContentPartPr>
              <p14:xfrm>
                <a:off x="9001915" y="447828"/>
                <a:ext cx="728640" cy="736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679CC2F-7025-20D4-49E9-B380A1EF24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95795" y="441708"/>
                  <a:ext cx="740880" cy="74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1EAC89-3DBF-E09A-C437-203FFAFBB545}"/>
              </a:ext>
            </a:extLst>
          </p:cNvPr>
          <p:cNvGrpSpPr/>
          <p:nvPr/>
        </p:nvGrpSpPr>
        <p:grpSpPr>
          <a:xfrm>
            <a:off x="676915" y="452868"/>
            <a:ext cx="3751920" cy="2572560"/>
            <a:chOff x="676915" y="452868"/>
            <a:chExt cx="3751920" cy="257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0E65DD4-C38E-662F-A4E6-C5DF401103DC}"/>
                    </a:ext>
                  </a:extLst>
                </p14:cNvPr>
                <p14:cNvContentPartPr/>
                <p14:nvPr/>
              </p14:nvContentPartPr>
              <p14:xfrm>
                <a:off x="810835" y="730788"/>
                <a:ext cx="153360" cy="6652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0E65DD4-C38E-662F-A4E6-C5DF401103D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4715" y="724668"/>
                  <a:ext cx="16560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B9AA751-5990-8769-345A-22545B93F109}"/>
                    </a:ext>
                  </a:extLst>
                </p14:cNvPr>
                <p14:cNvContentPartPr/>
                <p14:nvPr/>
              </p14:nvContentPartPr>
              <p14:xfrm>
                <a:off x="676915" y="452868"/>
                <a:ext cx="624960" cy="11296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B9AA751-5990-8769-345A-22545B93F1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0795" y="446748"/>
                  <a:ext cx="637200" cy="11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39C4E2C-9FCD-6242-1EBB-A86490502B5F}"/>
                    </a:ext>
                  </a:extLst>
                </p14:cNvPr>
                <p14:cNvContentPartPr/>
                <p14:nvPr/>
              </p14:nvContentPartPr>
              <p14:xfrm>
                <a:off x="1406635" y="1030308"/>
                <a:ext cx="339120" cy="455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39C4E2C-9FCD-6242-1EBB-A86490502B5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0515" y="1024188"/>
                  <a:ext cx="3513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7DE2F3-FFDD-30FF-CBBD-37199EE73984}"/>
                    </a:ext>
                  </a:extLst>
                </p14:cNvPr>
                <p14:cNvContentPartPr/>
                <p14:nvPr/>
              </p14:nvContentPartPr>
              <p14:xfrm>
                <a:off x="1876435" y="973068"/>
                <a:ext cx="414000" cy="423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7DE2F3-FFDD-30FF-CBBD-37199EE739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70315" y="966948"/>
                  <a:ext cx="4262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B85BF6-1DC6-C4FE-115B-34D41EA76178}"/>
                    </a:ext>
                  </a:extLst>
                </p14:cNvPr>
                <p14:cNvContentPartPr/>
                <p14:nvPr/>
              </p14:nvContentPartPr>
              <p14:xfrm>
                <a:off x="2412835" y="1005468"/>
                <a:ext cx="378360" cy="449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B85BF6-1DC6-C4FE-115B-34D41EA7617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06715" y="999348"/>
                  <a:ext cx="390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4DF63E-214C-3D2E-E317-02D5C2548E65}"/>
                    </a:ext>
                  </a:extLst>
                </p14:cNvPr>
                <p14:cNvContentPartPr/>
                <p14:nvPr/>
              </p14:nvContentPartPr>
              <p14:xfrm>
                <a:off x="3013675" y="708108"/>
                <a:ext cx="66960" cy="69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4DF63E-214C-3D2E-E317-02D5C2548E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07555" y="701988"/>
                  <a:ext cx="792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FCD871-3323-8B7B-8E62-F2BE3ADD7CAC}"/>
                    </a:ext>
                  </a:extLst>
                </p14:cNvPr>
                <p14:cNvContentPartPr/>
                <p14:nvPr/>
              </p14:nvContentPartPr>
              <p14:xfrm>
                <a:off x="3295555" y="946428"/>
                <a:ext cx="167760" cy="463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FCD871-3323-8B7B-8E62-F2BE3ADD7C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89435" y="940308"/>
                  <a:ext cx="18000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5279D63-BD30-CDEC-6417-CED2CF42277D}"/>
                    </a:ext>
                  </a:extLst>
                </p14:cNvPr>
                <p14:cNvContentPartPr/>
                <p14:nvPr/>
              </p14:nvContentPartPr>
              <p14:xfrm>
                <a:off x="3734395" y="1008348"/>
                <a:ext cx="261360" cy="314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5279D63-BD30-CDEC-6417-CED2CF42277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28275" y="1002228"/>
                  <a:ext cx="2736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27792E-CBB5-9D2B-C313-3479A38CDF4E}"/>
                    </a:ext>
                  </a:extLst>
                </p14:cNvPr>
                <p14:cNvContentPartPr/>
                <p14:nvPr/>
              </p14:nvContentPartPr>
              <p14:xfrm>
                <a:off x="4145875" y="645828"/>
                <a:ext cx="282960" cy="655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27792E-CBB5-9D2B-C313-3479A38CDF4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39755" y="639708"/>
                  <a:ext cx="29520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ACEC48-874D-5E63-9BD1-6406A03F3766}"/>
                    </a:ext>
                  </a:extLst>
                </p14:cNvPr>
                <p14:cNvContentPartPr/>
                <p14:nvPr/>
              </p14:nvContentPartPr>
              <p14:xfrm>
                <a:off x="767635" y="2177628"/>
                <a:ext cx="1038600" cy="48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ACEC48-874D-5E63-9BD1-6406A03F376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1515" y="2171508"/>
                  <a:ext cx="1050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D0B8D37-CED3-8503-975B-AABA948711A5}"/>
                    </a:ext>
                  </a:extLst>
                </p14:cNvPr>
                <p14:cNvContentPartPr/>
                <p14:nvPr/>
              </p14:nvContentPartPr>
              <p14:xfrm>
                <a:off x="1670515" y="1704588"/>
                <a:ext cx="591840" cy="1320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D0B8D37-CED3-8503-975B-AABA948711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64395" y="1698468"/>
                  <a:ext cx="604080" cy="13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F24BE3F-0B6C-0232-5F75-142E0CFE7928}"/>
              </a:ext>
            </a:extLst>
          </p:cNvPr>
          <p:cNvGrpSpPr/>
          <p:nvPr/>
        </p:nvGrpSpPr>
        <p:grpSpPr>
          <a:xfrm>
            <a:off x="3673915" y="1751748"/>
            <a:ext cx="4918320" cy="949320"/>
            <a:chOff x="3673915" y="1751748"/>
            <a:chExt cx="4918320" cy="94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B4AE4F-9D02-102E-338C-A8FB6AC32F0E}"/>
                    </a:ext>
                  </a:extLst>
                </p14:cNvPr>
                <p14:cNvContentPartPr/>
                <p14:nvPr/>
              </p14:nvContentPartPr>
              <p14:xfrm>
                <a:off x="3673915" y="1851828"/>
                <a:ext cx="734400" cy="849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B4AE4F-9D02-102E-338C-A8FB6AC32F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67795" y="1845708"/>
                  <a:ext cx="746640" cy="86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DDD4E3-0C95-3FB4-47BD-60AD383C11F9}"/>
                    </a:ext>
                  </a:extLst>
                </p14:cNvPr>
                <p14:cNvContentPartPr/>
                <p14:nvPr/>
              </p14:nvContentPartPr>
              <p14:xfrm>
                <a:off x="4065235" y="1751748"/>
                <a:ext cx="190800" cy="70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2DDD4E3-0C95-3FB4-47BD-60AD383C11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59115" y="1745628"/>
                  <a:ext cx="203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6CD42B-7FC7-40D9-A766-4F86A97CEDF2}"/>
                    </a:ext>
                  </a:extLst>
                </p14:cNvPr>
                <p14:cNvContentPartPr/>
                <p14:nvPr/>
              </p14:nvContentPartPr>
              <p14:xfrm>
                <a:off x="3883435" y="2180868"/>
                <a:ext cx="400680" cy="153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6CD42B-7FC7-40D9-A766-4F86A97CED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77315" y="2174748"/>
                  <a:ext cx="4129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DFB30-5A2C-89C9-DE01-F9DC485E820A}"/>
                    </a:ext>
                  </a:extLst>
                </p14:cNvPr>
                <p14:cNvContentPartPr/>
                <p14:nvPr/>
              </p14:nvContentPartPr>
              <p14:xfrm>
                <a:off x="4519915" y="2242788"/>
                <a:ext cx="445320" cy="13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DFB30-5A2C-89C9-DE01-F9DC485E82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13795" y="2236668"/>
                  <a:ext cx="4575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E3544BE-153F-55D9-AA9D-C8849D3EB006}"/>
                    </a:ext>
                  </a:extLst>
                </p14:cNvPr>
                <p14:cNvContentPartPr/>
                <p14:nvPr/>
              </p14:nvContentPartPr>
              <p14:xfrm>
                <a:off x="4797475" y="2251428"/>
                <a:ext cx="206640" cy="17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E3544BE-153F-55D9-AA9D-C8849D3EB00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91355" y="2245308"/>
                  <a:ext cx="2188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29627E-8FD2-639F-66B5-FF0D9FF42474}"/>
                    </a:ext>
                  </a:extLst>
                </p14:cNvPr>
                <p14:cNvContentPartPr/>
                <p14:nvPr/>
              </p14:nvContentPartPr>
              <p14:xfrm>
                <a:off x="5353315" y="1826988"/>
                <a:ext cx="31680" cy="512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29627E-8FD2-639F-66B5-FF0D9FF424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47195" y="1820868"/>
                  <a:ext cx="4392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F2D6B66-993B-0A0F-E5F3-32107EA94699}"/>
                    </a:ext>
                  </a:extLst>
                </p14:cNvPr>
                <p14:cNvContentPartPr/>
                <p14:nvPr/>
              </p14:nvContentPartPr>
              <p14:xfrm>
                <a:off x="5160355" y="1987188"/>
                <a:ext cx="1547640" cy="375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F2D6B66-993B-0A0F-E5F3-32107EA946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54235" y="1981068"/>
                  <a:ext cx="15598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6ED8A54-5FE7-41C6-5F85-68A7E3840BA2}"/>
                    </a:ext>
                  </a:extLst>
                </p14:cNvPr>
                <p14:cNvContentPartPr/>
                <p14:nvPr/>
              </p14:nvContentPartPr>
              <p14:xfrm>
                <a:off x="6977275" y="2066748"/>
                <a:ext cx="7560" cy="243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6ED8A54-5FE7-41C6-5F85-68A7E3840B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71155" y="2060628"/>
                  <a:ext cx="198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8005A-B5EF-251E-2B35-335DDA870F98}"/>
                    </a:ext>
                  </a:extLst>
                </p14:cNvPr>
                <p14:cNvContentPartPr/>
                <p14:nvPr/>
              </p14:nvContentPartPr>
              <p14:xfrm>
                <a:off x="7058275" y="1850748"/>
                <a:ext cx="77400" cy="53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8005A-B5EF-251E-2B35-335DDA870F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52155" y="1844628"/>
                  <a:ext cx="89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B5B887B-5C23-1220-3DD8-9B6AE8AC2AAE}"/>
                    </a:ext>
                  </a:extLst>
                </p14:cNvPr>
                <p14:cNvContentPartPr/>
                <p14:nvPr/>
              </p14:nvContentPartPr>
              <p14:xfrm>
                <a:off x="7197955" y="2072148"/>
                <a:ext cx="164160" cy="294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B5B887B-5C23-1220-3DD8-9B6AE8AC2A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91835" y="2066028"/>
                  <a:ext cx="176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E83360-6124-1A91-7D7A-ADFBC86C98B9}"/>
                    </a:ext>
                  </a:extLst>
                </p14:cNvPr>
                <p14:cNvContentPartPr/>
                <p14:nvPr/>
              </p14:nvContentPartPr>
              <p14:xfrm>
                <a:off x="7565155" y="2021748"/>
                <a:ext cx="689400" cy="472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E83360-6124-1A91-7D7A-ADFBC86C98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59035" y="2015628"/>
                  <a:ext cx="7016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3372D6-0E80-AB7F-4022-8E191B55CE14}"/>
                    </a:ext>
                  </a:extLst>
                </p14:cNvPr>
                <p14:cNvContentPartPr/>
                <p14:nvPr/>
              </p14:nvContentPartPr>
              <p14:xfrm>
                <a:off x="8581075" y="2310108"/>
                <a:ext cx="11160" cy="23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3372D6-0E80-AB7F-4022-8E191B55CE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74955" y="2303988"/>
                  <a:ext cx="234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687D3D-BA10-259B-293E-1620FA29D4BE}"/>
              </a:ext>
            </a:extLst>
          </p:cNvPr>
          <p:cNvGrpSpPr/>
          <p:nvPr/>
        </p:nvGrpSpPr>
        <p:grpSpPr>
          <a:xfrm>
            <a:off x="737755" y="3141348"/>
            <a:ext cx="906120" cy="1150560"/>
            <a:chOff x="737755" y="3141348"/>
            <a:chExt cx="906120" cy="11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1CFF87-9E93-50C0-AAF5-0BA1A0C51FE1}"/>
                    </a:ext>
                  </a:extLst>
                </p14:cNvPr>
                <p14:cNvContentPartPr/>
                <p14:nvPr/>
              </p14:nvContentPartPr>
              <p14:xfrm>
                <a:off x="737755" y="3680628"/>
                <a:ext cx="867240" cy="3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1CFF87-9E93-50C0-AAF5-0BA1A0C51FE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1635" y="3674508"/>
                  <a:ext cx="87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F6DC5A6-3A21-9827-A708-E3BEFC9744A9}"/>
                    </a:ext>
                  </a:extLst>
                </p14:cNvPr>
                <p14:cNvContentPartPr/>
                <p14:nvPr/>
              </p14:nvContentPartPr>
              <p14:xfrm>
                <a:off x="1290715" y="3141348"/>
                <a:ext cx="353160" cy="1150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F6DC5A6-3A21-9827-A708-E3BEFC9744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4595" y="3135228"/>
                  <a:ext cx="365400" cy="11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687CB2C-2AC5-4571-71C1-0960FDB037E9}"/>
              </a:ext>
            </a:extLst>
          </p:cNvPr>
          <p:cNvGrpSpPr/>
          <p:nvPr/>
        </p:nvGrpSpPr>
        <p:grpSpPr>
          <a:xfrm>
            <a:off x="2162635" y="3404148"/>
            <a:ext cx="2864160" cy="803160"/>
            <a:chOff x="2162635" y="3404148"/>
            <a:chExt cx="2864160" cy="80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F481D7-7946-7F3B-BE81-8F4259BB582C}"/>
                    </a:ext>
                  </a:extLst>
                </p14:cNvPr>
                <p14:cNvContentPartPr/>
                <p14:nvPr/>
              </p14:nvContentPartPr>
              <p14:xfrm>
                <a:off x="2186395" y="3516468"/>
                <a:ext cx="78840" cy="485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F481D7-7946-7F3B-BE81-8F4259BB582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80275" y="3510348"/>
                  <a:ext cx="9108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7D49E5-3BEA-3CF6-1106-0DC0D32C35C6}"/>
                    </a:ext>
                  </a:extLst>
                </p14:cNvPr>
                <p14:cNvContentPartPr/>
                <p14:nvPr/>
              </p14:nvContentPartPr>
              <p14:xfrm>
                <a:off x="2162635" y="3479748"/>
                <a:ext cx="277200" cy="2480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7D49E5-3BEA-3CF6-1106-0DC0D32C35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6515" y="3473628"/>
                  <a:ext cx="289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9FB184-38A3-A366-978A-81614061DA50}"/>
                    </a:ext>
                  </a:extLst>
                </p14:cNvPr>
                <p14:cNvContentPartPr/>
                <p14:nvPr/>
              </p14:nvContentPartPr>
              <p14:xfrm>
                <a:off x="2521195" y="3579468"/>
                <a:ext cx="312120" cy="627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9FB184-38A3-A366-978A-81614061DA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15075" y="3573348"/>
                  <a:ext cx="32436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30D55F9-C19E-2D6C-6E13-C6CC199AA9FA}"/>
                    </a:ext>
                  </a:extLst>
                </p14:cNvPr>
                <p14:cNvContentPartPr/>
                <p14:nvPr/>
              </p14:nvContentPartPr>
              <p14:xfrm>
                <a:off x="3032035" y="3404148"/>
                <a:ext cx="32760" cy="41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30D55F9-C19E-2D6C-6E13-C6CC199AA9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025915" y="3398028"/>
                  <a:ext cx="4500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E44020-66FE-7911-DD52-CD2388E106F5}"/>
                    </a:ext>
                  </a:extLst>
                </p14:cNvPr>
                <p14:cNvContentPartPr/>
                <p14:nvPr/>
              </p14:nvContentPartPr>
              <p14:xfrm>
                <a:off x="3214915" y="3542028"/>
                <a:ext cx="175320" cy="257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E44020-66FE-7911-DD52-CD2388E106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08795" y="3535908"/>
                  <a:ext cx="187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9895C9-1466-E741-4BD3-1CE55934A025}"/>
                    </a:ext>
                  </a:extLst>
                </p14:cNvPr>
                <p14:cNvContentPartPr/>
                <p14:nvPr/>
              </p14:nvContentPartPr>
              <p14:xfrm>
                <a:off x="3422275" y="3592068"/>
                <a:ext cx="392040" cy="294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9895C9-1466-E741-4BD3-1CE55934A0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16155" y="3585948"/>
                  <a:ext cx="4042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0CE0DA-D35E-76FE-FCF6-824B7715962D}"/>
                    </a:ext>
                  </a:extLst>
                </p14:cNvPr>
                <p14:cNvContentPartPr/>
                <p14:nvPr/>
              </p14:nvContentPartPr>
              <p14:xfrm>
                <a:off x="4037875" y="3509268"/>
                <a:ext cx="84600" cy="279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0CE0DA-D35E-76FE-FCF6-824B7715962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31755" y="3503148"/>
                  <a:ext cx="9684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D56062D-374F-14BC-D4F1-8E5465055299}"/>
                    </a:ext>
                  </a:extLst>
                </p14:cNvPr>
                <p14:cNvContentPartPr/>
                <p14:nvPr/>
              </p14:nvContentPartPr>
              <p14:xfrm>
                <a:off x="4343875" y="3471828"/>
                <a:ext cx="264240" cy="30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D56062D-374F-14BC-D4F1-8E546505529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37755" y="3465708"/>
                  <a:ext cx="2764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320BDC-4A8D-DAC3-515F-054C6504274A}"/>
                    </a:ext>
                  </a:extLst>
                </p14:cNvPr>
                <p14:cNvContentPartPr/>
                <p14:nvPr/>
              </p14:nvContentPartPr>
              <p14:xfrm>
                <a:off x="4951555" y="3808788"/>
                <a:ext cx="75240" cy="95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320BDC-4A8D-DAC3-515F-054C650427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45435" y="3802668"/>
                  <a:ext cx="8748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1D28E56-6A19-D44F-0841-5CDD78BB16D6}"/>
                  </a:ext>
                </a:extLst>
              </p14:cNvPr>
              <p14:cNvContentPartPr/>
              <p14:nvPr/>
            </p14:nvContentPartPr>
            <p14:xfrm>
              <a:off x="953035" y="5016228"/>
              <a:ext cx="312480" cy="435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1D28E56-6A19-D44F-0841-5CDD78BB16D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6915" y="5010108"/>
                <a:ext cx="32472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426AFB3-1D3B-529F-3711-892527E3A646}"/>
                  </a:ext>
                </a:extLst>
              </p14:cNvPr>
              <p14:cNvContentPartPr/>
              <p14:nvPr/>
            </p14:nvContentPartPr>
            <p14:xfrm>
              <a:off x="509875" y="4689708"/>
              <a:ext cx="906840" cy="1157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426AFB3-1D3B-529F-3711-892527E3A64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03755" y="4683588"/>
                <a:ext cx="919080" cy="11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92C8B9AC-CDCF-3681-66F0-31F31560F916}"/>
              </a:ext>
            </a:extLst>
          </p:cNvPr>
          <p:cNvGrpSpPr/>
          <p:nvPr/>
        </p:nvGrpSpPr>
        <p:grpSpPr>
          <a:xfrm>
            <a:off x="1837195" y="4600788"/>
            <a:ext cx="3363120" cy="1046520"/>
            <a:chOff x="1837195" y="4600788"/>
            <a:chExt cx="3363120" cy="10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E9CDF7-6C0C-4602-95B7-6820FC812232}"/>
                    </a:ext>
                  </a:extLst>
                </p14:cNvPr>
                <p14:cNvContentPartPr/>
                <p14:nvPr/>
              </p14:nvContentPartPr>
              <p14:xfrm>
                <a:off x="1900915" y="4828668"/>
                <a:ext cx="187200" cy="818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E9CDF7-6C0C-4602-95B7-6820FC81223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4795" y="4822548"/>
                  <a:ext cx="19944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7AE581-2B8D-526E-33FD-71785EE9F929}"/>
                    </a:ext>
                  </a:extLst>
                </p14:cNvPr>
                <p14:cNvContentPartPr/>
                <p14:nvPr/>
              </p14:nvContentPartPr>
              <p14:xfrm>
                <a:off x="1837195" y="4609788"/>
                <a:ext cx="394560" cy="645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7AE581-2B8D-526E-33FD-71785EE9F9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31075" y="4603668"/>
                  <a:ext cx="40680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0AB85A0-8B88-BE8E-DEB8-3DE372C8AFD7}"/>
                    </a:ext>
                  </a:extLst>
                </p14:cNvPr>
                <p14:cNvContentPartPr/>
                <p14:nvPr/>
              </p14:nvContentPartPr>
              <p14:xfrm>
                <a:off x="2342275" y="4985988"/>
                <a:ext cx="382680" cy="441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0AB85A0-8B88-BE8E-DEB8-3DE372C8AFD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36155" y="4979868"/>
                  <a:ext cx="3949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F9322F2-509D-8ED8-44F5-4D085F4C7550}"/>
                    </a:ext>
                  </a:extLst>
                </p14:cNvPr>
                <p14:cNvContentPartPr/>
                <p14:nvPr/>
              </p14:nvContentPartPr>
              <p14:xfrm>
                <a:off x="2849875" y="4993188"/>
                <a:ext cx="394560" cy="325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F9322F2-509D-8ED8-44F5-4D085F4C755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43755" y="4987068"/>
                  <a:ext cx="406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459D93B-07B6-BF68-B0B8-28EC21F37FC3}"/>
                    </a:ext>
                  </a:extLst>
                </p14:cNvPr>
                <p14:cNvContentPartPr/>
                <p14:nvPr/>
              </p14:nvContentPartPr>
              <p14:xfrm>
                <a:off x="3451075" y="4700508"/>
                <a:ext cx="159120" cy="629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459D93B-07B6-BF68-B0B8-28EC21F37FC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444955" y="4694388"/>
                  <a:ext cx="17136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F410918-2CBF-6CB3-25AD-260141E33D55}"/>
                    </a:ext>
                  </a:extLst>
                </p14:cNvPr>
                <p14:cNvContentPartPr/>
                <p14:nvPr/>
              </p14:nvContentPartPr>
              <p14:xfrm>
                <a:off x="3246595" y="4864668"/>
                <a:ext cx="553680" cy="1814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F410918-2CBF-6CB3-25AD-260141E33D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40475" y="4858548"/>
                  <a:ext cx="565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2E14CD9-070C-9902-61E6-1BA4298593C7}"/>
                    </a:ext>
                  </a:extLst>
                </p14:cNvPr>
                <p14:cNvContentPartPr/>
                <p14:nvPr/>
              </p14:nvContentPartPr>
              <p14:xfrm>
                <a:off x="3928795" y="4632468"/>
                <a:ext cx="81360" cy="563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2E14CD9-070C-9902-61E6-1BA4298593C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22675" y="4626348"/>
                  <a:ext cx="936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083476E-4631-B387-D104-15DE0638C140}"/>
                    </a:ext>
                  </a:extLst>
                </p14:cNvPr>
                <p14:cNvContentPartPr/>
                <p14:nvPr/>
              </p14:nvContentPartPr>
              <p14:xfrm>
                <a:off x="3695875" y="4866468"/>
                <a:ext cx="584280" cy="281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083476E-4631-B387-D104-15DE0638C1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89755" y="4860348"/>
                  <a:ext cx="59652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2B85607-FF54-8C98-FA13-D1E41AB2B1B0}"/>
                    </a:ext>
                  </a:extLst>
                </p14:cNvPr>
                <p14:cNvContentPartPr/>
                <p14:nvPr/>
              </p14:nvContentPartPr>
              <p14:xfrm>
                <a:off x="4281235" y="4656228"/>
                <a:ext cx="42480" cy="48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2B85607-FF54-8C98-FA13-D1E41AB2B1B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5115" y="4650108"/>
                  <a:ext cx="54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2EC9FF-ACE8-7C4F-4E11-95EA084F5B9C}"/>
                    </a:ext>
                  </a:extLst>
                </p14:cNvPr>
                <p14:cNvContentPartPr/>
                <p14:nvPr/>
              </p14:nvContentPartPr>
              <p14:xfrm>
                <a:off x="4565635" y="4813908"/>
                <a:ext cx="208800" cy="302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2EC9FF-ACE8-7C4F-4E11-95EA084F5B9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59515" y="4807788"/>
                  <a:ext cx="2210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190A418-D30A-6C04-A890-899D012E7D49}"/>
                    </a:ext>
                  </a:extLst>
                </p14:cNvPr>
                <p14:cNvContentPartPr/>
                <p14:nvPr/>
              </p14:nvContentPartPr>
              <p14:xfrm>
                <a:off x="4844995" y="4600788"/>
                <a:ext cx="355320" cy="509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190A418-D30A-6C04-A890-899D012E7D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38875" y="4594668"/>
                  <a:ext cx="367560" cy="52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7422092-9B37-28AF-1E80-A83EA09E8FC9}"/>
                  </a:ext>
                </a:extLst>
              </p14:cNvPr>
              <p14:cNvContentPartPr/>
              <p14:nvPr/>
            </p14:nvContentPartPr>
            <p14:xfrm>
              <a:off x="5712595" y="4933068"/>
              <a:ext cx="290880" cy="5288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7422092-9B37-28AF-1E80-A83EA09E8FC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706475" y="4926948"/>
                <a:ext cx="303120" cy="54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39CA19EE-476D-2CE1-5C12-AEFE0203C2D1}"/>
              </a:ext>
            </a:extLst>
          </p:cNvPr>
          <p:cNvGrpSpPr/>
          <p:nvPr/>
        </p:nvGrpSpPr>
        <p:grpSpPr>
          <a:xfrm>
            <a:off x="6044155" y="3174828"/>
            <a:ext cx="5834160" cy="2252880"/>
            <a:chOff x="6044155" y="3174828"/>
            <a:chExt cx="5834160" cy="225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953EB31-3774-87B0-7454-95BC7931600B}"/>
                    </a:ext>
                  </a:extLst>
                </p14:cNvPr>
                <p14:cNvContentPartPr/>
                <p14:nvPr/>
              </p14:nvContentPartPr>
              <p14:xfrm>
                <a:off x="6321355" y="3358068"/>
                <a:ext cx="394560" cy="4226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953EB31-3774-87B0-7454-95BC793160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15235" y="3351948"/>
                  <a:ext cx="40680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6C9147-32FF-7B89-EB15-33CFBAFD9CEF}"/>
                    </a:ext>
                  </a:extLst>
                </p14:cNvPr>
                <p14:cNvContentPartPr/>
                <p14:nvPr/>
              </p14:nvContentPartPr>
              <p14:xfrm>
                <a:off x="6044155" y="3261948"/>
                <a:ext cx="882000" cy="734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6C9147-32FF-7B89-EB15-33CFBAFD9CE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38035" y="3255828"/>
                  <a:ext cx="894240" cy="7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5EBB02-ED44-8E27-ED8F-AA4D91E3E815}"/>
                    </a:ext>
                  </a:extLst>
                </p14:cNvPr>
                <p14:cNvContentPartPr/>
                <p14:nvPr/>
              </p14:nvContentPartPr>
              <p14:xfrm>
                <a:off x="7249795" y="3229188"/>
                <a:ext cx="787320" cy="5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5EBB02-ED44-8E27-ED8F-AA4D91E3E8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43675" y="3223068"/>
                  <a:ext cx="7995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C8AE1A6-E5D8-B1E3-15A5-A800796AA642}"/>
                    </a:ext>
                  </a:extLst>
                </p14:cNvPr>
                <p14:cNvContentPartPr/>
                <p14:nvPr/>
              </p14:nvContentPartPr>
              <p14:xfrm>
                <a:off x="7404235" y="3270228"/>
                <a:ext cx="322560" cy="682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C8AE1A6-E5D8-B1E3-15A5-A800796AA64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98115" y="3264108"/>
                  <a:ext cx="33480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D4CC97-AF51-59D3-7C36-5A22F2D6895B}"/>
                    </a:ext>
                  </a:extLst>
                </p14:cNvPr>
                <p14:cNvContentPartPr/>
                <p14:nvPr/>
              </p14:nvContentPartPr>
              <p14:xfrm>
                <a:off x="7878715" y="3516108"/>
                <a:ext cx="348480" cy="270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D4CC97-AF51-59D3-7C36-5A22F2D689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72595" y="3509988"/>
                  <a:ext cx="360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43A489B-F558-8E16-223D-92A572A53DC1}"/>
                    </a:ext>
                  </a:extLst>
                </p14:cNvPr>
                <p14:cNvContentPartPr/>
                <p14:nvPr/>
              </p14:nvContentPartPr>
              <p14:xfrm>
                <a:off x="8389195" y="3201828"/>
                <a:ext cx="83520" cy="633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43A489B-F558-8E16-223D-92A572A53D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83075" y="3195708"/>
                  <a:ext cx="9576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037BC04-7B7B-A070-140E-E8132508FFE2}"/>
                    </a:ext>
                  </a:extLst>
                </p14:cNvPr>
                <p14:cNvContentPartPr/>
                <p14:nvPr/>
              </p14:nvContentPartPr>
              <p14:xfrm>
                <a:off x="8409715" y="3472188"/>
                <a:ext cx="204120" cy="226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037BC04-7B7B-A070-140E-E8132508FFE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403595" y="3466068"/>
                  <a:ext cx="2163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9BDE2CC-56B4-FE37-57F0-FCDC78C2F307}"/>
                    </a:ext>
                  </a:extLst>
                </p14:cNvPr>
                <p14:cNvContentPartPr/>
                <p14:nvPr/>
              </p14:nvContentPartPr>
              <p14:xfrm>
                <a:off x="8717515" y="3378588"/>
                <a:ext cx="401760" cy="773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9BDE2CC-56B4-FE37-57F0-FCDC78C2F3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11395" y="3372468"/>
                  <a:ext cx="41400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054B675-B14C-2AD4-D92B-37FAEA85C350}"/>
                    </a:ext>
                  </a:extLst>
                </p14:cNvPr>
                <p14:cNvContentPartPr/>
                <p14:nvPr/>
              </p14:nvContentPartPr>
              <p14:xfrm>
                <a:off x="9267235" y="3187788"/>
                <a:ext cx="114840" cy="496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054B675-B14C-2AD4-D92B-37FAEA85C3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61115" y="3181668"/>
                  <a:ext cx="1270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B83A5C-0CA5-F79D-84CB-2EEED1E77F9E}"/>
                    </a:ext>
                  </a:extLst>
                </p14:cNvPr>
                <p14:cNvContentPartPr/>
                <p14:nvPr/>
              </p14:nvContentPartPr>
              <p14:xfrm>
                <a:off x="9258595" y="3440868"/>
                <a:ext cx="182520" cy="45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B83A5C-0CA5-F79D-84CB-2EEED1E77F9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252475" y="3434748"/>
                  <a:ext cx="1947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F575ABE-2480-993E-322A-A2FEE5B1E219}"/>
                    </a:ext>
                  </a:extLst>
                </p14:cNvPr>
                <p14:cNvContentPartPr/>
                <p14:nvPr/>
              </p14:nvContentPartPr>
              <p14:xfrm>
                <a:off x="9556315" y="3315228"/>
                <a:ext cx="326520" cy="398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F575ABE-2480-993E-322A-A2FEE5B1E2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50195" y="3309108"/>
                  <a:ext cx="3387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99FF886-C151-4DCA-D483-41BB39F82785}"/>
                    </a:ext>
                  </a:extLst>
                </p14:cNvPr>
                <p14:cNvContentPartPr/>
                <p14:nvPr/>
              </p14:nvContentPartPr>
              <p14:xfrm>
                <a:off x="10095595" y="3174828"/>
                <a:ext cx="328320" cy="518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99FF886-C151-4DCA-D483-41BB39F8278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89475" y="3168708"/>
                  <a:ext cx="3405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5BE500-B15D-C1E2-9349-D0876A26A974}"/>
                    </a:ext>
                  </a:extLst>
                </p14:cNvPr>
                <p14:cNvContentPartPr/>
                <p14:nvPr/>
              </p14:nvContentPartPr>
              <p14:xfrm>
                <a:off x="10530835" y="3363828"/>
                <a:ext cx="7560" cy="21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5BE500-B15D-C1E2-9349-D0876A26A9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524715" y="3357708"/>
                  <a:ext cx="19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5C3B927-BE4C-82EC-8278-76BE5FD525AD}"/>
                    </a:ext>
                  </a:extLst>
                </p14:cNvPr>
                <p14:cNvContentPartPr/>
                <p14:nvPr/>
              </p14:nvContentPartPr>
              <p14:xfrm>
                <a:off x="6486955" y="4479468"/>
                <a:ext cx="309960" cy="527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5C3B927-BE4C-82EC-8278-76BE5FD525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80835" y="4473348"/>
                  <a:ext cx="32220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19F4FB-8C0C-F930-4592-F0FC079C0C3B}"/>
                    </a:ext>
                  </a:extLst>
                </p14:cNvPr>
                <p14:cNvContentPartPr/>
                <p14:nvPr/>
              </p14:nvContentPartPr>
              <p14:xfrm>
                <a:off x="6307675" y="4350228"/>
                <a:ext cx="856080" cy="1077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19F4FB-8C0C-F930-4592-F0FC079C0C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01555" y="4344108"/>
                  <a:ext cx="868320" cy="10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63B5B8-7102-AB6A-E5A4-26E9B0BF4FDB}"/>
                    </a:ext>
                  </a:extLst>
                </p14:cNvPr>
                <p14:cNvContentPartPr/>
                <p14:nvPr/>
              </p14:nvContentPartPr>
              <p14:xfrm>
                <a:off x="7298035" y="4408548"/>
                <a:ext cx="505440" cy="658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63B5B8-7102-AB6A-E5A4-26E9B0BF4FD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91915" y="4402428"/>
                  <a:ext cx="51768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958F26-6621-3A3F-BF17-870E95A95B43}"/>
                    </a:ext>
                  </a:extLst>
                </p14:cNvPr>
                <p14:cNvContentPartPr/>
                <p14:nvPr/>
              </p14:nvContentPartPr>
              <p14:xfrm>
                <a:off x="7838035" y="4336908"/>
                <a:ext cx="545400" cy="654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958F26-6621-3A3F-BF17-870E95A95B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831915" y="4330788"/>
                  <a:ext cx="55764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415D5D-8889-E824-4E54-97EBEF5E1335}"/>
                    </a:ext>
                  </a:extLst>
                </p14:cNvPr>
                <p14:cNvContentPartPr/>
                <p14:nvPr/>
              </p14:nvContentPartPr>
              <p14:xfrm>
                <a:off x="8362555" y="4672068"/>
                <a:ext cx="496440" cy="31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415D5D-8889-E824-4E54-97EBEF5E133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56435" y="4665948"/>
                  <a:ext cx="5086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560258-A3F2-3143-C704-90FE943EB236}"/>
                    </a:ext>
                  </a:extLst>
                </p14:cNvPr>
                <p14:cNvContentPartPr/>
                <p14:nvPr/>
              </p14:nvContentPartPr>
              <p14:xfrm>
                <a:off x="8941795" y="4470468"/>
                <a:ext cx="19800" cy="52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560258-A3F2-3143-C704-90FE943EB23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935675" y="4464348"/>
                  <a:ext cx="320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292B388-8EC3-EA09-3A85-36562AECC887}"/>
                    </a:ext>
                  </a:extLst>
                </p14:cNvPr>
                <p14:cNvContentPartPr/>
                <p14:nvPr/>
              </p14:nvContentPartPr>
              <p14:xfrm>
                <a:off x="9130435" y="4116228"/>
                <a:ext cx="810720" cy="262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292B388-8EC3-EA09-3A85-36562AECC88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24315" y="4110108"/>
                  <a:ext cx="822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5F2300F-FB6C-BAB7-155A-E8F2390F71F0}"/>
                    </a:ext>
                  </a:extLst>
                </p14:cNvPr>
                <p14:cNvContentPartPr/>
                <p14:nvPr/>
              </p14:nvContentPartPr>
              <p14:xfrm>
                <a:off x="9677275" y="4253748"/>
                <a:ext cx="89640" cy="524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5F2300F-FB6C-BAB7-155A-E8F2390F71F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71155" y="4247628"/>
                  <a:ext cx="1018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84D528-6BB7-8709-A950-1CD0C42F7FD5}"/>
                    </a:ext>
                  </a:extLst>
                </p14:cNvPr>
                <p14:cNvContentPartPr/>
                <p14:nvPr/>
              </p14:nvContentPartPr>
              <p14:xfrm>
                <a:off x="10081195" y="4200468"/>
                <a:ext cx="425880" cy="500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84D528-6BB7-8709-A950-1CD0C42F7FD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75075" y="4194348"/>
                  <a:ext cx="4381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976F4E0-8EB7-0090-8852-146F68613B15}"/>
                    </a:ext>
                  </a:extLst>
                </p14:cNvPr>
                <p14:cNvContentPartPr/>
                <p14:nvPr/>
              </p14:nvContentPartPr>
              <p14:xfrm>
                <a:off x="10633795" y="4370028"/>
                <a:ext cx="174600" cy="3261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976F4E0-8EB7-0090-8852-146F68613B1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627675" y="4363908"/>
                  <a:ext cx="1868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90C2C82-8613-4C15-3883-FC5DEE001A33}"/>
                    </a:ext>
                  </a:extLst>
                </p14:cNvPr>
                <p14:cNvContentPartPr/>
                <p14:nvPr/>
              </p14:nvContentPartPr>
              <p14:xfrm>
                <a:off x="10940515" y="4251588"/>
                <a:ext cx="471240" cy="263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90C2C82-8613-4C15-3883-FC5DEE001A3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34395" y="4245468"/>
                  <a:ext cx="483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3CFC15-705F-2117-9E46-D6AD2EA1BEC6}"/>
                    </a:ext>
                  </a:extLst>
                </p14:cNvPr>
                <p14:cNvContentPartPr/>
                <p14:nvPr/>
              </p14:nvContentPartPr>
              <p14:xfrm>
                <a:off x="11513635" y="4241508"/>
                <a:ext cx="182160" cy="324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3CFC15-705F-2117-9E46-D6AD2EA1BEC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07515" y="4235388"/>
                  <a:ext cx="19440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8F2F436-F804-7702-9302-33529D1BF16A}"/>
                    </a:ext>
                  </a:extLst>
                </p14:cNvPr>
                <p14:cNvContentPartPr/>
                <p14:nvPr/>
              </p14:nvContentPartPr>
              <p14:xfrm>
                <a:off x="11868235" y="4466148"/>
                <a:ext cx="10080" cy="53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8F2F436-F804-7702-9302-33529D1BF16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62115" y="4460028"/>
                  <a:ext cx="22320" cy="6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7568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EB81CE-15F2-FABD-93C8-5697291D7B03}"/>
                  </a:ext>
                </a:extLst>
              </p14:cNvPr>
              <p14:cNvContentPartPr/>
              <p14:nvPr/>
            </p14:nvContentPartPr>
            <p14:xfrm>
              <a:off x="817315" y="376908"/>
              <a:ext cx="650880" cy="882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EB81CE-15F2-FABD-93C8-5697291D7B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1195" y="370788"/>
                <a:ext cx="663120" cy="89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1747F6-0B6D-F31D-5738-BE14378566A7}"/>
                  </a:ext>
                </a:extLst>
              </p14:cNvPr>
              <p14:cNvContentPartPr/>
              <p14:nvPr/>
            </p14:nvContentPartPr>
            <p14:xfrm>
              <a:off x="1681675" y="394908"/>
              <a:ext cx="77400" cy="72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1747F6-0B6D-F31D-5738-BE14378566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5555" y="388788"/>
                <a:ext cx="8964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D1B5CA-641F-E76D-5D53-6357CA85B3E0}"/>
                  </a:ext>
                </a:extLst>
              </p14:cNvPr>
              <p14:cNvContentPartPr/>
              <p14:nvPr/>
            </p14:nvContentPartPr>
            <p14:xfrm>
              <a:off x="1377475" y="800268"/>
              <a:ext cx="520200" cy="65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D1B5CA-641F-E76D-5D53-6357CA85B3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1355" y="794148"/>
                <a:ext cx="532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F239D8-679A-12BF-BF05-17CC4A356F77}"/>
                  </a:ext>
                </a:extLst>
              </p14:cNvPr>
              <p14:cNvContentPartPr/>
              <p14:nvPr/>
            </p14:nvContentPartPr>
            <p14:xfrm>
              <a:off x="1982995" y="626748"/>
              <a:ext cx="435600" cy="51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F239D8-679A-12BF-BF05-17CC4A356F7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76875" y="620628"/>
                <a:ext cx="44784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ACF577-D38F-537B-4270-D05578D68564}"/>
                  </a:ext>
                </a:extLst>
              </p14:cNvPr>
              <p14:cNvContentPartPr/>
              <p14:nvPr/>
            </p14:nvContentPartPr>
            <p14:xfrm>
              <a:off x="2601475" y="337668"/>
              <a:ext cx="32400" cy="959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ACF577-D38F-537B-4270-D05578D685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95355" y="331548"/>
                <a:ext cx="44640" cy="9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A57C169-08B2-FFC4-E769-257F7808B1E4}"/>
                  </a:ext>
                </a:extLst>
              </p14:cNvPr>
              <p14:cNvContentPartPr/>
              <p14:nvPr/>
            </p14:nvContentPartPr>
            <p14:xfrm>
              <a:off x="3644395" y="692628"/>
              <a:ext cx="1077840" cy="25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A57C169-08B2-FFC4-E769-257F7808B1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38275" y="686508"/>
                <a:ext cx="10900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B434CA-B014-2375-F8BD-0D3A75C3E116}"/>
                  </a:ext>
                </a:extLst>
              </p14:cNvPr>
              <p14:cNvContentPartPr/>
              <p14:nvPr/>
            </p14:nvContentPartPr>
            <p14:xfrm>
              <a:off x="4213555" y="376188"/>
              <a:ext cx="49680" cy="703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B434CA-B014-2375-F8BD-0D3A75C3E11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07435" y="370068"/>
                <a:ext cx="6192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CB9A57D-27F5-AE60-4377-812F698E2C00}"/>
                  </a:ext>
                </a:extLst>
              </p14:cNvPr>
              <p14:cNvContentPartPr/>
              <p14:nvPr/>
            </p14:nvContentPartPr>
            <p14:xfrm>
              <a:off x="5214715" y="151188"/>
              <a:ext cx="344880" cy="739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CB9A57D-27F5-AE60-4377-812F698E2C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08595" y="145068"/>
                <a:ext cx="357120" cy="7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A5AEBD0-1E90-2FB1-BAE4-4CB08E608FA9}"/>
                  </a:ext>
                </a:extLst>
              </p14:cNvPr>
              <p14:cNvContentPartPr/>
              <p14:nvPr/>
            </p14:nvContentPartPr>
            <p14:xfrm>
              <a:off x="5788555" y="193668"/>
              <a:ext cx="675360" cy="675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A5AEBD0-1E90-2FB1-BAE4-4CB08E608F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82435" y="187548"/>
                <a:ext cx="68760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AFDE2F-7689-9CF9-E23C-A65AC4DA54F9}"/>
                  </a:ext>
                </a:extLst>
              </p14:cNvPr>
              <p14:cNvContentPartPr/>
              <p14:nvPr/>
            </p14:nvContentPartPr>
            <p14:xfrm>
              <a:off x="6446995" y="340188"/>
              <a:ext cx="41400" cy="51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AFDE2F-7689-9CF9-E23C-A65AC4DA54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40875" y="334068"/>
                <a:ext cx="536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DF5FF9F-788E-F54A-2979-905626ACC666}"/>
                  </a:ext>
                </a:extLst>
              </p14:cNvPr>
              <p14:cNvContentPartPr/>
              <p14:nvPr/>
            </p14:nvContentPartPr>
            <p14:xfrm>
              <a:off x="6664435" y="291228"/>
              <a:ext cx="263880" cy="1013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DF5FF9F-788E-F54A-2979-905626ACC66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658315" y="285108"/>
                <a:ext cx="276120" cy="10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2CA604C-4A39-F002-9C27-D32CB61D7FF8}"/>
                  </a:ext>
                </a:extLst>
              </p14:cNvPr>
              <p14:cNvContentPartPr/>
              <p14:nvPr/>
            </p14:nvContentPartPr>
            <p14:xfrm>
              <a:off x="7166995" y="403188"/>
              <a:ext cx="81000" cy="6188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2CA604C-4A39-F002-9C27-D32CB61D7F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60875" y="397068"/>
                <a:ext cx="9324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03353F7-96D9-700A-9544-865A6F1493AE}"/>
                  </a:ext>
                </a:extLst>
              </p14:cNvPr>
              <p14:cNvContentPartPr/>
              <p14:nvPr/>
            </p14:nvContentPartPr>
            <p14:xfrm>
              <a:off x="7000315" y="719988"/>
              <a:ext cx="204120" cy="61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03353F7-96D9-700A-9544-865A6F1493A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94195" y="713868"/>
                <a:ext cx="2163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143F7BD-46FA-AE9D-4EAD-6FCFDAA8124F}"/>
                  </a:ext>
                </a:extLst>
              </p14:cNvPr>
              <p14:cNvContentPartPr/>
              <p14:nvPr/>
            </p14:nvContentPartPr>
            <p14:xfrm>
              <a:off x="8865835" y="294828"/>
              <a:ext cx="33120" cy="608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143F7BD-46FA-AE9D-4EAD-6FCFDAA812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59715" y="288708"/>
                <a:ext cx="45360" cy="62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FB9583C-5834-540F-FC63-0101DEB8F0F0}"/>
                  </a:ext>
                </a:extLst>
              </p14:cNvPr>
              <p14:cNvContentPartPr/>
              <p14:nvPr/>
            </p14:nvContentPartPr>
            <p14:xfrm>
              <a:off x="8640115" y="626748"/>
              <a:ext cx="484920" cy="54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FB9583C-5834-540F-FC63-0101DEB8F0F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633995" y="620628"/>
                <a:ext cx="4971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856F973-49E7-8250-D4AC-BA09E5318AA6}"/>
                  </a:ext>
                </a:extLst>
              </p14:cNvPr>
              <p14:cNvContentPartPr/>
              <p14:nvPr/>
            </p14:nvContentPartPr>
            <p14:xfrm>
              <a:off x="9505915" y="320748"/>
              <a:ext cx="696600" cy="248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856F973-49E7-8250-D4AC-BA09E5318AA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99795" y="314628"/>
                <a:ext cx="70884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304FF9A-4D79-636D-46A4-8834B672B9B5}"/>
                  </a:ext>
                </a:extLst>
              </p14:cNvPr>
              <p14:cNvContentPartPr/>
              <p14:nvPr/>
            </p14:nvContentPartPr>
            <p14:xfrm>
              <a:off x="9900115" y="726468"/>
              <a:ext cx="90720" cy="366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304FF9A-4D79-636D-46A4-8834B672B9B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893995" y="720348"/>
                <a:ext cx="10296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383043A-1DDF-DBF1-7F92-18254FF398E3}"/>
                  </a:ext>
                </a:extLst>
              </p14:cNvPr>
              <p14:cNvContentPartPr/>
              <p14:nvPr/>
            </p14:nvContentPartPr>
            <p14:xfrm>
              <a:off x="9677275" y="989268"/>
              <a:ext cx="466920" cy="1630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383043A-1DDF-DBF1-7F92-18254FF398E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71155" y="983148"/>
                <a:ext cx="47916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9DAAB40-317A-4D5A-5C00-319F4CFB7168}"/>
                  </a:ext>
                </a:extLst>
              </p14:cNvPr>
              <p14:cNvContentPartPr/>
              <p14:nvPr/>
            </p14:nvContentPartPr>
            <p14:xfrm>
              <a:off x="10116115" y="1054428"/>
              <a:ext cx="227160" cy="1155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9DAAB40-317A-4D5A-5C00-319F4CFB716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09995" y="1048308"/>
                <a:ext cx="239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1F59D2-7000-AD39-6370-2691D25E1387}"/>
                  </a:ext>
                </a:extLst>
              </p14:cNvPr>
              <p14:cNvContentPartPr/>
              <p14:nvPr/>
            </p14:nvContentPartPr>
            <p14:xfrm>
              <a:off x="9594115" y="1651308"/>
              <a:ext cx="51120" cy="523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1F59D2-7000-AD39-6370-2691D25E13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587995" y="1645188"/>
                <a:ext cx="6336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2701A1-2C08-F0F4-C0E2-60BEB8B2822A}"/>
                  </a:ext>
                </a:extLst>
              </p14:cNvPr>
              <p14:cNvContentPartPr/>
              <p14:nvPr/>
            </p14:nvContentPartPr>
            <p14:xfrm>
              <a:off x="9426715" y="1915548"/>
              <a:ext cx="498240" cy="1854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2701A1-2C08-F0F4-C0E2-60BEB8B2822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20595" y="1909428"/>
                <a:ext cx="5104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96C56CF-143F-8F1C-C272-15FA516C0A0B}"/>
                  </a:ext>
                </a:extLst>
              </p14:cNvPr>
              <p14:cNvContentPartPr/>
              <p14:nvPr/>
            </p14:nvContentPartPr>
            <p14:xfrm>
              <a:off x="9906235" y="1673988"/>
              <a:ext cx="78840" cy="33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96C56CF-143F-8F1C-C272-15FA516C0A0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900115" y="1667868"/>
                <a:ext cx="910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01A104F-9A9F-11DF-B4DA-28E157CB53E2}"/>
                  </a:ext>
                </a:extLst>
              </p14:cNvPr>
              <p14:cNvContentPartPr/>
              <p14:nvPr/>
            </p14:nvContentPartPr>
            <p14:xfrm>
              <a:off x="10112515" y="1668588"/>
              <a:ext cx="46080" cy="422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01A104F-9A9F-11DF-B4DA-28E157CB53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06395" y="1662468"/>
                <a:ext cx="5832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7520538-718E-125C-3DB3-FFC15EA5FC57}"/>
                  </a:ext>
                </a:extLst>
              </p14:cNvPr>
              <p14:cNvContentPartPr/>
              <p14:nvPr/>
            </p14:nvContentPartPr>
            <p14:xfrm>
              <a:off x="10321315" y="1567788"/>
              <a:ext cx="659880" cy="4914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7520538-718E-125C-3DB3-FFC15EA5FC5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315195" y="1561668"/>
                <a:ext cx="672120" cy="5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FFCE991-815E-9C5D-C930-E0630E866CF0}"/>
                  </a:ext>
                </a:extLst>
              </p14:cNvPr>
              <p14:cNvContentPartPr/>
              <p14:nvPr/>
            </p14:nvContentPartPr>
            <p14:xfrm>
              <a:off x="11016835" y="1852908"/>
              <a:ext cx="58320" cy="38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FFCE991-815E-9C5D-C930-E0630E866C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010715" y="1846788"/>
                <a:ext cx="705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C165D55-1C6D-2CD2-EF86-3131A31D33D9}"/>
                  </a:ext>
                </a:extLst>
              </p14:cNvPr>
              <p14:cNvContentPartPr/>
              <p14:nvPr/>
            </p14:nvContentPartPr>
            <p14:xfrm>
              <a:off x="10729915" y="1770108"/>
              <a:ext cx="405720" cy="302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C165D55-1C6D-2CD2-EF86-3131A31D33D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23795" y="1763988"/>
                <a:ext cx="4179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0539185-A076-E4B3-ECF7-E341DEDFD760}"/>
                  </a:ext>
                </a:extLst>
              </p14:cNvPr>
              <p14:cNvContentPartPr/>
              <p14:nvPr/>
            </p14:nvContentPartPr>
            <p14:xfrm>
              <a:off x="9575755" y="2366268"/>
              <a:ext cx="1677600" cy="235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0539185-A076-E4B3-ECF7-E341DEDFD76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569635" y="2360148"/>
                <a:ext cx="16898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88DFE65-4F34-5E43-7A04-B4A76FB027EA}"/>
                  </a:ext>
                </a:extLst>
              </p14:cNvPr>
              <p14:cNvContentPartPr/>
              <p14:nvPr/>
            </p14:nvContentPartPr>
            <p14:xfrm>
              <a:off x="4049755" y="1580748"/>
              <a:ext cx="363240" cy="475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88DFE65-4F34-5E43-7A04-B4A76FB027E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43635" y="1574628"/>
                <a:ext cx="37548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C4B5DB4-AB15-0EF2-D879-2AEC3E5C792C}"/>
                  </a:ext>
                </a:extLst>
              </p14:cNvPr>
              <p14:cNvContentPartPr/>
              <p14:nvPr/>
            </p14:nvContentPartPr>
            <p14:xfrm>
              <a:off x="4464475" y="1572108"/>
              <a:ext cx="231840" cy="543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C4B5DB4-AB15-0EF2-D879-2AEC3E5C792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458355" y="1565988"/>
                <a:ext cx="24408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F6CAFBCE-9989-B47F-5215-ACDED0AA28B8}"/>
                  </a:ext>
                </a:extLst>
              </p14:cNvPr>
              <p14:cNvContentPartPr/>
              <p14:nvPr/>
            </p14:nvContentPartPr>
            <p14:xfrm>
              <a:off x="5275915" y="1481388"/>
              <a:ext cx="420480" cy="436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F6CAFBCE-9989-B47F-5215-ACDED0AA28B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69795" y="1475268"/>
                <a:ext cx="43272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6FE4396-D88F-2AB2-AE9A-FF4211D96C22}"/>
                  </a:ext>
                </a:extLst>
              </p14:cNvPr>
              <p14:cNvContentPartPr/>
              <p14:nvPr/>
            </p14:nvContentPartPr>
            <p14:xfrm>
              <a:off x="5797195" y="1461588"/>
              <a:ext cx="553680" cy="492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6FE4396-D88F-2AB2-AE9A-FF4211D96C2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91075" y="1455468"/>
                <a:ext cx="56592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6650B13-22F0-1D37-7677-740E016500AF}"/>
                  </a:ext>
                </a:extLst>
              </p14:cNvPr>
              <p14:cNvContentPartPr/>
              <p14:nvPr/>
            </p14:nvContentPartPr>
            <p14:xfrm>
              <a:off x="5930755" y="1267188"/>
              <a:ext cx="531720" cy="1122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6650B13-22F0-1D37-7677-740E016500A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24635" y="1261068"/>
                <a:ext cx="543960" cy="11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A216B26-7A20-656F-F8AF-5772DA7EFA92}"/>
                  </a:ext>
                </a:extLst>
              </p14:cNvPr>
              <p14:cNvContentPartPr/>
              <p14:nvPr/>
            </p14:nvContentPartPr>
            <p14:xfrm>
              <a:off x="1505995" y="1705308"/>
              <a:ext cx="356040" cy="586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A216B26-7A20-656F-F8AF-5772DA7EFA9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499875" y="1699188"/>
                <a:ext cx="368280" cy="59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38A3094-C610-104D-6790-1884829CAB45}"/>
                  </a:ext>
                </a:extLst>
              </p14:cNvPr>
              <p14:cNvContentPartPr/>
              <p14:nvPr/>
            </p14:nvContentPartPr>
            <p14:xfrm>
              <a:off x="2072635" y="1929948"/>
              <a:ext cx="646200" cy="2757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38A3094-C610-104D-6790-1884829CAB4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066515" y="1923828"/>
                <a:ext cx="6584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9C1900C-11B8-6F4B-23DD-41A37D638837}"/>
                  </a:ext>
                </a:extLst>
              </p14:cNvPr>
              <p14:cNvContentPartPr/>
              <p14:nvPr/>
            </p14:nvContentPartPr>
            <p14:xfrm>
              <a:off x="2832955" y="1769388"/>
              <a:ext cx="11160" cy="21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9C1900C-11B8-6F4B-23DD-41A37D63883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26835" y="1763268"/>
                <a:ext cx="234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455A097-0752-FBF7-776F-DAD1F05B213B}"/>
                  </a:ext>
                </a:extLst>
              </p14:cNvPr>
              <p14:cNvContentPartPr/>
              <p14:nvPr/>
            </p14:nvContentPartPr>
            <p14:xfrm>
              <a:off x="2882635" y="1743468"/>
              <a:ext cx="504360" cy="4489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455A097-0752-FBF7-776F-DAD1F05B213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76515" y="1737348"/>
                <a:ext cx="51660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F8BFF1B-34E4-89B1-A134-F368906076A6}"/>
                  </a:ext>
                </a:extLst>
              </p14:cNvPr>
              <p14:cNvContentPartPr/>
              <p14:nvPr/>
            </p14:nvContentPartPr>
            <p14:xfrm>
              <a:off x="1350475" y="1704228"/>
              <a:ext cx="769320" cy="10800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F8BFF1B-34E4-89B1-A134-F368906076A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344355" y="1698108"/>
                <a:ext cx="781560" cy="10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CC086D5-4BC8-1288-CD07-1B6DC0210174}"/>
                  </a:ext>
                </a:extLst>
              </p14:cNvPr>
              <p14:cNvContentPartPr/>
              <p14:nvPr/>
            </p14:nvContentPartPr>
            <p14:xfrm>
              <a:off x="476755" y="3348348"/>
              <a:ext cx="681840" cy="100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CC086D5-4BC8-1288-CD07-1B6DC021017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0635" y="3342228"/>
                <a:ext cx="69408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C05DDBF-9421-90E5-9106-22A05E1650A7}"/>
                  </a:ext>
                </a:extLst>
              </p14:cNvPr>
              <p14:cNvContentPartPr/>
              <p14:nvPr/>
            </p14:nvContentPartPr>
            <p14:xfrm>
              <a:off x="1055995" y="2976828"/>
              <a:ext cx="257760" cy="7581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C05DDBF-9421-90E5-9106-22A05E1650A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49875" y="2970708"/>
                <a:ext cx="270000" cy="7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E277FC9-3EAB-3D9B-2C22-828723A83026}"/>
                  </a:ext>
                </a:extLst>
              </p14:cNvPr>
              <p14:cNvContentPartPr/>
              <p14:nvPr/>
            </p14:nvContentPartPr>
            <p14:xfrm>
              <a:off x="1598155" y="3143868"/>
              <a:ext cx="744840" cy="673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E277FC9-3EAB-3D9B-2C22-828723A8302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592035" y="3137748"/>
                <a:ext cx="7570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34571AE-AA9B-C0B0-33EC-E8AA2A604956}"/>
                  </a:ext>
                </a:extLst>
              </p14:cNvPr>
              <p14:cNvContentPartPr/>
              <p14:nvPr/>
            </p14:nvContentPartPr>
            <p14:xfrm>
              <a:off x="1951675" y="3266988"/>
              <a:ext cx="69480" cy="450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34571AE-AA9B-C0B0-33EC-E8AA2A60495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45555" y="3260868"/>
                <a:ext cx="8172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7C00242-E6B4-A1A0-ECA0-140A492311F5}"/>
                  </a:ext>
                </a:extLst>
              </p14:cNvPr>
              <p14:cNvContentPartPr/>
              <p14:nvPr/>
            </p14:nvContentPartPr>
            <p14:xfrm>
              <a:off x="2285395" y="3342588"/>
              <a:ext cx="295920" cy="351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7C00242-E6B4-A1A0-ECA0-140A492311F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79275" y="3336468"/>
                <a:ext cx="3081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4DC2A0F-A1BA-A18E-BB83-3F24AADEAEFD}"/>
                  </a:ext>
                </a:extLst>
              </p14:cNvPr>
              <p14:cNvContentPartPr/>
              <p14:nvPr/>
            </p14:nvContentPartPr>
            <p14:xfrm>
              <a:off x="2617675" y="3297588"/>
              <a:ext cx="258120" cy="3538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4DC2A0F-A1BA-A18E-BB83-3F24AADEAEF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611555" y="3291468"/>
                <a:ext cx="2703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81101C4-4636-9564-1137-D3D86B8D4314}"/>
                  </a:ext>
                </a:extLst>
              </p14:cNvPr>
              <p14:cNvContentPartPr/>
              <p14:nvPr/>
            </p14:nvContentPartPr>
            <p14:xfrm>
              <a:off x="2975515" y="3359868"/>
              <a:ext cx="513720" cy="184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81101C4-4636-9564-1137-D3D86B8D431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69395" y="3353748"/>
                <a:ext cx="52596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450A34D-521D-EF7A-AADD-CD7DB0CC5058}"/>
                  </a:ext>
                </a:extLst>
              </p14:cNvPr>
              <p14:cNvContentPartPr/>
              <p14:nvPr/>
            </p14:nvContentPartPr>
            <p14:xfrm>
              <a:off x="3494995" y="3158628"/>
              <a:ext cx="64440" cy="252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450A34D-521D-EF7A-AADD-CD7DB0CC505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88875" y="3152508"/>
                <a:ext cx="766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D69D40D-42A7-9E38-4610-D04C38DB49A3}"/>
                  </a:ext>
                </a:extLst>
              </p14:cNvPr>
              <p14:cNvContentPartPr/>
              <p14:nvPr/>
            </p14:nvContentPartPr>
            <p14:xfrm>
              <a:off x="3740875" y="3038028"/>
              <a:ext cx="651600" cy="505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D69D40D-42A7-9E38-4610-D04C38DB49A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734755" y="3031908"/>
                <a:ext cx="66384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F536D3D-21CD-0F9C-6BCA-AE0546C59A57}"/>
                  </a:ext>
                </a:extLst>
              </p14:cNvPr>
              <p14:cNvContentPartPr/>
              <p14:nvPr/>
            </p14:nvContentPartPr>
            <p14:xfrm>
              <a:off x="4874515" y="3374628"/>
              <a:ext cx="670680" cy="770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F536D3D-21CD-0F9C-6BCA-AE0546C59A5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868395" y="3368508"/>
                <a:ext cx="6829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EF958FA-3B53-291B-7232-FE0FC3D02338}"/>
                  </a:ext>
                </a:extLst>
              </p14:cNvPr>
              <p14:cNvContentPartPr/>
              <p14:nvPr/>
            </p14:nvContentPartPr>
            <p14:xfrm>
              <a:off x="5423155" y="3067548"/>
              <a:ext cx="196920" cy="6829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EF958FA-3B53-291B-7232-FE0FC3D0233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417035" y="3061428"/>
                <a:ext cx="209160" cy="69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52DCA52C-D42F-1B56-6C89-A95CC0EF5D11}"/>
              </a:ext>
            </a:extLst>
          </p:cNvPr>
          <p:cNvGrpSpPr/>
          <p:nvPr/>
        </p:nvGrpSpPr>
        <p:grpSpPr>
          <a:xfrm>
            <a:off x="6898795" y="2946588"/>
            <a:ext cx="2890080" cy="580320"/>
            <a:chOff x="6898795" y="2946588"/>
            <a:chExt cx="289008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42EE3E-206F-549D-648C-D7F936A36A66}"/>
                    </a:ext>
                  </a:extLst>
                </p14:cNvPr>
                <p14:cNvContentPartPr/>
                <p14:nvPr/>
              </p14:nvContentPartPr>
              <p14:xfrm>
                <a:off x="6898795" y="2991588"/>
                <a:ext cx="708840" cy="535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42EE3E-206F-549D-648C-D7F936A36A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92675" y="2985468"/>
                  <a:ext cx="72108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E44B52-2F00-045F-C0F4-581493229AC4}"/>
                    </a:ext>
                  </a:extLst>
                </p14:cNvPr>
                <p14:cNvContentPartPr/>
                <p14:nvPr/>
              </p14:nvContentPartPr>
              <p14:xfrm>
                <a:off x="7743715" y="3197508"/>
                <a:ext cx="561600" cy="202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E44B52-2F00-045F-C0F4-581493229A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37595" y="3191388"/>
                  <a:ext cx="5738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1F157B-081D-C8AA-D5BC-458AD4BBC1A1}"/>
                    </a:ext>
                  </a:extLst>
                </p14:cNvPr>
                <p14:cNvContentPartPr/>
                <p14:nvPr/>
              </p14:nvContentPartPr>
              <p14:xfrm>
                <a:off x="8416915" y="3132348"/>
                <a:ext cx="460080" cy="244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1F157B-081D-C8AA-D5BC-458AD4BBC1A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10795" y="3126228"/>
                  <a:ext cx="472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6DB8335-4942-9081-DF47-F75AA47A9F09}"/>
                    </a:ext>
                  </a:extLst>
                </p14:cNvPr>
                <p14:cNvContentPartPr/>
                <p14:nvPr/>
              </p14:nvContentPartPr>
              <p14:xfrm>
                <a:off x="8950075" y="3093108"/>
                <a:ext cx="165240" cy="212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6DB8335-4942-9081-DF47-F75AA47A9F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43955" y="3086988"/>
                  <a:ext cx="1774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850B80-A02F-3E93-7B9F-9077E93094D2}"/>
                    </a:ext>
                  </a:extLst>
                </p14:cNvPr>
                <p14:cNvContentPartPr/>
                <p14:nvPr/>
              </p14:nvContentPartPr>
              <p14:xfrm>
                <a:off x="9141235" y="3104268"/>
                <a:ext cx="295200" cy="259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850B80-A02F-3E93-7B9F-9077E93094D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35115" y="3098148"/>
                  <a:ext cx="307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45FFE8-10DB-C057-F81C-89D19A37549F}"/>
                    </a:ext>
                  </a:extLst>
                </p14:cNvPr>
                <p14:cNvContentPartPr/>
                <p14:nvPr/>
              </p14:nvContentPartPr>
              <p14:xfrm>
                <a:off x="9568555" y="2946588"/>
                <a:ext cx="220320" cy="450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45FFE8-10DB-C057-F81C-89D19A37549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62435" y="2940468"/>
                  <a:ext cx="232560" cy="46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0F2B5F2-4D93-2B4F-C38E-46F116081DFB}"/>
              </a:ext>
            </a:extLst>
          </p:cNvPr>
          <p:cNvGrpSpPr/>
          <p:nvPr/>
        </p:nvGrpSpPr>
        <p:grpSpPr>
          <a:xfrm>
            <a:off x="10747195" y="2750748"/>
            <a:ext cx="1235880" cy="1042560"/>
            <a:chOff x="10747195" y="2750748"/>
            <a:chExt cx="1235880" cy="104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80DD72-C978-C95F-BF46-570B6B46AFE0}"/>
                    </a:ext>
                  </a:extLst>
                </p14:cNvPr>
                <p14:cNvContentPartPr/>
                <p14:nvPr/>
              </p14:nvContentPartPr>
              <p14:xfrm>
                <a:off x="10747195" y="2857668"/>
                <a:ext cx="79200" cy="56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80DD72-C978-C95F-BF46-570B6B46AFE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741075" y="2851548"/>
                  <a:ext cx="9144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81D0E03-A683-7E55-B0E9-8D98E16B43B7}"/>
                    </a:ext>
                  </a:extLst>
                </p14:cNvPr>
                <p14:cNvContentPartPr/>
                <p14:nvPr/>
              </p14:nvContentPartPr>
              <p14:xfrm>
                <a:off x="10821355" y="2750748"/>
                <a:ext cx="321480" cy="360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81D0E03-A683-7E55-B0E9-8D98E16B43B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815235" y="2744628"/>
                  <a:ext cx="3337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9615C64-2525-85B8-40DD-4DD404C98F44}"/>
                    </a:ext>
                  </a:extLst>
                </p14:cNvPr>
                <p14:cNvContentPartPr/>
                <p14:nvPr/>
              </p14:nvContentPartPr>
              <p14:xfrm>
                <a:off x="10948435" y="3012108"/>
                <a:ext cx="596160" cy="310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9615C64-2525-85B8-40DD-4DD404C98F4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42315" y="3005988"/>
                  <a:ext cx="6084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C504F42-E674-D400-4898-0F9BA3945658}"/>
                    </a:ext>
                  </a:extLst>
                </p14:cNvPr>
                <p14:cNvContentPartPr/>
                <p14:nvPr/>
              </p14:nvContentPartPr>
              <p14:xfrm>
                <a:off x="11525515" y="3002388"/>
                <a:ext cx="439560" cy="399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C504F42-E674-D400-4898-0F9BA39456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519395" y="2996268"/>
                  <a:ext cx="4518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5034B8-2E99-0676-5DA8-BE90ACCE8E68}"/>
                    </a:ext>
                  </a:extLst>
                </p14:cNvPr>
                <p14:cNvContentPartPr/>
                <p14:nvPr/>
              </p14:nvContentPartPr>
              <p14:xfrm>
                <a:off x="11129155" y="3323508"/>
                <a:ext cx="71280" cy="469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5034B8-2E99-0676-5DA8-BE90ACCE8E6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23035" y="3317388"/>
                  <a:ext cx="835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0A03BC-E9C3-CC01-214C-9986A6E952E2}"/>
                    </a:ext>
                  </a:extLst>
                </p14:cNvPr>
                <p14:cNvContentPartPr/>
                <p14:nvPr/>
              </p14:nvContentPartPr>
              <p14:xfrm>
                <a:off x="11133835" y="3487668"/>
                <a:ext cx="267840" cy="158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0A03BC-E9C3-CC01-214C-9986A6E952E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27715" y="3481548"/>
                  <a:ext cx="2800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5DDEC3E-8E3C-4E68-CA7F-8238C21687BD}"/>
                    </a:ext>
                  </a:extLst>
                </p14:cNvPr>
                <p14:cNvContentPartPr/>
                <p14:nvPr/>
              </p14:nvContentPartPr>
              <p14:xfrm>
                <a:off x="11548555" y="3354828"/>
                <a:ext cx="97920" cy="320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5DDEC3E-8E3C-4E68-CA7F-8238C21687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542435" y="3348708"/>
                  <a:ext cx="1101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0193CEC-A536-2EA5-2D64-EF6D22312F1D}"/>
                    </a:ext>
                  </a:extLst>
                </p14:cNvPr>
                <p14:cNvContentPartPr/>
                <p14:nvPr/>
              </p14:nvContentPartPr>
              <p14:xfrm>
                <a:off x="11502835" y="3535188"/>
                <a:ext cx="192240" cy="17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0193CEC-A536-2EA5-2D64-EF6D22312F1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496715" y="3529068"/>
                  <a:ext cx="204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C870AA4-16E2-48F5-5D7E-A164E3EE19AF}"/>
                    </a:ext>
                  </a:extLst>
                </p14:cNvPr>
                <p14:cNvContentPartPr/>
                <p14:nvPr/>
              </p14:nvContentPartPr>
              <p14:xfrm>
                <a:off x="11929795" y="3508188"/>
                <a:ext cx="53280" cy="50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C870AA4-16E2-48F5-5D7E-A164E3EE19A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923675" y="3502068"/>
                  <a:ext cx="65520" cy="6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F3AFC19-2C2B-252F-E79B-FB8A2820B2C1}"/>
              </a:ext>
            </a:extLst>
          </p:cNvPr>
          <p:cNvGrpSpPr/>
          <p:nvPr/>
        </p:nvGrpSpPr>
        <p:grpSpPr>
          <a:xfrm>
            <a:off x="868075" y="4139628"/>
            <a:ext cx="898920" cy="906480"/>
            <a:chOff x="868075" y="4139628"/>
            <a:chExt cx="898920" cy="90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A725D6E-34F6-749E-FDCE-33ABAAB70318}"/>
                    </a:ext>
                  </a:extLst>
                </p14:cNvPr>
                <p14:cNvContentPartPr/>
                <p14:nvPr/>
              </p14:nvContentPartPr>
              <p14:xfrm>
                <a:off x="868075" y="4561908"/>
                <a:ext cx="860760" cy="97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A725D6E-34F6-749E-FDCE-33ABAAB703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1955" y="4555788"/>
                  <a:ext cx="873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36FEC61-1147-1E30-DEDA-6CC0670B25E4}"/>
                    </a:ext>
                  </a:extLst>
                </p14:cNvPr>
                <p14:cNvContentPartPr/>
                <p14:nvPr/>
              </p14:nvContentPartPr>
              <p14:xfrm>
                <a:off x="1369915" y="4139628"/>
                <a:ext cx="397080" cy="906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36FEC61-1147-1E30-DEDA-6CC0670B25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63795" y="4133508"/>
                  <a:ext cx="409320" cy="9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6294CD3-A3EE-860E-E29D-B187165F79AC}"/>
                  </a:ext>
                </a:extLst>
              </p14:cNvPr>
              <p14:cNvContentPartPr/>
              <p14:nvPr/>
            </p14:nvContentPartPr>
            <p14:xfrm>
              <a:off x="2251915" y="4718148"/>
              <a:ext cx="69120" cy="295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6294CD3-A3EE-860E-E29D-B187165F79A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245795" y="4712028"/>
                <a:ext cx="81360" cy="41760"/>
              </a:xfrm>
              <a:prstGeom prst="rect">
                <a:avLst/>
              </a:prstGeom>
            </p:spPr>
          </p:pic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0E3E3250-08B2-5EE3-A481-EFFBFC4A45F1}"/>
              </a:ext>
            </a:extLst>
          </p:cNvPr>
          <p:cNvSpPr txBox="1"/>
          <p:nvPr/>
        </p:nvSpPr>
        <p:spPr>
          <a:xfrm>
            <a:off x="2474453" y="450290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IN" dirty="0" err="1"/>
              <a:t>ython</a:t>
            </a:r>
            <a:r>
              <a:rPr lang="en-IN" dirty="0"/>
              <a:t> –m </a:t>
            </a:r>
            <a:r>
              <a:rPr lang="en-IN" dirty="0" err="1"/>
              <a:t>venv</a:t>
            </a:r>
            <a:r>
              <a:rPr lang="en-IN" dirty="0"/>
              <a:t> </a:t>
            </a:r>
            <a:r>
              <a:rPr lang="en-IN" dirty="0" err="1"/>
              <a:t>Environment_Name</a:t>
            </a:r>
            <a:endParaRPr lang="en-IN" dirty="0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2C722B83-4C85-D3D6-3844-D4E6B7D4C733}"/>
              </a:ext>
            </a:extLst>
          </p:cNvPr>
          <p:cNvGrpSpPr/>
          <p:nvPr/>
        </p:nvGrpSpPr>
        <p:grpSpPr>
          <a:xfrm>
            <a:off x="1202515" y="4192940"/>
            <a:ext cx="10258560" cy="1882440"/>
            <a:chOff x="1202515" y="4192940"/>
            <a:chExt cx="10258560" cy="188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90F99B-AD4D-7823-C011-8D6733154102}"/>
                    </a:ext>
                  </a:extLst>
                </p14:cNvPr>
                <p14:cNvContentPartPr/>
                <p14:nvPr/>
              </p14:nvContentPartPr>
              <p14:xfrm>
                <a:off x="3871195" y="5566700"/>
                <a:ext cx="19800" cy="3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90F99B-AD4D-7823-C011-8D673315410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62555" y="5557700"/>
                  <a:ext cx="37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0F636DB-48F7-BB2D-E58E-5B967FD341F3}"/>
                    </a:ext>
                  </a:extLst>
                </p14:cNvPr>
                <p14:cNvContentPartPr/>
                <p14:nvPr/>
              </p14:nvContentPartPr>
              <p14:xfrm>
                <a:off x="3804955" y="4849220"/>
                <a:ext cx="66600" cy="4294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0F636DB-48F7-BB2D-E58E-5B967FD341F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96315" y="4840580"/>
                  <a:ext cx="842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E17E209-2D25-B972-B59C-FE4818AF9459}"/>
                    </a:ext>
                  </a:extLst>
                </p14:cNvPr>
                <p14:cNvContentPartPr/>
                <p14:nvPr/>
              </p14:nvContentPartPr>
              <p14:xfrm>
                <a:off x="3681835" y="5317580"/>
                <a:ext cx="399600" cy="203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E17E209-2D25-B972-B59C-FE4818AF945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73195" y="5308580"/>
                  <a:ext cx="417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3E21F0-B85C-EE48-96F3-D8E71CE674CD}"/>
                    </a:ext>
                  </a:extLst>
                </p14:cNvPr>
                <p14:cNvContentPartPr/>
                <p14:nvPr/>
              </p14:nvContentPartPr>
              <p14:xfrm>
                <a:off x="2892355" y="5719340"/>
                <a:ext cx="242640" cy="297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3E21F0-B85C-EE48-96F3-D8E71CE674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883355" y="5710700"/>
                  <a:ext cx="2602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35EFE48-18D2-F9FB-8B5F-93C9EFEDF8AB}"/>
                    </a:ext>
                  </a:extLst>
                </p14:cNvPr>
                <p14:cNvContentPartPr/>
                <p14:nvPr/>
              </p14:nvContentPartPr>
              <p14:xfrm>
                <a:off x="3223555" y="5906540"/>
                <a:ext cx="16920" cy="1447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35EFE48-18D2-F9FB-8B5F-93C9EFEDF8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214915" y="5897540"/>
                  <a:ext cx="34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224D4DA-C6E8-8FD6-133E-0AC7929BD9E9}"/>
                    </a:ext>
                  </a:extLst>
                </p14:cNvPr>
                <p14:cNvContentPartPr/>
                <p14:nvPr/>
              </p14:nvContentPartPr>
              <p14:xfrm>
                <a:off x="3333355" y="5736980"/>
                <a:ext cx="29160" cy="27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224D4DA-C6E8-8FD6-133E-0AC7929BD9E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24715" y="5728340"/>
                  <a:ext cx="46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B924EC6-E2A4-69B8-5E2E-90C2AC0E3BF6}"/>
                    </a:ext>
                  </a:extLst>
                </p14:cNvPr>
                <p14:cNvContentPartPr/>
                <p14:nvPr/>
              </p14:nvContentPartPr>
              <p14:xfrm>
                <a:off x="3363955" y="5789180"/>
                <a:ext cx="243360" cy="249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B924EC6-E2A4-69B8-5E2E-90C2AC0E3BF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55315" y="5780180"/>
                  <a:ext cx="2610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2BFDE17-9987-5DC6-6E03-D799D8B5F60A}"/>
                    </a:ext>
                  </a:extLst>
                </p14:cNvPr>
                <p14:cNvContentPartPr/>
                <p14:nvPr/>
              </p14:nvContentPartPr>
              <p14:xfrm>
                <a:off x="3716395" y="5727260"/>
                <a:ext cx="50400" cy="263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2BFDE17-9987-5DC6-6E03-D799D8B5F6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707395" y="5718620"/>
                  <a:ext cx="680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BD7D199-689D-2C4A-764B-78598FE9686E}"/>
                    </a:ext>
                  </a:extLst>
                </p14:cNvPr>
                <p14:cNvContentPartPr/>
                <p14:nvPr/>
              </p14:nvContentPartPr>
              <p14:xfrm>
                <a:off x="3632515" y="5838500"/>
                <a:ext cx="462240" cy="127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BD7D199-689D-2C4A-764B-78598FE9686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23515" y="5829860"/>
                  <a:ext cx="47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3F17E0F-6CC1-4000-E15B-9D6439E42EEE}"/>
                    </a:ext>
                  </a:extLst>
                </p14:cNvPr>
                <p14:cNvContentPartPr/>
                <p14:nvPr/>
              </p14:nvContentPartPr>
              <p14:xfrm>
                <a:off x="4119595" y="5556980"/>
                <a:ext cx="374040" cy="4237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3F17E0F-6CC1-4000-E15B-9D6439E42EE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10955" y="5547980"/>
                  <a:ext cx="3916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299D9FF-A943-F577-55DA-9F71696981B7}"/>
                    </a:ext>
                  </a:extLst>
                </p14:cNvPr>
                <p14:cNvContentPartPr/>
                <p14:nvPr/>
              </p14:nvContentPartPr>
              <p14:xfrm>
                <a:off x="4657435" y="5605580"/>
                <a:ext cx="225720" cy="403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299D9FF-A943-F577-55DA-9F71696981B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48795" y="5596580"/>
                  <a:ext cx="2433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D738C29-DD11-B7DA-DAF6-922054588DC7}"/>
                    </a:ext>
                  </a:extLst>
                </p14:cNvPr>
                <p14:cNvContentPartPr/>
                <p14:nvPr/>
              </p14:nvContentPartPr>
              <p14:xfrm>
                <a:off x="4657435" y="5479940"/>
                <a:ext cx="190800" cy="1188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D738C29-DD11-B7DA-DAF6-922054588DC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48435" y="5470940"/>
                  <a:ext cx="208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F00A056-5C7B-A154-2838-ADC055800016}"/>
                    </a:ext>
                  </a:extLst>
                </p14:cNvPr>
                <p14:cNvContentPartPr/>
                <p14:nvPr/>
              </p14:nvContentPartPr>
              <p14:xfrm>
                <a:off x="4738075" y="5816180"/>
                <a:ext cx="79920" cy="48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F00A056-5C7B-A154-2838-ADC0558000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29435" y="5807540"/>
                  <a:ext cx="975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BE29DB9-FFF4-5077-41C1-FD88E2BF8A00}"/>
                    </a:ext>
                  </a:extLst>
                </p14:cNvPr>
                <p14:cNvContentPartPr/>
                <p14:nvPr/>
              </p14:nvContentPartPr>
              <p14:xfrm>
                <a:off x="4927435" y="5758580"/>
                <a:ext cx="217800" cy="1796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BE29DB9-FFF4-5077-41C1-FD88E2BF8A0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18435" y="5749940"/>
                  <a:ext cx="2354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C357D1-BB55-A8B0-73C8-533EE6A605D9}"/>
                    </a:ext>
                  </a:extLst>
                </p14:cNvPr>
                <p14:cNvContentPartPr/>
                <p14:nvPr/>
              </p14:nvContentPartPr>
              <p14:xfrm>
                <a:off x="5219035" y="5750660"/>
                <a:ext cx="162000" cy="1990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C357D1-BB55-A8B0-73C8-533EE6A605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10395" y="5741660"/>
                  <a:ext cx="179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7E56181-4F89-E704-9173-A203AC449CE2}"/>
                    </a:ext>
                  </a:extLst>
                </p14:cNvPr>
                <p14:cNvContentPartPr/>
                <p14:nvPr/>
              </p14:nvContentPartPr>
              <p14:xfrm>
                <a:off x="5403715" y="5854340"/>
                <a:ext cx="36360" cy="87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7E56181-4F89-E704-9173-A203AC449CE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95075" y="5845340"/>
                  <a:ext cx="54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CFA978-E85F-A002-37EF-C1E2FFCF227C}"/>
                    </a:ext>
                  </a:extLst>
                </p14:cNvPr>
                <p14:cNvContentPartPr/>
                <p14:nvPr/>
              </p14:nvContentPartPr>
              <p14:xfrm>
                <a:off x="5468875" y="5648060"/>
                <a:ext cx="12240" cy="34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CFA978-E85F-A002-37EF-C1E2FFCF227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60235" y="5639420"/>
                  <a:ext cx="29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5A55991-86B2-F8E4-32F9-E2B50E19D284}"/>
                    </a:ext>
                  </a:extLst>
                </p14:cNvPr>
                <p14:cNvContentPartPr/>
                <p14:nvPr/>
              </p14:nvContentPartPr>
              <p14:xfrm>
                <a:off x="5459155" y="5777300"/>
                <a:ext cx="208800" cy="186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5A55991-86B2-F8E4-32F9-E2B50E19D28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450515" y="5768300"/>
                  <a:ext cx="2264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C914DB8-E5F6-0A17-2DDB-C8ADC7E0CC4D}"/>
                    </a:ext>
                  </a:extLst>
                </p14:cNvPr>
                <p14:cNvContentPartPr/>
                <p14:nvPr/>
              </p14:nvContentPartPr>
              <p14:xfrm>
                <a:off x="5762995" y="5777300"/>
                <a:ext cx="88920" cy="200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C914DB8-E5F6-0A17-2DDB-C8ADC7E0CC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53995" y="5768660"/>
                  <a:ext cx="1065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364521B-3ED7-8007-2D8D-44C13F2A014E}"/>
                    </a:ext>
                  </a:extLst>
                </p14:cNvPr>
                <p14:cNvContentPartPr/>
                <p14:nvPr/>
              </p14:nvContentPartPr>
              <p14:xfrm>
                <a:off x="5954155" y="5811500"/>
                <a:ext cx="167040" cy="207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364521B-3ED7-8007-2D8D-44C13F2A014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45155" y="5802860"/>
                  <a:ext cx="1846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FD4F1D-61E3-A64D-DA8D-83BE303E7A7A}"/>
                    </a:ext>
                  </a:extLst>
                </p14:cNvPr>
                <p14:cNvContentPartPr/>
                <p14:nvPr/>
              </p14:nvContentPartPr>
              <p14:xfrm>
                <a:off x="6141715" y="5844980"/>
                <a:ext cx="396000" cy="121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FD4F1D-61E3-A64D-DA8D-83BE303E7A7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33075" y="5836340"/>
                  <a:ext cx="4136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42122D3-A5E5-EED4-B299-17D87493CC80}"/>
                    </a:ext>
                  </a:extLst>
                </p14:cNvPr>
                <p14:cNvContentPartPr/>
                <p14:nvPr/>
              </p14:nvContentPartPr>
              <p14:xfrm>
                <a:off x="6633115" y="5819780"/>
                <a:ext cx="105120" cy="155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42122D3-A5E5-EED4-B299-17D87493CC8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24475" y="5810780"/>
                  <a:ext cx="1227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E30BC15-34AB-FD48-99E3-2DE742880707}"/>
                    </a:ext>
                  </a:extLst>
                </p14:cNvPr>
                <p14:cNvContentPartPr/>
                <p14:nvPr/>
              </p14:nvContentPartPr>
              <p14:xfrm>
                <a:off x="6835435" y="5689820"/>
                <a:ext cx="437760" cy="2563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E30BC15-34AB-FD48-99E3-2DE74288070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26795" y="5681180"/>
                  <a:ext cx="455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62C6882-8FC8-6CF1-09C6-DC3F7615C592}"/>
                    </a:ext>
                  </a:extLst>
                </p14:cNvPr>
                <p14:cNvContentPartPr/>
                <p14:nvPr/>
              </p14:nvContentPartPr>
              <p14:xfrm>
                <a:off x="7245115" y="5788100"/>
                <a:ext cx="128160" cy="15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62C6882-8FC8-6CF1-09C6-DC3F7615C59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36115" y="5779100"/>
                  <a:ext cx="145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0B80670-2E6F-E3D4-8B68-33D4A9E87E1F}"/>
                    </a:ext>
                  </a:extLst>
                </p14:cNvPr>
                <p14:cNvContentPartPr/>
                <p14:nvPr/>
              </p14:nvContentPartPr>
              <p14:xfrm>
                <a:off x="5283835" y="4779380"/>
                <a:ext cx="1676880" cy="270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0B80670-2E6F-E3D4-8B68-33D4A9E87E1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74835" y="4770380"/>
                  <a:ext cx="16945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6A9B6B5-4F19-66E0-B32F-F97844508E34}"/>
                    </a:ext>
                  </a:extLst>
                </p14:cNvPr>
                <p14:cNvContentPartPr/>
                <p14:nvPr/>
              </p14:nvContentPartPr>
              <p14:xfrm>
                <a:off x="6878635" y="4449980"/>
                <a:ext cx="384480" cy="774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6A9B6B5-4F19-66E0-B32F-F97844508E3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69635" y="4441340"/>
                  <a:ext cx="402120" cy="79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53DCB87-6CBB-F55D-8A70-B33BCB9B7C5A}"/>
                    </a:ext>
                  </a:extLst>
                </p14:cNvPr>
                <p14:cNvContentPartPr/>
                <p14:nvPr/>
              </p14:nvContentPartPr>
              <p14:xfrm>
                <a:off x="7653355" y="4256660"/>
                <a:ext cx="451800" cy="591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53DCB87-6CBB-F55D-8A70-B33BCB9B7C5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44355" y="4248020"/>
                  <a:ext cx="46944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263DB54-DC8B-D325-5F2B-07A89C808639}"/>
                    </a:ext>
                  </a:extLst>
                </p14:cNvPr>
                <p14:cNvContentPartPr/>
                <p14:nvPr/>
              </p14:nvContentPartPr>
              <p14:xfrm>
                <a:off x="7787635" y="4192940"/>
                <a:ext cx="270360" cy="67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263DB54-DC8B-D325-5F2B-07A89C80863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78995" y="4183940"/>
                  <a:ext cx="288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C1DFDB3-C44C-1F64-B148-2CC5E28B5643}"/>
                    </a:ext>
                  </a:extLst>
                </p14:cNvPr>
                <p14:cNvContentPartPr/>
                <p14:nvPr/>
              </p14:nvContentPartPr>
              <p14:xfrm>
                <a:off x="7890235" y="4602980"/>
                <a:ext cx="194400" cy="1242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C1DFDB3-C44C-1F64-B148-2CC5E28B564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81235" y="4594340"/>
                  <a:ext cx="212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37C9FAC-9A50-F139-32F2-40FE7E4A4A6B}"/>
                    </a:ext>
                  </a:extLst>
                </p14:cNvPr>
                <p14:cNvContentPartPr/>
                <p14:nvPr/>
              </p14:nvContentPartPr>
              <p14:xfrm>
                <a:off x="8264635" y="4488140"/>
                <a:ext cx="449640" cy="246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37C9FAC-9A50-F139-32F2-40FE7E4A4A6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55635" y="4479500"/>
                  <a:ext cx="4672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724EC8-C58C-5AE2-467E-3CD4A9716771}"/>
                    </a:ext>
                  </a:extLst>
                </p14:cNvPr>
                <p14:cNvContentPartPr/>
                <p14:nvPr/>
              </p14:nvContentPartPr>
              <p14:xfrm>
                <a:off x="8798155" y="4330460"/>
                <a:ext cx="396000" cy="4644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724EC8-C58C-5AE2-467E-3CD4A971677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789515" y="4321820"/>
                  <a:ext cx="41364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213988F-6EE8-3F24-F590-A0F76CD8F855}"/>
                    </a:ext>
                  </a:extLst>
                </p14:cNvPr>
                <p14:cNvContentPartPr/>
                <p14:nvPr/>
              </p14:nvContentPartPr>
              <p14:xfrm>
                <a:off x="9339595" y="4673540"/>
                <a:ext cx="344160" cy="151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213988F-6EE8-3F24-F590-A0F76CD8F85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30595" y="4664900"/>
                  <a:ext cx="361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45671C5-168B-167D-3560-E3DE7F695BBD}"/>
                    </a:ext>
                  </a:extLst>
                </p14:cNvPr>
                <p14:cNvContentPartPr/>
                <p14:nvPr/>
              </p14:nvContentPartPr>
              <p14:xfrm>
                <a:off x="9908755" y="4362140"/>
                <a:ext cx="724680" cy="262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45671C5-168B-167D-3560-E3DE7F695BB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00115" y="4353140"/>
                  <a:ext cx="7423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BB3C99F-13A4-2641-8325-CF2E8B25DD64}"/>
                    </a:ext>
                  </a:extLst>
                </p14:cNvPr>
                <p14:cNvContentPartPr/>
                <p14:nvPr/>
              </p14:nvContentPartPr>
              <p14:xfrm>
                <a:off x="10799035" y="4394540"/>
                <a:ext cx="662040" cy="138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BB3C99F-13A4-2641-8325-CF2E8B25DD6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790035" y="4385900"/>
                  <a:ext cx="679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BDEC269-7219-FF74-D69E-9AD83219C7C6}"/>
                    </a:ext>
                  </a:extLst>
                </p14:cNvPr>
                <p14:cNvContentPartPr/>
                <p14:nvPr/>
              </p14:nvContentPartPr>
              <p14:xfrm>
                <a:off x="2574115" y="4949660"/>
                <a:ext cx="718920" cy="29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BDEC269-7219-FF74-D69E-9AD83219C7C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65115" y="4940660"/>
                  <a:ext cx="736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DB3D6D3-9B98-1943-386B-E6ACF7905F63}"/>
                    </a:ext>
                  </a:extLst>
                </p14:cNvPr>
                <p14:cNvContentPartPr/>
                <p14:nvPr/>
              </p14:nvContentPartPr>
              <p14:xfrm>
                <a:off x="3190075" y="4961180"/>
                <a:ext cx="247680" cy="198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DB3D6D3-9B98-1943-386B-E6ACF7905F6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81075" y="4952180"/>
                  <a:ext cx="265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6DED288-48F1-56CE-8BB7-73B53A4DB8B6}"/>
                    </a:ext>
                  </a:extLst>
                </p14:cNvPr>
                <p14:cNvContentPartPr/>
                <p14:nvPr/>
              </p14:nvContentPartPr>
              <p14:xfrm>
                <a:off x="2286835" y="4952540"/>
                <a:ext cx="805680" cy="506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6DED288-48F1-56CE-8BB7-73B53A4DB8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77835" y="4943900"/>
                  <a:ext cx="823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270AD1-68C7-F43D-A472-5EE4444359D7}"/>
                    </a:ext>
                  </a:extLst>
                </p14:cNvPr>
                <p14:cNvContentPartPr/>
                <p14:nvPr/>
              </p14:nvContentPartPr>
              <p14:xfrm>
                <a:off x="1202515" y="5524580"/>
                <a:ext cx="389880" cy="5508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270AD1-68C7-F43D-A472-5EE4444359D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93875" y="5515940"/>
                  <a:ext cx="4075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AA9FBD2-994E-6989-CD52-82888DC65949}"/>
                    </a:ext>
                  </a:extLst>
                </p14:cNvPr>
                <p14:cNvContentPartPr/>
                <p14:nvPr/>
              </p14:nvContentPartPr>
              <p14:xfrm>
                <a:off x="1675555" y="5661020"/>
                <a:ext cx="158400" cy="267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AA9FBD2-994E-6989-CD52-82888DC6594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66555" y="5652380"/>
                  <a:ext cx="1760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E8AF3F-6E3C-5D2F-B60C-B10538B15FC8}"/>
                    </a:ext>
                  </a:extLst>
                </p14:cNvPr>
                <p14:cNvContentPartPr/>
                <p14:nvPr/>
              </p14:nvContentPartPr>
              <p14:xfrm>
                <a:off x="1907035" y="5635100"/>
                <a:ext cx="647640" cy="1764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E8AF3F-6E3C-5D2F-B60C-B10538B15FC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898395" y="5626100"/>
                  <a:ext cx="665280" cy="19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F46C7FE-B305-ED76-AE15-BD1BDB4BC634}"/>
              </a:ext>
            </a:extLst>
          </p:cNvPr>
          <p:cNvGrpSpPr/>
          <p:nvPr/>
        </p:nvGrpSpPr>
        <p:grpSpPr>
          <a:xfrm>
            <a:off x="8196595" y="5232260"/>
            <a:ext cx="2595960" cy="992520"/>
            <a:chOff x="8196595" y="5232260"/>
            <a:chExt cx="2595960" cy="99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862C619-1712-E8F8-704B-944964F2D6B4}"/>
                    </a:ext>
                  </a:extLst>
                </p14:cNvPr>
                <p14:cNvContentPartPr/>
                <p14:nvPr/>
              </p14:nvContentPartPr>
              <p14:xfrm>
                <a:off x="8745595" y="5455820"/>
                <a:ext cx="123120" cy="5601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862C619-1712-E8F8-704B-944964F2D6B4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736595" y="5447180"/>
                  <a:ext cx="14076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863D688-F037-51E2-C455-3C92E5561B30}"/>
                    </a:ext>
                  </a:extLst>
                </p14:cNvPr>
                <p14:cNvContentPartPr/>
                <p14:nvPr/>
              </p14:nvContentPartPr>
              <p14:xfrm>
                <a:off x="8938195" y="5232260"/>
                <a:ext cx="1854360" cy="6231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863D688-F037-51E2-C455-3C92E5561B3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29195" y="5223620"/>
                  <a:ext cx="18720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4CDC586-D9EE-D417-09C2-4055CA7428F6}"/>
                    </a:ext>
                  </a:extLst>
                </p14:cNvPr>
                <p14:cNvContentPartPr/>
                <p14:nvPr/>
              </p14:nvContentPartPr>
              <p14:xfrm>
                <a:off x="8196595" y="6161420"/>
                <a:ext cx="228240" cy="63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4CDC586-D9EE-D417-09C2-4055CA7428F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87595" y="6152420"/>
                  <a:ext cx="2458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FBCCF3A-A948-F32A-8DFE-AB123FB12A73}"/>
                    </a:ext>
                  </a:extLst>
                </p14:cNvPr>
                <p14:cNvContentPartPr/>
                <p14:nvPr/>
              </p14:nvContentPartPr>
              <p14:xfrm>
                <a:off x="8687995" y="5868380"/>
                <a:ext cx="1781640" cy="130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FBCCF3A-A948-F32A-8DFE-AB123FB12A7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679355" y="5859380"/>
                  <a:ext cx="1799280" cy="14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195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9EEDE8-F311-56B9-314E-7DB57152B1C0}"/>
              </a:ext>
            </a:extLst>
          </p:cNvPr>
          <p:cNvSpPr txBox="1"/>
          <p:nvPr/>
        </p:nvSpPr>
        <p:spPr>
          <a:xfrm>
            <a:off x="504930" y="128741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pip install -r requirements.txt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9EE828-6A23-2C69-5B35-CC95846DD249}"/>
              </a:ext>
            </a:extLst>
          </p:cNvPr>
          <p:cNvGrpSpPr/>
          <p:nvPr/>
        </p:nvGrpSpPr>
        <p:grpSpPr>
          <a:xfrm>
            <a:off x="187675" y="221420"/>
            <a:ext cx="400680" cy="514440"/>
            <a:chOff x="187675" y="221420"/>
            <a:chExt cx="400680" cy="51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AC2C86-3802-D0C4-FF64-CBE15A591498}"/>
                    </a:ext>
                  </a:extLst>
                </p14:cNvPr>
                <p14:cNvContentPartPr/>
                <p14:nvPr/>
              </p14:nvContentPartPr>
              <p14:xfrm>
                <a:off x="187675" y="418340"/>
                <a:ext cx="351360" cy="62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AC2C86-3802-D0C4-FF64-CBE15A59149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8675" y="409700"/>
                  <a:ext cx="369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277A58-8F35-4B43-B8D4-EE93E08C9B50}"/>
                    </a:ext>
                  </a:extLst>
                </p14:cNvPr>
                <p14:cNvContentPartPr/>
                <p14:nvPr/>
              </p14:nvContentPartPr>
              <p14:xfrm>
                <a:off x="424915" y="221420"/>
                <a:ext cx="163440" cy="51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277A58-8F35-4B43-B8D4-EE93E08C9B5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275" y="212420"/>
                  <a:ext cx="181080" cy="53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30C60-3D51-AB91-A44F-B5ACC13D0AC1}"/>
              </a:ext>
            </a:extLst>
          </p:cNvPr>
          <p:cNvGrpSpPr/>
          <p:nvPr/>
        </p:nvGrpSpPr>
        <p:grpSpPr>
          <a:xfrm>
            <a:off x="879955" y="302780"/>
            <a:ext cx="983520" cy="376560"/>
            <a:chOff x="879955" y="302780"/>
            <a:chExt cx="9835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8782-EEF3-B5E5-C406-1D9DFA2927F7}"/>
                    </a:ext>
                  </a:extLst>
                </p14:cNvPr>
                <p14:cNvContentPartPr/>
                <p14:nvPr/>
              </p14:nvContentPartPr>
              <p14:xfrm>
                <a:off x="879955" y="304580"/>
                <a:ext cx="279720" cy="3747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8782-EEF3-B5E5-C406-1D9DFA2927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71315" y="295580"/>
                  <a:ext cx="2973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DAAED20-C5A0-F1CB-E32A-12CEBD89F70A}"/>
                    </a:ext>
                  </a:extLst>
                </p14:cNvPr>
                <p14:cNvContentPartPr/>
                <p14:nvPr/>
              </p14:nvContentPartPr>
              <p14:xfrm>
                <a:off x="1309075" y="302780"/>
                <a:ext cx="554400" cy="256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DAAED20-C5A0-F1CB-E32A-12CEBD89F70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0075" y="294140"/>
                  <a:ext cx="5720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892914-E054-0579-2CE4-3429872ED726}"/>
              </a:ext>
            </a:extLst>
          </p:cNvPr>
          <p:cNvGrpSpPr/>
          <p:nvPr/>
        </p:nvGrpSpPr>
        <p:grpSpPr>
          <a:xfrm>
            <a:off x="2160115" y="159500"/>
            <a:ext cx="1272600" cy="609120"/>
            <a:chOff x="2160115" y="159500"/>
            <a:chExt cx="1272600" cy="60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250DA5-5D4A-293F-8221-F8549F5E5230}"/>
                    </a:ext>
                  </a:extLst>
                </p14:cNvPr>
                <p14:cNvContentPartPr/>
                <p14:nvPr/>
              </p14:nvContentPartPr>
              <p14:xfrm>
                <a:off x="2160115" y="404300"/>
                <a:ext cx="168120" cy="57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250DA5-5D4A-293F-8221-F8549F5E52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1475" y="395300"/>
                  <a:ext cx="185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AFFBD0-F463-5D49-284D-DC2ADB91A03C}"/>
                    </a:ext>
                  </a:extLst>
                </p14:cNvPr>
                <p14:cNvContentPartPr/>
                <p14:nvPr/>
              </p14:nvContentPartPr>
              <p14:xfrm>
                <a:off x="2537755" y="159500"/>
                <a:ext cx="337680" cy="609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AFFBD0-F463-5D49-284D-DC2ADB91A03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8755" y="150500"/>
                  <a:ext cx="35532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F4F8A8-8F57-8E41-2E6C-2764B8D10F0E}"/>
                    </a:ext>
                  </a:extLst>
                </p14:cNvPr>
                <p14:cNvContentPartPr/>
                <p14:nvPr/>
              </p14:nvContentPartPr>
              <p14:xfrm>
                <a:off x="2986315" y="278300"/>
                <a:ext cx="43920" cy="31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F4F8A8-8F57-8E41-2E6C-2764B8D10F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77315" y="269660"/>
                  <a:ext cx="61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D9EBA0-B4A2-F0C1-A0BF-E01E860B438F}"/>
                    </a:ext>
                  </a:extLst>
                </p14:cNvPr>
                <p14:cNvContentPartPr/>
                <p14:nvPr/>
              </p14:nvContentPartPr>
              <p14:xfrm>
                <a:off x="3107635" y="275060"/>
                <a:ext cx="72000" cy="380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D9EBA0-B4A2-F0C1-A0BF-E01E860B43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98635" y="266420"/>
                  <a:ext cx="896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DA55D42-F16F-C9CB-CD0E-C8FE2613FC42}"/>
                    </a:ext>
                  </a:extLst>
                </p14:cNvPr>
                <p14:cNvContentPartPr/>
                <p14:nvPr/>
              </p14:nvContentPartPr>
              <p14:xfrm>
                <a:off x="3258835" y="569180"/>
                <a:ext cx="173880" cy="158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DA55D42-F16F-C9CB-CD0E-C8FE2613FC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9835" y="560540"/>
                  <a:ext cx="191520" cy="17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45D760-A842-5C06-CAC7-2712147A1FB2}"/>
                  </a:ext>
                </a:extLst>
              </p14:cNvPr>
              <p14:cNvContentPartPr/>
              <p14:nvPr/>
            </p14:nvContentPartPr>
            <p14:xfrm>
              <a:off x="3839875" y="580700"/>
              <a:ext cx="377640" cy="24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45D760-A842-5C06-CAC7-2712147A1FB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31235" y="572060"/>
                <a:ext cx="39528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CC9335E-CE9F-EE9F-8F6C-AF34709832A5}"/>
              </a:ext>
            </a:extLst>
          </p:cNvPr>
          <p:cNvGrpSpPr/>
          <p:nvPr/>
        </p:nvGrpSpPr>
        <p:grpSpPr>
          <a:xfrm>
            <a:off x="4772635" y="280460"/>
            <a:ext cx="4686840" cy="545400"/>
            <a:chOff x="4772635" y="280460"/>
            <a:chExt cx="4686840" cy="54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32C9751-DD31-4956-7241-BA80ADBC6CB9}"/>
                    </a:ext>
                  </a:extLst>
                </p14:cNvPr>
                <p14:cNvContentPartPr/>
                <p14:nvPr/>
              </p14:nvContentPartPr>
              <p14:xfrm>
                <a:off x="4772635" y="280460"/>
                <a:ext cx="491400" cy="334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32C9751-DD31-4956-7241-BA80ADBC6C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63995" y="271820"/>
                  <a:ext cx="5090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3918C3-4D40-6988-2123-7ADC0AFB9548}"/>
                    </a:ext>
                  </a:extLst>
                </p14:cNvPr>
                <p14:cNvContentPartPr/>
                <p14:nvPr/>
              </p14:nvContentPartPr>
              <p14:xfrm>
                <a:off x="5312995" y="315740"/>
                <a:ext cx="1146600" cy="493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3918C3-4D40-6988-2123-7ADC0AFB95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03995" y="306740"/>
                  <a:ext cx="116424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F00326-840B-40F4-FC75-30D58B60D934}"/>
                    </a:ext>
                  </a:extLst>
                </p14:cNvPr>
                <p14:cNvContentPartPr/>
                <p14:nvPr/>
              </p14:nvContentPartPr>
              <p14:xfrm>
                <a:off x="6537715" y="452540"/>
                <a:ext cx="75960" cy="12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F00326-840B-40F4-FC75-30D58B60D93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28715" y="443900"/>
                  <a:ext cx="93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234EFCC-0106-062F-0102-07167AB39D58}"/>
                    </a:ext>
                  </a:extLst>
                </p14:cNvPr>
                <p14:cNvContentPartPr/>
                <p14:nvPr/>
              </p14:nvContentPartPr>
              <p14:xfrm>
                <a:off x="6492715" y="351380"/>
                <a:ext cx="29880" cy="8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234EFCC-0106-062F-0102-07167AB39D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83715" y="342740"/>
                  <a:ext cx="47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DF35E2-3945-2CAC-BB4C-8DC75DB04A44}"/>
                    </a:ext>
                  </a:extLst>
                </p14:cNvPr>
                <p14:cNvContentPartPr/>
                <p14:nvPr/>
              </p14:nvContentPartPr>
              <p14:xfrm>
                <a:off x="6557875" y="408620"/>
                <a:ext cx="263160" cy="24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DF35E2-3945-2CAC-BB4C-8DC75DB04A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48875" y="399980"/>
                  <a:ext cx="2808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AFCD16-7B52-9B52-6F8D-519F3697C402}"/>
                    </a:ext>
                  </a:extLst>
                </p14:cNvPr>
                <p14:cNvContentPartPr/>
                <p14:nvPr/>
              </p14:nvContentPartPr>
              <p14:xfrm>
                <a:off x="6816715" y="435260"/>
                <a:ext cx="701640" cy="309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AFCD16-7B52-9B52-6F8D-519F3697C40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8075" y="426260"/>
                  <a:ext cx="71928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0507B7-5642-F137-5A08-D2796C118609}"/>
                    </a:ext>
                  </a:extLst>
                </p14:cNvPr>
                <p14:cNvContentPartPr/>
                <p14:nvPr/>
              </p14:nvContentPartPr>
              <p14:xfrm>
                <a:off x="7728955" y="418340"/>
                <a:ext cx="231480" cy="300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0507B7-5642-F137-5A08-D2796C1186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19955" y="409700"/>
                  <a:ext cx="2491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3D18772-9324-460A-A1FE-A576366E8D2B}"/>
                    </a:ext>
                  </a:extLst>
                </p14:cNvPr>
                <p14:cNvContentPartPr/>
                <p14:nvPr/>
              </p14:nvContentPartPr>
              <p14:xfrm>
                <a:off x="8038195" y="376940"/>
                <a:ext cx="507240" cy="448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3D18772-9324-460A-A1FE-A576366E8D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29555" y="367940"/>
                  <a:ext cx="5248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FFE39C-E398-2B79-C8EC-D008C50CA8BC}"/>
                    </a:ext>
                  </a:extLst>
                </p14:cNvPr>
                <p14:cNvContentPartPr/>
                <p14:nvPr/>
              </p14:nvContentPartPr>
              <p14:xfrm>
                <a:off x="8849635" y="312140"/>
                <a:ext cx="45360" cy="422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FFE39C-E398-2B79-C8EC-D008C50CA8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40995" y="303140"/>
                  <a:ext cx="6300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796771-7953-15C1-D8BB-843428F1B209}"/>
                    </a:ext>
                  </a:extLst>
                </p14:cNvPr>
                <p14:cNvContentPartPr/>
                <p14:nvPr/>
              </p14:nvContentPartPr>
              <p14:xfrm>
                <a:off x="8774035" y="514820"/>
                <a:ext cx="258480" cy="4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796771-7953-15C1-D8BB-843428F1B2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65395" y="506180"/>
                  <a:ext cx="276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F006578-C8E6-34C1-7EC4-71F351DEA77E}"/>
                    </a:ext>
                  </a:extLst>
                </p14:cNvPr>
                <p14:cNvContentPartPr/>
                <p14:nvPr/>
              </p14:nvContentPartPr>
              <p14:xfrm>
                <a:off x="9018475" y="388460"/>
                <a:ext cx="291240" cy="437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F006578-C8E6-34C1-7EC4-71F351DEA7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09475" y="379460"/>
                  <a:ext cx="3088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D37E146-EDB8-B82C-21B4-0DC52FD33331}"/>
                    </a:ext>
                  </a:extLst>
                </p14:cNvPr>
                <p14:cNvContentPartPr/>
                <p14:nvPr/>
              </p14:nvContentPartPr>
              <p14:xfrm>
                <a:off x="9419155" y="669260"/>
                <a:ext cx="40320" cy="21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D37E146-EDB8-B82C-21B4-0DC52FD333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10155" y="660260"/>
                  <a:ext cx="579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8241D4-641E-5014-55C8-066991D1288B}"/>
              </a:ext>
            </a:extLst>
          </p:cNvPr>
          <p:cNvGrpSpPr/>
          <p:nvPr/>
        </p:nvGrpSpPr>
        <p:grpSpPr>
          <a:xfrm>
            <a:off x="9747115" y="203420"/>
            <a:ext cx="1262880" cy="482400"/>
            <a:chOff x="9747115" y="203420"/>
            <a:chExt cx="1262880" cy="48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42DFC72-C9F6-814E-5778-5F81226E460A}"/>
                    </a:ext>
                  </a:extLst>
                </p14:cNvPr>
                <p14:cNvContentPartPr/>
                <p14:nvPr/>
              </p14:nvContentPartPr>
              <p14:xfrm>
                <a:off x="9905155" y="209180"/>
                <a:ext cx="54720" cy="476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42DFC72-C9F6-814E-5778-5F81226E460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96515" y="200180"/>
                  <a:ext cx="723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DFDA13F-2197-9D0D-E0E8-6ACF2D03BDE3}"/>
                    </a:ext>
                  </a:extLst>
                </p14:cNvPr>
                <p14:cNvContentPartPr/>
                <p14:nvPr/>
              </p14:nvContentPartPr>
              <p14:xfrm>
                <a:off x="9747115" y="468020"/>
                <a:ext cx="416520" cy="22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DFDA13F-2197-9D0D-E0E8-6ACF2D03BD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38475" y="459380"/>
                  <a:ext cx="434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3BC408D-E97A-B68E-9614-795D4A35C765}"/>
                    </a:ext>
                  </a:extLst>
                </p14:cNvPr>
                <p14:cNvContentPartPr/>
                <p14:nvPr/>
              </p14:nvContentPartPr>
              <p14:xfrm>
                <a:off x="10320955" y="406460"/>
                <a:ext cx="280080" cy="203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3BC408D-E97A-B68E-9614-795D4A35C76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12315" y="397460"/>
                  <a:ext cx="297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82A8DD-B6FA-0B25-B30B-5C4FCC494477}"/>
                    </a:ext>
                  </a:extLst>
                </p14:cNvPr>
                <p14:cNvContentPartPr/>
                <p14:nvPr/>
              </p14:nvContentPartPr>
              <p14:xfrm>
                <a:off x="10193155" y="428060"/>
                <a:ext cx="434520" cy="23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82A8DD-B6FA-0B25-B30B-5C4FCC49447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84515" y="419420"/>
                  <a:ext cx="452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F9CD873-C6BF-F4A9-024E-920AE240ADA8}"/>
                    </a:ext>
                  </a:extLst>
                </p14:cNvPr>
                <p14:cNvContentPartPr/>
                <p14:nvPr/>
              </p14:nvContentPartPr>
              <p14:xfrm>
                <a:off x="10702915" y="203420"/>
                <a:ext cx="75600" cy="420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F9CD873-C6BF-F4A9-024E-920AE240AD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694275" y="194780"/>
                  <a:ext cx="932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AFF1FB-12AE-50D0-F96F-CB23BF6B1C90}"/>
                    </a:ext>
                  </a:extLst>
                </p14:cNvPr>
                <p14:cNvContentPartPr/>
                <p14:nvPr/>
              </p14:nvContentPartPr>
              <p14:xfrm>
                <a:off x="10508155" y="414020"/>
                <a:ext cx="294480" cy="47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AFF1FB-12AE-50D0-F96F-CB23BF6B1C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99155" y="405380"/>
                  <a:ext cx="312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CC50030-B955-092E-E8B4-C290AF144D9A}"/>
                    </a:ext>
                  </a:extLst>
                </p14:cNvPr>
                <p14:cNvContentPartPr/>
                <p14:nvPr/>
              </p14:nvContentPartPr>
              <p14:xfrm>
                <a:off x="10986595" y="482420"/>
                <a:ext cx="23400" cy="43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CC50030-B955-092E-E8B4-C290AF144D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977955" y="473780"/>
                  <a:ext cx="4104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F4057B-A96A-CEF8-4480-7E6EFF5D5E45}"/>
              </a:ext>
            </a:extLst>
          </p:cNvPr>
          <p:cNvGrpSpPr/>
          <p:nvPr/>
        </p:nvGrpSpPr>
        <p:grpSpPr>
          <a:xfrm>
            <a:off x="232675" y="1043660"/>
            <a:ext cx="707760" cy="609480"/>
            <a:chOff x="232675" y="1043660"/>
            <a:chExt cx="707760" cy="60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38BF741-9C77-66AF-8676-00C4C158CA3B}"/>
                    </a:ext>
                  </a:extLst>
                </p14:cNvPr>
                <p14:cNvContentPartPr/>
                <p14:nvPr/>
              </p14:nvContentPartPr>
              <p14:xfrm>
                <a:off x="232675" y="1043660"/>
                <a:ext cx="707760" cy="609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38BF741-9C77-66AF-8676-00C4C158CA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675" y="1034660"/>
                  <a:ext cx="7254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8CF328A-7B10-B79C-3E11-0B89A7DA6B42}"/>
                    </a:ext>
                  </a:extLst>
                </p14:cNvPr>
                <p14:cNvContentPartPr/>
                <p14:nvPr/>
              </p14:nvContentPartPr>
              <p14:xfrm>
                <a:off x="262195" y="1074980"/>
                <a:ext cx="540720" cy="431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8CF328A-7B10-B79C-3E11-0B89A7DA6B4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3555" y="1065980"/>
                  <a:ext cx="558360" cy="44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65C8123-2D6F-1542-6CB9-15607A1FB922}"/>
                  </a:ext>
                </a:extLst>
              </p14:cNvPr>
              <p14:cNvContentPartPr/>
              <p14:nvPr/>
            </p14:nvContentPartPr>
            <p14:xfrm>
              <a:off x="8015515" y="913340"/>
              <a:ext cx="7560" cy="176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65C8123-2D6F-1542-6CB9-15607A1FB92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006875" y="904340"/>
                <a:ext cx="2520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7AF83DA-8863-720E-BEE2-FDCB8BF76120}"/>
              </a:ext>
            </a:extLst>
          </p:cNvPr>
          <p:cNvGrpSpPr/>
          <p:nvPr/>
        </p:nvGrpSpPr>
        <p:grpSpPr>
          <a:xfrm>
            <a:off x="2003515" y="1677260"/>
            <a:ext cx="870840" cy="401040"/>
            <a:chOff x="2003515" y="1677260"/>
            <a:chExt cx="87084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DF724E-0496-6683-1853-C5BA79BFE095}"/>
                    </a:ext>
                  </a:extLst>
                </p14:cNvPr>
                <p14:cNvContentPartPr/>
                <p14:nvPr/>
              </p14:nvContentPartPr>
              <p14:xfrm>
                <a:off x="2003515" y="1677260"/>
                <a:ext cx="870840" cy="397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DF724E-0496-6683-1853-C5BA79BFE0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997395" y="1671140"/>
                  <a:ext cx="883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A44BFB5-C548-A32A-94F4-50C4EACF6086}"/>
                    </a:ext>
                  </a:extLst>
                </p14:cNvPr>
                <p14:cNvContentPartPr/>
                <p14:nvPr/>
              </p14:nvContentPartPr>
              <p14:xfrm>
                <a:off x="2399875" y="1915220"/>
                <a:ext cx="434520" cy="163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A44BFB5-C548-A32A-94F4-50C4EACF608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93755" y="1909100"/>
                  <a:ext cx="446760" cy="175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969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2CF228-E888-F30A-0901-4469FBA4717C}"/>
              </a:ext>
            </a:extLst>
          </p:cNvPr>
          <p:cNvSpPr txBox="1"/>
          <p:nvPr/>
        </p:nvSpPr>
        <p:spPr>
          <a:xfrm>
            <a:off x="434591" y="681542"/>
            <a:ext cx="3373734" cy="626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Important Libraries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 err="1">
                <a:solidFill>
                  <a:srgbClr val="49D6E9"/>
                </a:solidFill>
                <a:latin typeface="Mono Lisa"/>
              </a:rPr>
              <a:t>n</a:t>
            </a: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umpy</a:t>
            </a:r>
            <a:endParaRPr lang="en-IN" b="0" dirty="0">
              <a:solidFill>
                <a:srgbClr val="49D6E9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>
                <a:solidFill>
                  <a:srgbClr val="49D6E9"/>
                </a:solidFill>
                <a:latin typeface="Mono Lisa"/>
              </a:rPr>
              <a:t>p</a:t>
            </a: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andas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>
                <a:solidFill>
                  <a:srgbClr val="49D6E9"/>
                </a:solidFill>
                <a:latin typeface="Mono Lisa"/>
              </a:rPr>
              <a:t>m</a:t>
            </a: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atplotlib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seaborn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scikit-learn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DEEP LEARNING (DL)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>
                <a:solidFill>
                  <a:srgbClr val="49D6E9"/>
                </a:solidFill>
                <a:latin typeface="Mono Lisa"/>
              </a:rPr>
              <a:t>t</a:t>
            </a: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orch</a:t>
            </a: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 err="1">
                <a:solidFill>
                  <a:srgbClr val="49D6E9"/>
                </a:solidFill>
                <a:latin typeface="Mono Lisa"/>
              </a:rPr>
              <a:t>t</a:t>
            </a: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orchvision</a:t>
            </a:r>
            <a:endParaRPr lang="en-IN" b="0" dirty="0">
              <a:solidFill>
                <a:srgbClr val="49D6E9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 err="1">
                <a:solidFill>
                  <a:srgbClr val="49D6E9"/>
                </a:solidFill>
                <a:latin typeface="Mono Lisa"/>
              </a:rPr>
              <a:t>t</a:t>
            </a: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orchaudio</a:t>
            </a:r>
            <a:endParaRPr lang="en-IN" b="0" dirty="0">
              <a:solidFill>
                <a:srgbClr val="49D6E9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dirty="0" err="1">
                <a:solidFill>
                  <a:srgbClr val="49D6E9"/>
                </a:solidFill>
                <a:latin typeface="Mono Lisa"/>
              </a:rPr>
              <a:t>t</a:t>
            </a: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ensorflow</a:t>
            </a:r>
            <a:endParaRPr lang="en-IN" b="0" dirty="0">
              <a:solidFill>
                <a:srgbClr val="49D6E9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keras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3F0148-F2A8-49AC-A092-6B4E3BDC052C}"/>
              </a:ext>
            </a:extLst>
          </p:cNvPr>
          <p:cNvSpPr txBox="1"/>
          <p:nvPr/>
        </p:nvSpPr>
        <p:spPr>
          <a:xfrm>
            <a:off x="5006592" y="546675"/>
            <a:ext cx="3886200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NLP &amp; GENAI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----------------------------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transformers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datasets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tokenizers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sentencepiece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accelerate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huggingface</a:t>
            </a: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-hub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br>
              <a:rPr lang="en-IN" b="0" dirty="0">
                <a:solidFill>
                  <a:srgbClr val="BECFDA"/>
                </a:solidFill>
                <a:effectLst/>
                <a:latin typeface="Mono Lisa"/>
              </a:rPr>
            </a:b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i="1" dirty="0">
                <a:solidFill>
                  <a:srgbClr val="DCDCDC"/>
                </a:solidFill>
                <a:effectLst/>
                <a:latin typeface="Mono Lisa"/>
              </a:rPr>
              <a:t># </a:t>
            </a:r>
            <a:r>
              <a:rPr lang="en-IN" b="0" i="1" dirty="0" err="1">
                <a:solidFill>
                  <a:srgbClr val="DCDCDC"/>
                </a:solidFill>
                <a:effectLst/>
                <a:latin typeface="Mono Lisa"/>
              </a:rPr>
              <a:t>Jupyter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jupyterlab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>
                <a:solidFill>
                  <a:srgbClr val="49D6E9"/>
                </a:solidFill>
                <a:effectLst/>
                <a:latin typeface="Mono Lisa"/>
              </a:rPr>
              <a:t>notebook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ipykernel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ipywidgets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  <a:p>
            <a:pPr>
              <a:lnSpc>
                <a:spcPts val="1500"/>
              </a:lnSpc>
              <a:buNone/>
            </a:pPr>
            <a:r>
              <a:rPr lang="en-IN" b="0" dirty="0" err="1">
                <a:solidFill>
                  <a:srgbClr val="49D6E9"/>
                </a:solidFill>
                <a:effectLst/>
                <a:latin typeface="Mono Lisa"/>
              </a:rPr>
              <a:t>nbformat</a:t>
            </a:r>
            <a:endParaRPr lang="en-IN" b="0" dirty="0">
              <a:solidFill>
                <a:srgbClr val="BECFDA"/>
              </a:solidFill>
              <a:effectLst/>
              <a:latin typeface="Mono Lisa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C92BA91-0B20-F362-1370-3DFC1BE7C168}"/>
              </a:ext>
            </a:extLst>
          </p:cNvPr>
          <p:cNvGrpSpPr/>
          <p:nvPr/>
        </p:nvGrpSpPr>
        <p:grpSpPr>
          <a:xfrm>
            <a:off x="513115" y="134925"/>
            <a:ext cx="703440" cy="407160"/>
            <a:chOff x="513115" y="134925"/>
            <a:chExt cx="70344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D5AB8EA-E535-8594-9A28-5F000616CB7B}"/>
                    </a:ext>
                  </a:extLst>
                </p14:cNvPr>
                <p14:cNvContentPartPr/>
                <p14:nvPr/>
              </p14:nvContentPartPr>
              <p14:xfrm>
                <a:off x="538315" y="151125"/>
                <a:ext cx="89640" cy="390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D5AB8EA-E535-8594-9A28-5F000616CB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2195" y="145005"/>
                  <a:ext cx="10188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FB1AA2-700D-F7B3-62E7-11695321ED99}"/>
                    </a:ext>
                  </a:extLst>
                </p14:cNvPr>
                <p14:cNvContentPartPr/>
                <p14:nvPr/>
              </p14:nvContentPartPr>
              <p14:xfrm>
                <a:off x="513115" y="134925"/>
                <a:ext cx="165600" cy="210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FB1AA2-700D-F7B3-62E7-11695321ED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6995" y="128805"/>
                  <a:ext cx="177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9552C9-1C02-AA15-65E3-8564BB8EAA46}"/>
                    </a:ext>
                  </a:extLst>
                </p14:cNvPr>
                <p14:cNvContentPartPr/>
                <p14:nvPr/>
              </p14:nvContentPartPr>
              <p14:xfrm>
                <a:off x="833515" y="195765"/>
                <a:ext cx="347760" cy="228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9552C9-1C02-AA15-65E3-8564BB8EAA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395" y="189645"/>
                  <a:ext cx="360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1642AEE-7180-018E-6630-6ECE110DFBFC}"/>
                    </a:ext>
                  </a:extLst>
                </p14:cNvPr>
                <p14:cNvContentPartPr/>
                <p14:nvPr/>
              </p14:nvContentPartPr>
              <p14:xfrm>
                <a:off x="1019635" y="210885"/>
                <a:ext cx="196920" cy="54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1642AEE-7180-018E-6630-6ECE110DFB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3515" y="204765"/>
                  <a:ext cx="20916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FE67E72-303A-8983-2B1C-AEB4B74F082D}"/>
                  </a:ext>
                </a:extLst>
              </p14:cNvPr>
              <p14:cNvContentPartPr/>
              <p14:nvPr/>
            </p14:nvContentPartPr>
            <p14:xfrm>
              <a:off x="1564675" y="76965"/>
              <a:ext cx="590040" cy="373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FE67E72-303A-8983-2B1C-AEB4B74F08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8555" y="70845"/>
                <a:ext cx="602280" cy="38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C8D882B-5DB0-D369-3ED6-CFBF381DDD31}"/>
              </a:ext>
            </a:extLst>
          </p:cNvPr>
          <p:cNvGrpSpPr/>
          <p:nvPr/>
        </p:nvGrpSpPr>
        <p:grpSpPr>
          <a:xfrm>
            <a:off x="2444875" y="16485"/>
            <a:ext cx="1074600" cy="460080"/>
            <a:chOff x="2444875" y="16485"/>
            <a:chExt cx="107460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6C0D840-D106-C4FC-59A0-9F744D8CF9B8}"/>
                    </a:ext>
                  </a:extLst>
                </p14:cNvPr>
                <p14:cNvContentPartPr/>
                <p14:nvPr/>
              </p14:nvContentPartPr>
              <p14:xfrm>
                <a:off x="2490955" y="16485"/>
                <a:ext cx="46080" cy="376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6C0D840-D106-C4FC-59A0-9F744D8CF9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84835" y="10365"/>
                  <a:ext cx="583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3531A4-0D7B-755B-7A41-9146C0FE03C2}"/>
                    </a:ext>
                  </a:extLst>
                </p14:cNvPr>
                <p14:cNvContentPartPr/>
                <p14:nvPr/>
              </p14:nvContentPartPr>
              <p14:xfrm>
                <a:off x="2444875" y="126285"/>
                <a:ext cx="1074600" cy="350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3531A4-0D7B-755B-7A41-9146C0FE03C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38755" y="120165"/>
                  <a:ext cx="108684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840589-A54C-2DA9-6C55-3E7E3DDAD7CD}"/>
              </a:ext>
            </a:extLst>
          </p:cNvPr>
          <p:cNvGrpSpPr/>
          <p:nvPr/>
        </p:nvGrpSpPr>
        <p:grpSpPr>
          <a:xfrm>
            <a:off x="4224355" y="8925"/>
            <a:ext cx="1316160" cy="452160"/>
            <a:chOff x="4224355" y="8925"/>
            <a:chExt cx="1316160" cy="45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A2E688-89F7-0C0D-9DEA-8DCC753AB999}"/>
                    </a:ext>
                  </a:extLst>
                </p14:cNvPr>
                <p14:cNvContentPartPr/>
                <p14:nvPr/>
              </p14:nvContentPartPr>
              <p14:xfrm>
                <a:off x="4224355" y="202245"/>
                <a:ext cx="39240" cy="221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A2E688-89F7-0C0D-9DEA-8DCC753AB9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18235" y="196125"/>
                  <a:ext cx="51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2D6594-AC52-DB8E-2917-D140CA1AF2CF}"/>
                    </a:ext>
                  </a:extLst>
                </p14:cNvPr>
                <p14:cNvContentPartPr/>
                <p14:nvPr/>
              </p14:nvContentPartPr>
              <p14:xfrm>
                <a:off x="4300675" y="8925"/>
                <a:ext cx="28080" cy="52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2D6594-AC52-DB8E-2917-D140CA1AF2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94555" y="2805"/>
                  <a:ext cx="40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F69D96C-163B-F8EA-3246-AD361A511491}"/>
                    </a:ext>
                  </a:extLst>
                </p14:cNvPr>
                <p14:cNvContentPartPr/>
                <p14:nvPr/>
              </p14:nvContentPartPr>
              <p14:xfrm>
                <a:off x="4428835" y="145365"/>
                <a:ext cx="285480" cy="203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F69D96C-163B-F8EA-3246-AD361A5114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22715" y="139245"/>
                  <a:ext cx="2977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FA9EC85-78A2-CD5C-529F-FD86782CC1BC}"/>
                    </a:ext>
                  </a:extLst>
                </p14:cNvPr>
                <p14:cNvContentPartPr/>
                <p14:nvPr/>
              </p14:nvContentPartPr>
              <p14:xfrm>
                <a:off x="4870915" y="226005"/>
                <a:ext cx="23400" cy="120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FA9EC85-78A2-CD5C-529F-FD86782CC1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64795" y="219885"/>
                  <a:ext cx="3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A484525-0FE2-40F6-D900-B738C2D4ACE2}"/>
                    </a:ext>
                  </a:extLst>
                </p14:cNvPr>
                <p14:cNvContentPartPr/>
                <p14:nvPr/>
              </p14:nvContentPartPr>
              <p14:xfrm>
                <a:off x="4958755" y="96765"/>
                <a:ext cx="20880" cy="29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A484525-0FE2-40F6-D900-B738C2D4AC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52635" y="90645"/>
                  <a:ext cx="33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6E8E99-088C-BEFA-DBB7-507D9E810CA9}"/>
                    </a:ext>
                  </a:extLst>
                </p14:cNvPr>
                <p14:cNvContentPartPr/>
                <p14:nvPr/>
              </p14:nvContentPartPr>
              <p14:xfrm>
                <a:off x="5053075" y="94605"/>
                <a:ext cx="487440" cy="36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6E8E99-088C-BEFA-DBB7-507D9E810C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46955" y="88485"/>
                  <a:ext cx="49968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85FC72-06E8-81DC-8845-B9F921EB3E3A}"/>
              </a:ext>
            </a:extLst>
          </p:cNvPr>
          <p:cNvGrpSpPr/>
          <p:nvPr/>
        </p:nvGrpSpPr>
        <p:grpSpPr>
          <a:xfrm>
            <a:off x="6744715" y="159765"/>
            <a:ext cx="3893760" cy="362880"/>
            <a:chOff x="6744715" y="159765"/>
            <a:chExt cx="3893760" cy="36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36D1EE5-826C-8F43-CBFD-3533562C5A8F}"/>
                    </a:ext>
                  </a:extLst>
                </p14:cNvPr>
                <p14:cNvContentPartPr/>
                <p14:nvPr/>
              </p14:nvContentPartPr>
              <p14:xfrm>
                <a:off x="6744715" y="159765"/>
                <a:ext cx="524880" cy="362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36D1EE5-826C-8F43-CBFD-3533562C5A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8595" y="153645"/>
                  <a:ext cx="5371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66FF26-A9F2-E682-7906-3B36D515D05E}"/>
                    </a:ext>
                  </a:extLst>
                </p14:cNvPr>
                <p14:cNvContentPartPr/>
                <p14:nvPr/>
              </p14:nvContentPartPr>
              <p14:xfrm>
                <a:off x="7362475" y="197205"/>
                <a:ext cx="775080" cy="251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66FF26-A9F2-E682-7906-3B36D515D0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56355" y="191085"/>
                  <a:ext cx="787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E8D810-CC0B-08DD-610D-4BFF43302326}"/>
                    </a:ext>
                  </a:extLst>
                </p14:cNvPr>
                <p14:cNvContentPartPr/>
                <p14:nvPr/>
              </p14:nvContentPartPr>
              <p14:xfrm>
                <a:off x="8230075" y="171645"/>
                <a:ext cx="23400" cy="14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E8D810-CC0B-08DD-610D-4BFF4330232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23955" y="165525"/>
                  <a:ext cx="35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A597020-F5E8-36E0-1687-138558A82958}"/>
                    </a:ext>
                  </a:extLst>
                </p14:cNvPr>
                <p14:cNvContentPartPr/>
                <p14:nvPr/>
              </p14:nvContentPartPr>
              <p14:xfrm>
                <a:off x="8253475" y="280725"/>
                <a:ext cx="72360" cy="18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A597020-F5E8-36E0-1687-138558A8295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47355" y="274605"/>
                  <a:ext cx="846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2C5A1A-CA45-4F34-D5F6-38272471516F}"/>
                    </a:ext>
                  </a:extLst>
                </p14:cNvPr>
                <p14:cNvContentPartPr/>
                <p14:nvPr/>
              </p14:nvContentPartPr>
              <p14:xfrm>
                <a:off x="8357875" y="170565"/>
                <a:ext cx="14760" cy="16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2C5A1A-CA45-4F34-D5F6-38272471516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51755" y="164445"/>
                  <a:ext cx="27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8A1E5A-BB78-8A07-5468-52801D0C88E9}"/>
                    </a:ext>
                  </a:extLst>
                </p14:cNvPr>
                <p14:cNvContentPartPr/>
                <p14:nvPr/>
              </p14:nvContentPartPr>
              <p14:xfrm>
                <a:off x="8393875" y="249765"/>
                <a:ext cx="200880" cy="232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8A1E5A-BB78-8A07-5468-52801D0C88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87755" y="243645"/>
                  <a:ext cx="213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4EB8F80-456E-FF7F-6768-AD51C7418A9A}"/>
                    </a:ext>
                  </a:extLst>
                </p14:cNvPr>
                <p14:cNvContentPartPr/>
                <p14:nvPr/>
              </p14:nvContentPartPr>
              <p14:xfrm>
                <a:off x="8654875" y="286845"/>
                <a:ext cx="125280" cy="221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4EB8F80-456E-FF7F-6768-AD51C7418A9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48755" y="280725"/>
                  <a:ext cx="137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39B5277-1744-F9A4-AB23-5129DA0E0C69}"/>
                    </a:ext>
                  </a:extLst>
                </p14:cNvPr>
                <p14:cNvContentPartPr/>
                <p14:nvPr/>
              </p14:nvContentPartPr>
              <p14:xfrm>
                <a:off x="8814355" y="283605"/>
                <a:ext cx="277200" cy="177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39B5277-1744-F9A4-AB23-5129DA0E0C6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808235" y="277485"/>
                  <a:ext cx="289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DA615F8-239B-C2D7-A64E-6648F45DED03}"/>
                    </a:ext>
                  </a:extLst>
                </p14:cNvPr>
                <p14:cNvContentPartPr/>
                <p14:nvPr/>
              </p14:nvContentPartPr>
              <p14:xfrm>
                <a:off x="9205675" y="218445"/>
                <a:ext cx="479520" cy="270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DA615F8-239B-C2D7-A64E-6648F45DED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99555" y="212325"/>
                  <a:ext cx="4917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C685B81-303E-7BA2-0AAC-94F886D1AE72}"/>
                    </a:ext>
                  </a:extLst>
                </p14:cNvPr>
                <p14:cNvContentPartPr/>
                <p14:nvPr/>
              </p14:nvContentPartPr>
              <p14:xfrm>
                <a:off x="9620395" y="206925"/>
                <a:ext cx="175680" cy="315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C685B81-303E-7BA2-0AAC-94F886D1AE7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14275" y="200805"/>
                  <a:ext cx="187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1AC00F2-9AE5-00FA-97F2-7FBA454D888A}"/>
                    </a:ext>
                  </a:extLst>
                </p14:cNvPr>
                <p14:cNvContentPartPr/>
                <p14:nvPr/>
              </p14:nvContentPartPr>
              <p14:xfrm>
                <a:off x="9929275" y="339045"/>
                <a:ext cx="14760" cy="48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1AC00F2-9AE5-00FA-97F2-7FBA454D88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23155" y="332925"/>
                  <a:ext cx="27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D61CF4-BD58-D430-0622-5A892F889C5B}"/>
                    </a:ext>
                  </a:extLst>
                </p14:cNvPr>
                <p14:cNvContentPartPr/>
                <p14:nvPr/>
              </p14:nvContentPartPr>
              <p14:xfrm>
                <a:off x="10152115" y="200805"/>
                <a:ext cx="65160" cy="300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D61CF4-BD58-D430-0622-5A892F889C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45995" y="194685"/>
                  <a:ext cx="774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4D1E40F-3ACB-B5AC-EFED-BD738D2FEB26}"/>
                    </a:ext>
                  </a:extLst>
                </p14:cNvPr>
                <p14:cNvContentPartPr/>
                <p14:nvPr/>
              </p14:nvContentPartPr>
              <p14:xfrm>
                <a:off x="10073995" y="344445"/>
                <a:ext cx="204120" cy="66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4D1E40F-3ACB-B5AC-EFED-BD738D2FEB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067875" y="338325"/>
                  <a:ext cx="2163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0953CE7-6A00-E401-1B4F-36D3F813B196}"/>
                    </a:ext>
                  </a:extLst>
                </p14:cNvPr>
                <p14:cNvContentPartPr/>
                <p14:nvPr/>
              </p14:nvContentPartPr>
              <p14:xfrm>
                <a:off x="10363435" y="300885"/>
                <a:ext cx="32760" cy="193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0953CE7-6A00-E401-1B4F-36D3F813B19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357315" y="294765"/>
                  <a:ext cx="45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049208-997A-B60E-5A88-6E44757CE3EB}"/>
                    </a:ext>
                  </a:extLst>
                </p14:cNvPr>
                <p14:cNvContentPartPr/>
                <p14:nvPr/>
              </p14:nvContentPartPr>
              <p14:xfrm>
                <a:off x="10283875" y="327165"/>
                <a:ext cx="162000" cy="92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049208-997A-B60E-5A88-6E44757CE3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77755" y="321045"/>
                  <a:ext cx="1742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5C73D7-3B57-0B27-70AF-EFEF045E74FD}"/>
                    </a:ext>
                  </a:extLst>
                </p14:cNvPr>
                <p14:cNvContentPartPr/>
                <p14:nvPr/>
              </p14:nvContentPartPr>
              <p14:xfrm>
                <a:off x="10533355" y="233565"/>
                <a:ext cx="75240" cy="27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5C73D7-3B57-0B27-70AF-EFEF045E74F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527235" y="227445"/>
                  <a:ext cx="87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D6E93F4-261D-86A8-D3EC-F18F57E635EF}"/>
                    </a:ext>
                  </a:extLst>
                </p14:cNvPr>
                <p14:cNvContentPartPr/>
                <p14:nvPr/>
              </p14:nvContentPartPr>
              <p14:xfrm>
                <a:off x="10530835" y="358485"/>
                <a:ext cx="107640" cy="1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D6E93F4-261D-86A8-D3EC-F18F57E635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24715" y="352365"/>
                  <a:ext cx="119880" cy="2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31128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7232A46-778D-F1F9-67A5-160DF2E9286C}"/>
              </a:ext>
            </a:extLst>
          </p:cNvPr>
          <p:cNvGrpSpPr/>
          <p:nvPr/>
        </p:nvGrpSpPr>
        <p:grpSpPr>
          <a:xfrm>
            <a:off x="1313395" y="177500"/>
            <a:ext cx="2290680" cy="1127880"/>
            <a:chOff x="1313395" y="177500"/>
            <a:chExt cx="2290680" cy="112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A8F0C0D-B466-0252-29F3-ED0E8AC6F338}"/>
                    </a:ext>
                  </a:extLst>
                </p14:cNvPr>
                <p14:cNvContentPartPr/>
                <p14:nvPr/>
              </p14:nvContentPartPr>
              <p14:xfrm>
                <a:off x="1313395" y="177500"/>
                <a:ext cx="751320" cy="1076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A8F0C0D-B466-0252-29F3-ED0E8AC6F3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07275" y="171380"/>
                  <a:ext cx="763560" cy="10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3B9490D-78C6-2705-AAD0-79182A1ED24F}"/>
                    </a:ext>
                  </a:extLst>
                </p14:cNvPr>
                <p14:cNvContentPartPr/>
                <p14:nvPr/>
              </p14:nvContentPartPr>
              <p14:xfrm>
                <a:off x="2075875" y="628940"/>
                <a:ext cx="35280" cy="83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3B9490D-78C6-2705-AAD0-79182A1ED2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69755" y="622820"/>
                  <a:ext cx="47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1B16AB9-480F-8AEC-05B9-4F3508946765}"/>
                    </a:ext>
                  </a:extLst>
                </p14:cNvPr>
                <p14:cNvContentPartPr/>
                <p14:nvPr/>
              </p14:nvContentPartPr>
              <p14:xfrm>
                <a:off x="2360275" y="825860"/>
                <a:ext cx="135360" cy="479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1B16AB9-480F-8AEC-05B9-4F35089467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54155" y="819740"/>
                  <a:ext cx="14760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AAD256-482B-8B0E-66DC-FACE164801BF}"/>
                    </a:ext>
                  </a:extLst>
                </p14:cNvPr>
                <p14:cNvContentPartPr/>
                <p14:nvPr/>
              </p14:nvContentPartPr>
              <p14:xfrm>
                <a:off x="2714515" y="665660"/>
                <a:ext cx="59760" cy="45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AAD256-482B-8B0E-66DC-FACE164801B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08395" y="659540"/>
                  <a:ext cx="7200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754EDA-0410-5291-4708-7833F58E784C}"/>
                    </a:ext>
                  </a:extLst>
                </p14:cNvPr>
                <p14:cNvContentPartPr/>
                <p14:nvPr/>
              </p14:nvContentPartPr>
              <p14:xfrm>
                <a:off x="2496715" y="927380"/>
                <a:ext cx="390960" cy="139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754EDA-0410-5291-4708-7833F58E78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0595" y="921260"/>
                  <a:ext cx="403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2B2B89-FECD-A403-891A-F2FE01D36037}"/>
                    </a:ext>
                  </a:extLst>
                </p14:cNvPr>
                <p14:cNvContentPartPr/>
                <p14:nvPr/>
              </p14:nvContentPartPr>
              <p14:xfrm>
                <a:off x="3117715" y="1038980"/>
                <a:ext cx="224640" cy="4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2B2B89-FECD-A403-891A-F2FE01D360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1595" y="1032860"/>
                  <a:ext cx="236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66C06C-9B69-CD02-BBE3-45E776E3C57A}"/>
                    </a:ext>
                  </a:extLst>
                </p14:cNvPr>
                <p14:cNvContentPartPr/>
                <p14:nvPr/>
              </p14:nvContentPartPr>
              <p14:xfrm>
                <a:off x="3530275" y="543260"/>
                <a:ext cx="73800" cy="668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66C06C-9B69-CD02-BBE3-45E776E3C57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24155" y="537140"/>
                  <a:ext cx="86040" cy="68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34DB8C-E4DF-BC9A-A6BF-F3FA3BA6E2D0}"/>
              </a:ext>
            </a:extLst>
          </p:cNvPr>
          <p:cNvGrpSpPr/>
          <p:nvPr/>
        </p:nvGrpSpPr>
        <p:grpSpPr>
          <a:xfrm>
            <a:off x="4042555" y="771140"/>
            <a:ext cx="446400" cy="358560"/>
            <a:chOff x="4042555" y="771140"/>
            <a:chExt cx="4464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D82BEA-023E-80A1-6156-5809AF3D9373}"/>
                    </a:ext>
                  </a:extLst>
                </p14:cNvPr>
                <p14:cNvContentPartPr/>
                <p14:nvPr/>
              </p14:nvContentPartPr>
              <p14:xfrm>
                <a:off x="4042555" y="771140"/>
                <a:ext cx="244080" cy="91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D82BEA-023E-80A1-6156-5809AF3D93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36435" y="765020"/>
                  <a:ext cx="256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DA4CF4-46B5-94BF-7F23-8F9A497B14D6}"/>
                    </a:ext>
                  </a:extLst>
                </p14:cNvPr>
                <p14:cNvContentPartPr/>
                <p14:nvPr/>
              </p14:nvContentPartPr>
              <p14:xfrm>
                <a:off x="4206355" y="1004420"/>
                <a:ext cx="282600" cy="125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DA4CF4-46B5-94BF-7F23-8F9A497B14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00235" y="998300"/>
                  <a:ext cx="29484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FED4487-2D5C-09BA-BE62-14B7694E5065}"/>
                  </a:ext>
                </a:extLst>
              </p14:cNvPr>
              <p14:cNvContentPartPr/>
              <p14:nvPr/>
            </p14:nvContentPartPr>
            <p14:xfrm>
              <a:off x="4898275" y="203060"/>
              <a:ext cx="586800" cy="14169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FED4487-2D5C-09BA-BE62-14B7694E506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92155" y="196940"/>
                <a:ext cx="599040" cy="142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A1F8B50-AE18-3FEC-7323-106685C3BEF6}"/>
              </a:ext>
            </a:extLst>
          </p:cNvPr>
          <p:cNvGrpSpPr/>
          <p:nvPr/>
        </p:nvGrpSpPr>
        <p:grpSpPr>
          <a:xfrm>
            <a:off x="5798995" y="469460"/>
            <a:ext cx="453960" cy="588240"/>
            <a:chOff x="5798995" y="469460"/>
            <a:chExt cx="453960" cy="58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36E491-D278-8ECB-1FEB-5C152B095DD2}"/>
                    </a:ext>
                  </a:extLst>
                </p14:cNvPr>
                <p14:cNvContentPartPr/>
                <p14:nvPr/>
              </p14:nvContentPartPr>
              <p14:xfrm>
                <a:off x="5798995" y="469460"/>
                <a:ext cx="72000" cy="51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36E491-D278-8ECB-1FEB-5C152B095D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92875" y="463340"/>
                  <a:ext cx="8424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7413BA7-5830-7AB2-0566-166891F846D6}"/>
                    </a:ext>
                  </a:extLst>
                </p14:cNvPr>
                <p14:cNvContentPartPr/>
                <p14:nvPr/>
              </p14:nvContentPartPr>
              <p14:xfrm>
                <a:off x="6086275" y="958700"/>
                <a:ext cx="166680" cy="99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7413BA7-5830-7AB2-0566-166891F846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80155" y="952580"/>
                  <a:ext cx="17892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D9C156F-D536-8DA6-A5BC-9C4A9093DDC5}"/>
              </a:ext>
            </a:extLst>
          </p:cNvPr>
          <p:cNvGrpSpPr/>
          <p:nvPr/>
        </p:nvGrpSpPr>
        <p:grpSpPr>
          <a:xfrm>
            <a:off x="6943795" y="294500"/>
            <a:ext cx="799560" cy="772200"/>
            <a:chOff x="6943795" y="294500"/>
            <a:chExt cx="799560" cy="77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C3BA350-6654-6C26-97C4-FFF0295F360E}"/>
                    </a:ext>
                  </a:extLst>
                </p14:cNvPr>
                <p14:cNvContentPartPr/>
                <p14:nvPr/>
              </p14:nvContentPartPr>
              <p14:xfrm>
                <a:off x="6943795" y="294500"/>
                <a:ext cx="505440" cy="664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C3BA350-6654-6C26-97C4-FFF0295F360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37675" y="288380"/>
                  <a:ext cx="51768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E36AD48-D831-5A93-9BF8-5A54E4F41EF9}"/>
                    </a:ext>
                  </a:extLst>
                </p14:cNvPr>
                <p14:cNvContentPartPr/>
                <p14:nvPr/>
              </p14:nvContentPartPr>
              <p14:xfrm>
                <a:off x="7474075" y="754940"/>
                <a:ext cx="269280" cy="311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E36AD48-D831-5A93-9BF8-5A54E4F41E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67955" y="748820"/>
                  <a:ext cx="281520" cy="32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0E56829-CE6F-C2E0-7157-3124204774E8}"/>
                  </a:ext>
                </a:extLst>
              </p14:cNvPr>
              <p14:cNvContentPartPr/>
              <p14:nvPr/>
            </p14:nvContentPartPr>
            <p14:xfrm>
              <a:off x="5725915" y="1187660"/>
              <a:ext cx="1259280" cy="97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0E56829-CE6F-C2E0-7157-3124204774E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19435" y="1181540"/>
                <a:ext cx="127152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476D87B4-9EB7-CE55-1111-53024F99EF61}"/>
              </a:ext>
            </a:extLst>
          </p:cNvPr>
          <p:cNvGrpSpPr/>
          <p:nvPr/>
        </p:nvGrpSpPr>
        <p:grpSpPr>
          <a:xfrm>
            <a:off x="8798155" y="345620"/>
            <a:ext cx="2996640" cy="991080"/>
            <a:chOff x="8798155" y="345620"/>
            <a:chExt cx="2996640" cy="9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CCFC23-45CB-8934-1B47-96AB26B86123}"/>
                    </a:ext>
                  </a:extLst>
                </p14:cNvPr>
                <p14:cNvContentPartPr/>
                <p14:nvPr/>
              </p14:nvContentPartPr>
              <p14:xfrm>
                <a:off x="8798155" y="345620"/>
                <a:ext cx="221040" cy="43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CCFC23-45CB-8934-1B47-96AB26B8612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92035" y="339500"/>
                  <a:ext cx="23328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5FF19-AE4C-F6AA-B590-49FED9F33184}"/>
                    </a:ext>
                  </a:extLst>
                </p14:cNvPr>
                <p14:cNvContentPartPr/>
                <p14:nvPr/>
              </p14:nvContentPartPr>
              <p14:xfrm>
                <a:off x="9082915" y="458660"/>
                <a:ext cx="136440" cy="245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5FF19-AE4C-F6AA-B590-49FED9F331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76795" y="452540"/>
                  <a:ext cx="148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3A19D4-BB0E-AAC0-B197-C0338B969D30}"/>
                    </a:ext>
                  </a:extLst>
                </p14:cNvPr>
                <p14:cNvContentPartPr/>
                <p14:nvPr/>
              </p14:nvContentPartPr>
              <p14:xfrm>
                <a:off x="9428155" y="496100"/>
                <a:ext cx="330120" cy="717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3A19D4-BB0E-AAC0-B197-C0338B969D3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22035" y="489980"/>
                  <a:ext cx="34236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6BEE44-ED19-3B60-D115-0FF2ED1344A9}"/>
                    </a:ext>
                  </a:extLst>
                </p14:cNvPr>
                <p14:cNvContentPartPr/>
                <p14:nvPr/>
              </p14:nvContentPartPr>
              <p14:xfrm>
                <a:off x="9972115" y="745940"/>
                <a:ext cx="221040" cy="225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6BEE44-ED19-3B60-D115-0FF2ED1344A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65995" y="739820"/>
                  <a:ext cx="233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2ADD6BD-5293-AC08-FE2E-A5D1E281E4D0}"/>
                    </a:ext>
                  </a:extLst>
                </p14:cNvPr>
                <p14:cNvContentPartPr/>
                <p14:nvPr/>
              </p14:nvContentPartPr>
              <p14:xfrm>
                <a:off x="10231315" y="766820"/>
                <a:ext cx="262440" cy="211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2ADD6BD-5293-AC08-FE2E-A5D1E281E4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25195" y="760700"/>
                  <a:ext cx="2746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9347B0-087D-6209-ADF0-93A742602D7A}"/>
                    </a:ext>
                  </a:extLst>
                </p14:cNvPr>
                <p14:cNvContentPartPr/>
                <p14:nvPr/>
              </p14:nvContentPartPr>
              <p14:xfrm>
                <a:off x="10606795" y="578900"/>
                <a:ext cx="75240" cy="56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9347B0-087D-6209-ADF0-93A742602D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600675" y="572780"/>
                  <a:ext cx="87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EE0125-27E5-180C-AAA4-18A5A781A7CB}"/>
                    </a:ext>
                  </a:extLst>
                </p14:cNvPr>
                <p14:cNvContentPartPr/>
                <p14:nvPr/>
              </p14:nvContentPartPr>
              <p14:xfrm>
                <a:off x="10706515" y="788420"/>
                <a:ext cx="241920" cy="108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EE0125-27E5-180C-AAA4-18A5A781A7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00395" y="782300"/>
                  <a:ext cx="254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9B9A5F5-D463-4010-831C-B3623FC18882}"/>
                    </a:ext>
                  </a:extLst>
                </p14:cNvPr>
                <p14:cNvContentPartPr/>
                <p14:nvPr/>
              </p14:nvContentPartPr>
              <p14:xfrm>
                <a:off x="11047075" y="520580"/>
                <a:ext cx="359640" cy="525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9B9A5F5-D463-4010-831C-B3623FC188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40955" y="514460"/>
                  <a:ext cx="3718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E57739-1E1D-85FB-1077-F035CEBE558C}"/>
                    </a:ext>
                  </a:extLst>
                </p14:cNvPr>
                <p14:cNvContentPartPr/>
                <p14:nvPr/>
              </p14:nvContentPartPr>
              <p14:xfrm>
                <a:off x="11665555" y="362900"/>
                <a:ext cx="86040" cy="12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E57739-1E1D-85FB-1077-F035CEBE55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59435" y="356780"/>
                  <a:ext cx="98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0EBE9D4-8688-4A08-6861-447B29B51137}"/>
                    </a:ext>
                  </a:extLst>
                </p14:cNvPr>
                <p14:cNvContentPartPr/>
                <p14:nvPr/>
              </p14:nvContentPartPr>
              <p14:xfrm>
                <a:off x="11701555" y="540020"/>
                <a:ext cx="93240" cy="118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0EBE9D4-8688-4A08-6861-447B29B5113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695435" y="533900"/>
                  <a:ext cx="105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3F14A3D-2705-5A71-E278-FD8D7DDBD79F}"/>
                    </a:ext>
                  </a:extLst>
                </p14:cNvPr>
                <p14:cNvContentPartPr/>
                <p14:nvPr/>
              </p14:nvContentPartPr>
              <p14:xfrm>
                <a:off x="9230155" y="1043660"/>
                <a:ext cx="1577880" cy="198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3F14A3D-2705-5A71-E278-FD8D7DDBD7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24035" y="1037540"/>
                  <a:ext cx="1590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893F37E-4875-306B-2C47-A3FD884A5A87}"/>
                    </a:ext>
                  </a:extLst>
                </p14:cNvPr>
                <p14:cNvContentPartPr/>
                <p14:nvPr/>
              </p14:nvContentPartPr>
              <p14:xfrm>
                <a:off x="9578275" y="1310420"/>
                <a:ext cx="745560" cy="26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893F37E-4875-306B-2C47-A3FD884A5A8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572155" y="1304300"/>
                  <a:ext cx="75780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CE46569-B2CB-A0DC-AD81-B2396E340D33}"/>
              </a:ext>
            </a:extLst>
          </p:cNvPr>
          <p:cNvGrpSpPr/>
          <p:nvPr/>
        </p:nvGrpSpPr>
        <p:grpSpPr>
          <a:xfrm>
            <a:off x="774835" y="1633340"/>
            <a:ext cx="11262240" cy="4826160"/>
            <a:chOff x="774835" y="1633340"/>
            <a:chExt cx="11262240" cy="48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CF474D-11D6-E7E0-EB23-658E48728231}"/>
                    </a:ext>
                  </a:extLst>
                </p14:cNvPr>
                <p14:cNvContentPartPr/>
                <p14:nvPr/>
              </p14:nvContentPartPr>
              <p14:xfrm>
                <a:off x="5969275" y="2099180"/>
                <a:ext cx="84600" cy="244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CF474D-11D6-E7E0-EB23-658E4872823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63155" y="2093060"/>
                  <a:ext cx="96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10BBF6-3E03-75B1-9F2F-B83DC9636440}"/>
                    </a:ext>
                  </a:extLst>
                </p14:cNvPr>
                <p14:cNvContentPartPr/>
                <p14:nvPr/>
              </p14:nvContentPartPr>
              <p14:xfrm>
                <a:off x="6466075" y="1767980"/>
                <a:ext cx="833400" cy="125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10BBF6-3E03-75B1-9F2F-B83DC963644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59955" y="1761860"/>
                  <a:ext cx="8456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5BDD2F2-E715-0650-F5F9-3651E7BFCCA8}"/>
                    </a:ext>
                  </a:extLst>
                </p14:cNvPr>
                <p14:cNvContentPartPr/>
                <p14:nvPr/>
              </p14:nvContentPartPr>
              <p14:xfrm>
                <a:off x="6879355" y="1938620"/>
                <a:ext cx="65880" cy="355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5BDD2F2-E715-0650-F5F9-3651E7BFCC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73235" y="1932500"/>
                  <a:ext cx="78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537C5F5-651C-B08B-13B6-159D48F109F7}"/>
                    </a:ext>
                  </a:extLst>
                </p14:cNvPr>
                <p14:cNvContentPartPr/>
                <p14:nvPr/>
              </p14:nvContentPartPr>
              <p14:xfrm>
                <a:off x="7134235" y="1998380"/>
                <a:ext cx="298080" cy="443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537C5F5-651C-B08B-13B6-159D48F109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28115" y="1992260"/>
                  <a:ext cx="31032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C3964E-B0B7-29CE-BCA7-2D7378D6EABC}"/>
                    </a:ext>
                  </a:extLst>
                </p14:cNvPr>
                <p14:cNvContentPartPr/>
                <p14:nvPr/>
              </p14:nvContentPartPr>
              <p14:xfrm>
                <a:off x="7566235" y="2106020"/>
                <a:ext cx="300240" cy="177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C3964E-B0B7-29CE-BCA7-2D7378D6EAB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60115" y="2099900"/>
                  <a:ext cx="3124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E75A2E-94FF-CC2D-5FBF-E16AC4A6D1B4}"/>
                    </a:ext>
                  </a:extLst>
                </p14:cNvPr>
                <p14:cNvContentPartPr/>
                <p14:nvPr/>
              </p14:nvContentPartPr>
              <p14:xfrm>
                <a:off x="8016595" y="2027900"/>
                <a:ext cx="198000" cy="276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E75A2E-94FF-CC2D-5FBF-E16AC4A6D1B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10475" y="2021780"/>
                  <a:ext cx="2102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673E7A4-77E4-1EDC-04C3-0B9C481E4279}"/>
                    </a:ext>
                  </a:extLst>
                </p14:cNvPr>
                <p14:cNvContentPartPr/>
                <p14:nvPr/>
              </p14:nvContentPartPr>
              <p14:xfrm>
                <a:off x="8405035" y="1633340"/>
                <a:ext cx="611640" cy="971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673E7A4-77E4-1EDC-04C3-0B9C481E42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98915" y="1627220"/>
                  <a:ext cx="623880" cy="9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27034B4-783A-A5C5-4F05-8FFC09F7EE02}"/>
                    </a:ext>
                  </a:extLst>
                </p14:cNvPr>
                <p14:cNvContentPartPr/>
                <p14:nvPr/>
              </p14:nvContentPartPr>
              <p14:xfrm>
                <a:off x="9227275" y="2367380"/>
                <a:ext cx="11160" cy="27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27034B4-783A-A5C5-4F05-8FFC09F7EE0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21155" y="2361260"/>
                  <a:ext cx="23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A0CF9E5-020F-49EA-E5B6-FF98F91E1CD4}"/>
                    </a:ext>
                  </a:extLst>
                </p14:cNvPr>
                <p14:cNvContentPartPr/>
                <p14:nvPr/>
              </p14:nvContentPartPr>
              <p14:xfrm>
                <a:off x="7253395" y="2637020"/>
                <a:ext cx="1600560" cy="236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A0CF9E5-020F-49EA-E5B6-FF98F91E1CD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47275" y="2630900"/>
                  <a:ext cx="1612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065E77-007F-77A3-D62D-A70E288D1CB7}"/>
                    </a:ext>
                  </a:extLst>
                </p14:cNvPr>
                <p14:cNvContentPartPr/>
                <p14:nvPr/>
              </p14:nvContentPartPr>
              <p14:xfrm>
                <a:off x="10609315" y="2760140"/>
                <a:ext cx="720360" cy="1339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3065E77-007F-77A3-D62D-A70E288D1C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03195" y="2754020"/>
                  <a:ext cx="732600" cy="13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399195-26C7-B5C5-B474-30460138137C}"/>
                    </a:ext>
                  </a:extLst>
                </p14:cNvPr>
                <p14:cNvContentPartPr/>
                <p14:nvPr/>
              </p14:nvContentPartPr>
              <p14:xfrm>
                <a:off x="6886195" y="3468620"/>
                <a:ext cx="398880" cy="6868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399195-26C7-B5C5-B474-3046013813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880075" y="3462500"/>
                  <a:ext cx="41112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B9242FE-2025-2B47-940A-CEC18880167F}"/>
                    </a:ext>
                  </a:extLst>
                </p14:cNvPr>
                <p14:cNvContentPartPr/>
                <p14:nvPr/>
              </p14:nvContentPartPr>
              <p14:xfrm>
                <a:off x="7388395" y="3915020"/>
                <a:ext cx="119880" cy="235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B9242FE-2025-2B47-940A-CEC1888016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82275" y="3908900"/>
                  <a:ext cx="132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B5612C-2189-F9A5-8066-2758B7B4A230}"/>
                    </a:ext>
                  </a:extLst>
                </p14:cNvPr>
                <p14:cNvContentPartPr/>
                <p14:nvPr/>
              </p14:nvContentPartPr>
              <p14:xfrm>
                <a:off x="8108395" y="3163700"/>
                <a:ext cx="441360" cy="869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BB5612C-2189-F9A5-8066-2758B7B4A23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02275" y="3157580"/>
                  <a:ext cx="453600" cy="88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719767-E980-4888-0215-EC11AB9E2B65}"/>
                    </a:ext>
                  </a:extLst>
                </p14:cNvPr>
                <p14:cNvContentPartPr/>
                <p14:nvPr/>
              </p14:nvContentPartPr>
              <p14:xfrm>
                <a:off x="8647315" y="3674180"/>
                <a:ext cx="100440" cy="241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719767-E980-4888-0215-EC11AB9E2B6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41195" y="3668060"/>
                  <a:ext cx="112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D95FED6-F795-2B4F-1B8B-CCAF8E5F7132}"/>
                    </a:ext>
                  </a:extLst>
                </p14:cNvPr>
                <p14:cNvContentPartPr/>
                <p14:nvPr/>
              </p14:nvContentPartPr>
              <p14:xfrm>
                <a:off x="9290635" y="3218060"/>
                <a:ext cx="550800" cy="866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D95FED6-F795-2B4F-1B8B-CCAF8E5F71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84515" y="3211940"/>
                  <a:ext cx="563040" cy="87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EA15C4F-01BA-E179-AAEC-7ADA112F67E0}"/>
                    </a:ext>
                  </a:extLst>
                </p14:cNvPr>
                <p14:cNvContentPartPr/>
                <p14:nvPr/>
              </p14:nvContentPartPr>
              <p14:xfrm>
                <a:off x="5573275" y="4376180"/>
                <a:ext cx="5556600" cy="527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EA15C4F-01BA-E179-AAEC-7ADA112F67E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67155" y="4370060"/>
                  <a:ext cx="556884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207178-1B32-BDD0-C031-4464347D5A22}"/>
                    </a:ext>
                  </a:extLst>
                </p14:cNvPr>
                <p14:cNvContentPartPr/>
                <p14:nvPr/>
              </p14:nvContentPartPr>
              <p14:xfrm>
                <a:off x="1282075" y="2938700"/>
                <a:ext cx="565920" cy="918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207178-1B32-BDD0-C031-4464347D5A2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75955" y="2932580"/>
                  <a:ext cx="57816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CD3EA7E-F029-BF72-EF50-27B10EEA9D18}"/>
                    </a:ext>
                  </a:extLst>
                </p14:cNvPr>
                <p14:cNvContentPartPr/>
                <p14:nvPr/>
              </p14:nvContentPartPr>
              <p14:xfrm>
                <a:off x="1224475" y="3303020"/>
                <a:ext cx="500760" cy="96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CD3EA7E-F029-BF72-EF50-27B10EEA9D1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18355" y="3296900"/>
                  <a:ext cx="513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300001-8222-9872-4E5F-12A57C23E3C9}"/>
                    </a:ext>
                  </a:extLst>
                </p14:cNvPr>
                <p14:cNvContentPartPr/>
                <p14:nvPr/>
              </p14:nvContentPartPr>
              <p14:xfrm>
                <a:off x="1950235" y="3027260"/>
                <a:ext cx="383760" cy="582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300001-8222-9872-4E5F-12A57C23E3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44115" y="3021140"/>
                  <a:ext cx="39600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EF10B2-0E79-2827-F329-F98C96DDEB05}"/>
                    </a:ext>
                  </a:extLst>
                </p14:cNvPr>
                <p14:cNvContentPartPr/>
                <p14:nvPr/>
              </p14:nvContentPartPr>
              <p14:xfrm>
                <a:off x="2368915" y="3017540"/>
                <a:ext cx="320040" cy="480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EF10B2-0E79-2827-F329-F98C96DDEB0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62795" y="3011420"/>
                  <a:ext cx="3322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288B98-332A-056E-4F39-481DC0FE7CD0}"/>
                    </a:ext>
                  </a:extLst>
                </p14:cNvPr>
                <p14:cNvContentPartPr/>
                <p14:nvPr/>
              </p14:nvContentPartPr>
              <p14:xfrm>
                <a:off x="2699035" y="2940500"/>
                <a:ext cx="638640" cy="121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288B98-332A-056E-4F39-481DC0FE7C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92915" y="2934380"/>
                  <a:ext cx="650880" cy="12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837472-CAC6-8AE4-F521-12E951666C3A}"/>
                    </a:ext>
                  </a:extLst>
                </p14:cNvPr>
                <p14:cNvContentPartPr/>
                <p14:nvPr/>
              </p14:nvContentPartPr>
              <p14:xfrm>
                <a:off x="3750595" y="2809100"/>
                <a:ext cx="92160" cy="90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837472-CAC6-8AE4-F521-12E951666C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744475" y="2802980"/>
                  <a:ext cx="104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EE83EF7-B3E0-E9E3-C488-A8E93EF49657}"/>
                    </a:ext>
                  </a:extLst>
                </p14:cNvPr>
                <p14:cNvContentPartPr/>
                <p14:nvPr/>
              </p14:nvContentPartPr>
              <p14:xfrm>
                <a:off x="3827995" y="3601460"/>
                <a:ext cx="119880" cy="144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EE83EF7-B3E0-E9E3-C488-A8E93EF496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21875" y="3595340"/>
                  <a:ext cx="1321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D580978-BE69-C02B-3E68-AD80A6F7C29B}"/>
                    </a:ext>
                  </a:extLst>
                </p14:cNvPr>
                <p14:cNvContentPartPr/>
                <p14:nvPr/>
              </p14:nvContentPartPr>
              <p14:xfrm>
                <a:off x="4190875" y="3138140"/>
                <a:ext cx="358560" cy="103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D580978-BE69-C02B-3E68-AD80A6F7C2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84755" y="3132020"/>
                  <a:ext cx="370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032F831-D81D-D02F-1527-4B37C799C193}"/>
                    </a:ext>
                  </a:extLst>
                </p14:cNvPr>
                <p14:cNvContentPartPr/>
                <p14:nvPr/>
              </p14:nvContentPartPr>
              <p14:xfrm>
                <a:off x="5570395" y="4430540"/>
                <a:ext cx="338040" cy="923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032F831-D81D-D02F-1527-4B37C799C19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64275" y="4424420"/>
                  <a:ext cx="350280" cy="9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49DABE6-1F52-D489-D8E9-85E30F0ECDEF}"/>
                    </a:ext>
                  </a:extLst>
                </p14:cNvPr>
                <p14:cNvContentPartPr/>
                <p14:nvPr/>
              </p14:nvContentPartPr>
              <p14:xfrm>
                <a:off x="4969195" y="5440700"/>
                <a:ext cx="77760" cy="633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49DABE6-1F52-D489-D8E9-85E30F0ECDE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963075" y="5434580"/>
                  <a:ext cx="900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6361850-D152-D036-6FAE-63936EE2BF23}"/>
                    </a:ext>
                  </a:extLst>
                </p14:cNvPr>
                <p14:cNvContentPartPr/>
                <p14:nvPr/>
              </p14:nvContentPartPr>
              <p14:xfrm>
                <a:off x="5217955" y="5652380"/>
                <a:ext cx="282240" cy="431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6361850-D152-D036-6FAE-63936EE2BF2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11835" y="5646260"/>
                  <a:ext cx="29448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4C85B85-AFB4-69D9-C605-C9A4F3537CCE}"/>
                    </a:ext>
                  </a:extLst>
                </p14:cNvPr>
                <p14:cNvContentPartPr/>
                <p14:nvPr/>
              </p14:nvContentPartPr>
              <p14:xfrm>
                <a:off x="5681275" y="5604500"/>
                <a:ext cx="29160" cy="640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4C85B85-AFB4-69D9-C605-C9A4F3537C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75155" y="5598380"/>
                  <a:ext cx="4140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28A82A5-DFEA-C434-6D41-BCA51B2F2E7A}"/>
                    </a:ext>
                  </a:extLst>
                </p14:cNvPr>
                <p14:cNvContentPartPr/>
                <p14:nvPr/>
              </p14:nvContentPartPr>
              <p14:xfrm>
                <a:off x="3822235" y="3853100"/>
                <a:ext cx="1881360" cy="6656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28A82A5-DFEA-C434-6D41-BCA51B2F2E7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16115" y="3846980"/>
                  <a:ext cx="189360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EC6E6B9-7DDE-9AD5-7FFA-7ACBE7F96402}"/>
                    </a:ext>
                  </a:extLst>
                </p14:cNvPr>
                <p14:cNvContentPartPr/>
                <p14:nvPr/>
              </p14:nvContentPartPr>
              <p14:xfrm>
                <a:off x="774835" y="4521980"/>
                <a:ext cx="612720" cy="1014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EC6E6B9-7DDE-9AD5-7FFA-7ACBE7F964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68715" y="4515860"/>
                  <a:ext cx="624960" cy="10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234B9DC-4C85-89FE-6F3D-D5CFC176AE02}"/>
                    </a:ext>
                  </a:extLst>
                </p14:cNvPr>
                <p14:cNvContentPartPr/>
                <p14:nvPr/>
              </p14:nvContentPartPr>
              <p14:xfrm>
                <a:off x="1342555" y="4725740"/>
                <a:ext cx="37800" cy="75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234B9DC-4C85-89FE-6F3D-D5CFC176AE0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36435" y="4719620"/>
                  <a:ext cx="50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0784F0-2BDF-20D5-753C-EF583F5EE790}"/>
                    </a:ext>
                  </a:extLst>
                </p14:cNvPr>
                <p14:cNvContentPartPr/>
                <p14:nvPr/>
              </p14:nvContentPartPr>
              <p14:xfrm>
                <a:off x="1441915" y="5029580"/>
                <a:ext cx="584640" cy="357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0784F0-2BDF-20D5-753C-EF583F5EE7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35795" y="5023460"/>
                  <a:ext cx="5968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7666431-AB8E-4EE9-551A-42ABAE4E482B}"/>
                    </a:ext>
                  </a:extLst>
                </p14:cNvPr>
                <p14:cNvContentPartPr/>
                <p14:nvPr/>
              </p14:nvContentPartPr>
              <p14:xfrm>
                <a:off x="2315635" y="4415060"/>
                <a:ext cx="584640" cy="1351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7666431-AB8E-4EE9-551A-42ABAE4E482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09515" y="4408940"/>
                  <a:ext cx="596880" cy="13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9AF3C46-D6C1-FF63-CC8E-5B1B25D01962}"/>
                    </a:ext>
                  </a:extLst>
                </p14:cNvPr>
                <p14:cNvContentPartPr/>
                <p14:nvPr/>
              </p14:nvContentPartPr>
              <p14:xfrm>
                <a:off x="3134635" y="4713140"/>
                <a:ext cx="28080" cy="9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9AF3C46-D6C1-FF63-CC8E-5B1B25D0196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28515" y="4707020"/>
                  <a:ext cx="40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C376019-280F-355C-D9B1-04CD9294CC95}"/>
                    </a:ext>
                  </a:extLst>
                </p14:cNvPr>
                <p14:cNvContentPartPr/>
                <p14:nvPr/>
              </p14:nvContentPartPr>
              <p14:xfrm>
                <a:off x="3040675" y="4621340"/>
                <a:ext cx="57960" cy="399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C376019-280F-355C-D9B1-04CD9294CC9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34555" y="4615220"/>
                  <a:ext cx="702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C8C0DCA-63C1-C845-4A3A-39EAE017B61F}"/>
                    </a:ext>
                  </a:extLst>
                </p14:cNvPr>
                <p14:cNvContentPartPr/>
                <p14:nvPr/>
              </p14:nvContentPartPr>
              <p14:xfrm>
                <a:off x="3136795" y="4459700"/>
                <a:ext cx="399240" cy="278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C8C0DCA-63C1-C845-4A3A-39EAE017B61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30675" y="4453580"/>
                  <a:ext cx="4114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59D3591-9D8D-A98F-C3CA-A32426A22CCD}"/>
                    </a:ext>
                  </a:extLst>
                </p14:cNvPr>
                <p14:cNvContentPartPr/>
                <p14:nvPr/>
              </p14:nvContentPartPr>
              <p14:xfrm>
                <a:off x="3443155" y="4500020"/>
                <a:ext cx="159480" cy="43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59D3591-9D8D-A98F-C3CA-A32426A22CC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37035" y="4493900"/>
                  <a:ext cx="171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7A2DC15-7E66-AC47-D4BE-4E136A6D4BC6}"/>
                    </a:ext>
                  </a:extLst>
                </p14:cNvPr>
                <p14:cNvContentPartPr/>
                <p14:nvPr/>
              </p14:nvContentPartPr>
              <p14:xfrm>
                <a:off x="4826635" y="3218780"/>
                <a:ext cx="501840" cy="1551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7A2DC15-7E66-AC47-D4BE-4E136A6D4BC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20515" y="3212660"/>
                  <a:ext cx="514080" cy="15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C7836EF-907E-627A-9435-D07C7421159C}"/>
                    </a:ext>
                  </a:extLst>
                </p14:cNvPr>
                <p14:cNvContentPartPr/>
                <p14:nvPr/>
              </p14:nvContentPartPr>
              <p14:xfrm>
                <a:off x="5853715" y="3594620"/>
                <a:ext cx="25560" cy="658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C7836EF-907E-627A-9435-D07C742115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47595" y="3588500"/>
                  <a:ext cx="3780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533015-B40F-FF05-D545-59B7006B94DA}"/>
                    </a:ext>
                  </a:extLst>
                </p14:cNvPr>
                <p14:cNvContentPartPr/>
                <p14:nvPr/>
              </p14:nvContentPartPr>
              <p14:xfrm>
                <a:off x="6179155" y="4023380"/>
                <a:ext cx="212760" cy="194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533015-B40F-FF05-D545-59B7006B94D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73035" y="4017260"/>
                  <a:ext cx="2250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F228EF-55D3-7655-1830-1B07E20A5A8D}"/>
                    </a:ext>
                  </a:extLst>
                </p14:cNvPr>
                <p14:cNvContentPartPr/>
                <p14:nvPr/>
              </p14:nvContentPartPr>
              <p14:xfrm>
                <a:off x="5786035" y="4155860"/>
                <a:ext cx="151200" cy="78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F228EF-55D3-7655-1830-1B07E20A5A8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779915" y="4149740"/>
                  <a:ext cx="163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6B88091-0E3E-D553-61CE-AAE2B83B4AB1}"/>
                    </a:ext>
                  </a:extLst>
                </p14:cNvPr>
                <p14:cNvContentPartPr/>
                <p14:nvPr/>
              </p14:nvContentPartPr>
              <p14:xfrm>
                <a:off x="5624395" y="4233980"/>
                <a:ext cx="83520" cy="102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6B88091-0E3E-D553-61CE-AAE2B83B4A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18275" y="4227860"/>
                  <a:ext cx="95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310F2EA-AD32-46E7-BABB-7C1F28E2B3E3}"/>
                    </a:ext>
                  </a:extLst>
                </p14:cNvPr>
                <p14:cNvContentPartPr/>
                <p14:nvPr/>
              </p14:nvContentPartPr>
              <p14:xfrm>
                <a:off x="3241195" y="5263580"/>
                <a:ext cx="526680" cy="551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310F2EA-AD32-46E7-BABB-7C1F28E2B3E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35075" y="5257460"/>
                  <a:ext cx="538920" cy="5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D2400F6-CE1F-E4EA-D4B9-ECFF9115F36C}"/>
                    </a:ext>
                  </a:extLst>
                </p14:cNvPr>
                <p14:cNvContentPartPr/>
                <p14:nvPr/>
              </p14:nvContentPartPr>
              <p14:xfrm>
                <a:off x="3325075" y="5288780"/>
                <a:ext cx="528840" cy="7642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D2400F6-CE1F-E4EA-D4B9-ECFF9115F3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18955" y="5282660"/>
                  <a:ext cx="54108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D703DB-1D5B-43EE-A1FA-7F7A6A941D3C}"/>
                    </a:ext>
                  </a:extLst>
                </p14:cNvPr>
                <p14:cNvContentPartPr/>
                <p14:nvPr/>
              </p14:nvContentPartPr>
              <p14:xfrm>
                <a:off x="4028155" y="5080700"/>
                <a:ext cx="408960" cy="714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D703DB-1D5B-43EE-A1FA-7F7A6A941D3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22035" y="5074580"/>
                  <a:ext cx="421200" cy="72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AB42C61-2875-7A73-AA8B-1AE586A20900}"/>
                    </a:ext>
                  </a:extLst>
                </p14:cNvPr>
                <p14:cNvContentPartPr/>
                <p14:nvPr/>
              </p14:nvContentPartPr>
              <p14:xfrm>
                <a:off x="4402555" y="5113460"/>
                <a:ext cx="391320" cy="736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AB42C61-2875-7A73-AA8B-1AE586A2090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96435" y="5107340"/>
                  <a:ext cx="40356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916D75-869A-BE03-B53D-E605762F6728}"/>
                    </a:ext>
                  </a:extLst>
                </p14:cNvPr>
                <p14:cNvContentPartPr/>
                <p14:nvPr/>
              </p14:nvContentPartPr>
              <p14:xfrm>
                <a:off x="4749235" y="5066300"/>
                <a:ext cx="377640" cy="193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916D75-869A-BE03-B53D-E605762F672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43115" y="5060180"/>
                  <a:ext cx="3898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087357A-28A3-36AC-FD98-8D9C7EA4C8F8}"/>
                    </a:ext>
                  </a:extLst>
                </p14:cNvPr>
                <p14:cNvContentPartPr/>
                <p14:nvPr/>
              </p14:nvContentPartPr>
              <p14:xfrm>
                <a:off x="2885875" y="5456180"/>
                <a:ext cx="2088720" cy="761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087357A-28A3-36AC-FD98-8D9C7EA4C8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879755" y="5450060"/>
                  <a:ext cx="210096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BA4BD3C-ABF1-8A6D-5A02-2A118CCD99D6}"/>
                    </a:ext>
                  </a:extLst>
                </p14:cNvPr>
                <p14:cNvContentPartPr/>
                <p14:nvPr/>
              </p14:nvContentPartPr>
              <p14:xfrm>
                <a:off x="5788555" y="4172060"/>
                <a:ext cx="12240" cy="10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BA4BD3C-ABF1-8A6D-5A02-2A118CCD99D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82435" y="4165940"/>
                  <a:ext cx="24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B021399-E7F9-467C-FB15-E909A2354506}"/>
                    </a:ext>
                  </a:extLst>
                </p14:cNvPr>
                <p14:cNvContentPartPr/>
                <p14:nvPr/>
              </p14:nvContentPartPr>
              <p14:xfrm>
                <a:off x="4743115" y="5229380"/>
                <a:ext cx="1393560" cy="1230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B021399-E7F9-467C-FB15-E909A23545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36995" y="5223260"/>
                  <a:ext cx="1405800" cy="12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24E004-4C0F-B40D-6461-D3EB473E1A05}"/>
                    </a:ext>
                  </a:extLst>
                </p14:cNvPr>
                <p14:cNvContentPartPr/>
                <p14:nvPr/>
              </p14:nvContentPartPr>
              <p14:xfrm>
                <a:off x="5705395" y="5837060"/>
                <a:ext cx="17280" cy="198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24E004-4C0F-B40D-6461-D3EB473E1A0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99275" y="5830940"/>
                  <a:ext cx="29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A37C17-574A-0328-A55D-21963ABCCBC9}"/>
                    </a:ext>
                  </a:extLst>
                </p14:cNvPr>
                <p14:cNvContentPartPr/>
                <p14:nvPr/>
              </p14:nvContentPartPr>
              <p14:xfrm>
                <a:off x="3728995" y="5792420"/>
                <a:ext cx="451440" cy="204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A37C17-574A-0328-A55D-21963ABCCBC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722875" y="5786300"/>
                  <a:ext cx="463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F3E7DFB-D9E3-4420-AB93-6D64983CE14D}"/>
                    </a:ext>
                  </a:extLst>
                </p14:cNvPr>
                <p14:cNvContentPartPr/>
                <p14:nvPr/>
              </p14:nvContentPartPr>
              <p14:xfrm>
                <a:off x="3891715" y="5884580"/>
                <a:ext cx="396000" cy="147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F3E7DFB-D9E3-4420-AB93-6D64983CE14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85595" y="5878460"/>
                  <a:ext cx="408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A90B140-4604-67E2-FBE0-43D0DF7AF0C6}"/>
                    </a:ext>
                  </a:extLst>
                </p14:cNvPr>
                <p14:cNvContentPartPr/>
                <p14:nvPr/>
              </p14:nvContentPartPr>
              <p14:xfrm>
                <a:off x="7097155" y="4233980"/>
                <a:ext cx="708840" cy="1089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A90B140-4604-67E2-FBE0-43D0DF7AF0C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91035" y="4227860"/>
                  <a:ext cx="721080" cy="11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566470F-470E-0A27-752B-7F919442C36E}"/>
                    </a:ext>
                  </a:extLst>
                </p14:cNvPr>
                <p14:cNvContentPartPr/>
                <p14:nvPr/>
              </p14:nvContentPartPr>
              <p14:xfrm>
                <a:off x="7411435" y="5669660"/>
                <a:ext cx="148680" cy="316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566470F-470E-0A27-752B-7F919442C36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405315" y="5663540"/>
                  <a:ext cx="1609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843876C-1C6F-B132-4351-6BFACDE5275E}"/>
                    </a:ext>
                  </a:extLst>
                </p14:cNvPr>
                <p14:cNvContentPartPr/>
                <p14:nvPr/>
              </p14:nvContentPartPr>
              <p14:xfrm>
                <a:off x="7928755" y="5500460"/>
                <a:ext cx="194760" cy="4381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843876C-1C6F-B132-4351-6BFACDE5275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22635" y="5494340"/>
                  <a:ext cx="20700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48D3D9D-1CBA-AD38-4EAB-AAC6E0DBCD3C}"/>
                    </a:ext>
                  </a:extLst>
                </p14:cNvPr>
                <p14:cNvContentPartPr/>
                <p14:nvPr/>
              </p14:nvContentPartPr>
              <p14:xfrm>
                <a:off x="8141515" y="5333420"/>
                <a:ext cx="292680" cy="587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48D3D9D-1CBA-AD38-4EAB-AAC6E0DBCD3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35395" y="5327300"/>
                  <a:ext cx="3049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580570-7B4F-A0C7-886F-B52D23635BA1}"/>
                    </a:ext>
                  </a:extLst>
                </p14:cNvPr>
                <p14:cNvContentPartPr/>
                <p14:nvPr/>
              </p14:nvContentPartPr>
              <p14:xfrm>
                <a:off x="8367595" y="5271500"/>
                <a:ext cx="477720" cy="176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580570-7B4F-A0C7-886F-B52D23635BA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61475" y="5265380"/>
                  <a:ext cx="489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6D17C84-38D1-62F7-776B-173E9E5C1773}"/>
                    </a:ext>
                  </a:extLst>
                </p14:cNvPr>
                <p14:cNvContentPartPr/>
                <p14:nvPr/>
              </p14:nvContentPartPr>
              <p14:xfrm>
                <a:off x="5250715" y="6028940"/>
                <a:ext cx="24480" cy="47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6D17C84-38D1-62F7-776B-173E9E5C177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44595" y="6022820"/>
                  <a:ext cx="3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9342916-3656-E76C-42B5-1C2A31DD9E2F}"/>
                    </a:ext>
                  </a:extLst>
                </p14:cNvPr>
                <p14:cNvContentPartPr/>
                <p14:nvPr/>
              </p14:nvContentPartPr>
              <p14:xfrm>
                <a:off x="3772195" y="5864060"/>
                <a:ext cx="105120" cy="21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9342916-3656-E76C-42B5-1C2A31DD9E2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66075" y="5857940"/>
                  <a:ext cx="11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33988B7-E9D4-8427-7EBF-05E50D3F77D2}"/>
                    </a:ext>
                  </a:extLst>
                </p14:cNvPr>
                <p14:cNvContentPartPr/>
                <p14:nvPr/>
              </p14:nvContentPartPr>
              <p14:xfrm>
                <a:off x="5840395" y="4369700"/>
                <a:ext cx="109800" cy="55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33988B7-E9D4-8427-7EBF-05E50D3F77D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34275" y="4363580"/>
                  <a:ext cx="12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D8FC2D7-4C8A-717B-4A50-F33A34A26666}"/>
                    </a:ext>
                  </a:extLst>
                </p14:cNvPr>
                <p14:cNvContentPartPr/>
                <p14:nvPr/>
              </p14:nvContentPartPr>
              <p14:xfrm>
                <a:off x="8534995" y="3981260"/>
                <a:ext cx="1309680" cy="1350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D8FC2D7-4C8A-717B-4A50-F33A34A2666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528875" y="3975140"/>
                  <a:ext cx="1321920" cy="13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8F012D6-3708-069D-F300-CDF83849290D}"/>
                    </a:ext>
                  </a:extLst>
                </p14:cNvPr>
                <p14:cNvContentPartPr/>
                <p14:nvPr/>
              </p14:nvContentPartPr>
              <p14:xfrm>
                <a:off x="9743515" y="5574260"/>
                <a:ext cx="48600" cy="395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8F012D6-3708-069D-F300-CDF83849290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37395" y="5568140"/>
                  <a:ext cx="608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AB90F09-0D9D-BED4-7CF7-10B161E00721}"/>
                    </a:ext>
                  </a:extLst>
                </p14:cNvPr>
                <p14:cNvContentPartPr/>
                <p14:nvPr/>
              </p14:nvContentPartPr>
              <p14:xfrm>
                <a:off x="10104595" y="5522780"/>
                <a:ext cx="289440" cy="4543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AB90F09-0D9D-BED4-7CF7-10B161E0072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098475" y="5516660"/>
                  <a:ext cx="3016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39340EA-5A48-D0DE-13FA-2087D17DD922}"/>
                    </a:ext>
                  </a:extLst>
                </p14:cNvPr>
                <p14:cNvContentPartPr/>
                <p14:nvPr/>
              </p14:nvContentPartPr>
              <p14:xfrm>
                <a:off x="10531915" y="5335940"/>
                <a:ext cx="235440" cy="567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39340EA-5A48-D0DE-13FA-2087D17DD92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25795" y="5329820"/>
                  <a:ext cx="2476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7C5E3BF-D584-B531-851C-E7184D1B2026}"/>
                    </a:ext>
                  </a:extLst>
                </p14:cNvPr>
                <p14:cNvContentPartPr/>
                <p14:nvPr/>
              </p14:nvContentPartPr>
              <p14:xfrm>
                <a:off x="10836115" y="6181940"/>
                <a:ext cx="57600" cy="230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7C5E3BF-D584-B531-851C-E7184D1B20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829995" y="6175820"/>
                  <a:ext cx="69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2EECA5C-0C36-48DF-9A3B-D8FBDB36FA82}"/>
                    </a:ext>
                  </a:extLst>
                </p14:cNvPr>
                <p14:cNvContentPartPr/>
                <p14:nvPr/>
              </p14:nvContentPartPr>
              <p14:xfrm>
                <a:off x="9923155" y="3880100"/>
                <a:ext cx="1371240" cy="5562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2EECA5C-0C36-48DF-9A3B-D8FBDB36FA8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917035" y="3873980"/>
                  <a:ext cx="13834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0A1BECA-39B5-9E6E-012A-49D24EB52D40}"/>
                    </a:ext>
                  </a:extLst>
                </p14:cNvPr>
                <p14:cNvContentPartPr/>
                <p14:nvPr/>
              </p14:nvContentPartPr>
              <p14:xfrm>
                <a:off x="11161915" y="4620260"/>
                <a:ext cx="73800" cy="361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0A1BECA-39B5-9E6E-012A-49D24EB52D4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155795" y="4614140"/>
                  <a:ext cx="860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E6D3EC7-8824-E1BC-FEB2-70B2A1186309}"/>
                    </a:ext>
                  </a:extLst>
                </p14:cNvPr>
                <p14:cNvContentPartPr/>
                <p14:nvPr/>
              </p14:nvContentPartPr>
              <p14:xfrm>
                <a:off x="11366395" y="4608380"/>
                <a:ext cx="46440" cy="276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E6D3EC7-8824-E1BC-FEB2-70B2A118630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360275" y="4602260"/>
                  <a:ext cx="586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EC39835-735D-8A04-24A5-649522438731}"/>
                    </a:ext>
                  </a:extLst>
                </p14:cNvPr>
                <p14:cNvContentPartPr/>
                <p14:nvPr/>
              </p14:nvContentPartPr>
              <p14:xfrm>
                <a:off x="11461795" y="4438820"/>
                <a:ext cx="296640" cy="453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EC39835-735D-8A04-24A5-64952243873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455675" y="4432700"/>
                  <a:ext cx="3088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62ECF2B-31AD-3456-2475-3EF51555324B}"/>
                    </a:ext>
                  </a:extLst>
                </p14:cNvPr>
                <p14:cNvContentPartPr/>
                <p14:nvPr/>
              </p14:nvContentPartPr>
              <p14:xfrm>
                <a:off x="11083075" y="5006180"/>
                <a:ext cx="727560" cy="1321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62ECF2B-31AD-3456-2475-3EF51555324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076955" y="5000060"/>
                  <a:ext cx="739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88C595-4796-EDC2-C5FA-5BBDF5737648}"/>
                    </a:ext>
                  </a:extLst>
                </p14:cNvPr>
                <p14:cNvContentPartPr/>
                <p14:nvPr/>
              </p14:nvContentPartPr>
              <p14:xfrm>
                <a:off x="10841515" y="4642580"/>
                <a:ext cx="54000" cy="372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88C595-4796-EDC2-C5FA-5BBDF573764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35395" y="4636460"/>
                  <a:ext cx="662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0F5F423-95AD-4891-F8F0-CBF817B179D0}"/>
                    </a:ext>
                  </a:extLst>
                </p14:cNvPr>
                <p14:cNvContentPartPr/>
                <p14:nvPr/>
              </p14:nvContentPartPr>
              <p14:xfrm>
                <a:off x="10984435" y="4202660"/>
                <a:ext cx="1052640" cy="8456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0F5F423-95AD-4891-F8F0-CBF817B179D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978315" y="4196540"/>
                  <a:ext cx="106488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E94B682-70B6-4220-C80B-B316752EFD45}"/>
                    </a:ext>
                  </a:extLst>
                </p14:cNvPr>
                <p14:cNvContentPartPr/>
                <p14:nvPr/>
              </p14:nvContentPartPr>
              <p14:xfrm>
                <a:off x="10568275" y="5170700"/>
                <a:ext cx="513720" cy="344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E94B682-70B6-4220-C80B-B316752EFD4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62155" y="5164580"/>
                  <a:ext cx="52596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131A10-FC08-A344-D4E7-9B51E5145261}"/>
                    </a:ext>
                  </a:extLst>
                </p14:cNvPr>
                <p14:cNvContentPartPr/>
                <p14:nvPr/>
              </p14:nvContentPartPr>
              <p14:xfrm>
                <a:off x="8736595" y="5673980"/>
                <a:ext cx="908280" cy="91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131A10-FC08-A344-D4E7-9B51E514526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30475" y="5667860"/>
                  <a:ext cx="920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8AE6FDD-4EA9-F951-FCB7-3CB4AC02C003}"/>
                    </a:ext>
                  </a:extLst>
                </p14:cNvPr>
                <p14:cNvContentPartPr/>
                <p14:nvPr/>
              </p14:nvContentPartPr>
              <p14:xfrm>
                <a:off x="9362635" y="5470220"/>
                <a:ext cx="201240" cy="4615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8AE6FDD-4EA9-F951-FCB7-3CB4AC02C0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356515" y="5464100"/>
                  <a:ext cx="2134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98CA37D-FE15-D245-4B8A-4E7D99A60368}"/>
                    </a:ext>
                  </a:extLst>
                </p14:cNvPr>
                <p14:cNvContentPartPr/>
                <p14:nvPr/>
              </p14:nvContentPartPr>
              <p14:xfrm>
                <a:off x="6188875" y="5833820"/>
                <a:ext cx="965160" cy="68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98CA37D-FE15-D245-4B8A-4E7D99A6036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82755" y="5827700"/>
                  <a:ext cx="9774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3874F81-1B9A-1409-8E51-D868D9E34F6F}"/>
                    </a:ext>
                  </a:extLst>
                </p14:cNvPr>
                <p14:cNvContentPartPr/>
                <p14:nvPr/>
              </p14:nvContentPartPr>
              <p14:xfrm>
                <a:off x="6952075" y="5553740"/>
                <a:ext cx="366840" cy="663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3874F81-1B9A-1409-8E51-D868D9E34F6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45955" y="5547620"/>
                  <a:ext cx="379080" cy="675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6341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657E001-BF15-926D-1893-D4115616D5F1}"/>
              </a:ext>
            </a:extLst>
          </p:cNvPr>
          <p:cNvGrpSpPr/>
          <p:nvPr/>
        </p:nvGrpSpPr>
        <p:grpSpPr>
          <a:xfrm>
            <a:off x="132595" y="78860"/>
            <a:ext cx="12034800" cy="5314680"/>
            <a:chOff x="132595" y="78860"/>
            <a:chExt cx="12034800" cy="531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1711987-4133-29FD-CBA7-555F0F59A546}"/>
                    </a:ext>
                  </a:extLst>
                </p14:cNvPr>
                <p14:cNvContentPartPr/>
                <p14:nvPr/>
              </p14:nvContentPartPr>
              <p14:xfrm>
                <a:off x="9532555" y="1513460"/>
                <a:ext cx="131760" cy="163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1711987-4133-29FD-CBA7-555F0F59A54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26435" y="1507340"/>
                  <a:ext cx="1440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5A0BA04-BA96-932B-9667-D90E5D1CEA70}"/>
                    </a:ext>
                  </a:extLst>
                </p14:cNvPr>
                <p14:cNvContentPartPr/>
                <p14:nvPr/>
              </p14:nvContentPartPr>
              <p14:xfrm>
                <a:off x="1273795" y="1183340"/>
                <a:ext cx="37080" cy="563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5A0BA04-BA96-932B-9667-D90E5D1CEA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7675" y="1177220"/>
                  <a:ext cx="4932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D5F964-2503-07A5-D14F-44A0484381FC}"/>
                    </a:ext>
                  </a:extLst>
                </p14:cNvPr>
                <p14:cNvContentPartPr/>
                <p14:nvPr/>
              </p14:nvContentPartPr>
              <p14:xfrm>
                <a:off x="857995" y="1158500"/>
                <a:ext cx="32760" cy="651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D5F964-2503-07A5-D14F-44A0484381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1875" y="1152380"/>
                  <a:ext cx="450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9DC98B-83AD-9252-773C-EC752213991C}"/>
                    </a:ext>
                  </a:extLst>
                </p14:cNvPr>
                <p14:cNvContentPartPr/>
                <p14:nvPr/>
              </p14:nvContentPartPr>
              <p14:xfrm>
                <a:off x="663955" y="870500"/>
                <a:ext cx="1143360" cy="1073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9DC98B-83AD-9252-773C-EC75221399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7835" y="864380"/>
                  <a:ext cx="115560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5CEC54-1A48-D2CF-760F-251DE847B935}"/>
                    </a:ext>
                  </a:extLst>
                </p14:cNvPr>
                <p14:cNvContentPartPr/>
                <p14:nvPr/>
              </p14:nvContentPartPr>
              <p14:xfrm>
                <a:off x="132595" y="156980"/>
                <a:ext cx="651240" cy="2558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5CEC54-1A48-D2CF-760F-251DE847B93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475" y="150860"/>
                  <a:ext cx="663480" cy="25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03EFB8E-A3A3-DC7F-5EDD-E1AB9A118689}"/>
                    </a:ext>
                  </a:extLst>
                </p14:cNvPr>
                <p14:cNvContentPartPr/>
                <p14:nvPr/>
              </p14:nvContentPartPr>
              <p14:xfrm>
                <a:off x="2037355" y="1911620"/>
                <a:ext cx="182520" cy="18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03EFB8E-A3A3-DC7F-5EDD-E1AB9A11868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31235" y="1905500"/>
                  <a:ext cx="194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0BA8FE-A1BC-95AF-DE7C-33DCDDCA3802}"/>
                    </a:ext>
                  </a:extLst>
                </p14:cNvPr>
                <p14:cNvContentPartPr/>
                <p14:nvPr/>
              </p14:nvContentPartPr>
              <p14:xfrm>
                <a:off x="6382915" y="1410140"/>
                <a:ext cx="136440" cy="209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0BA8FE-A1BC-95AF-DE7C-33DCDDCA380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76795" y="1404020"/>
                  <a:ext cx="1486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CA83F3D-BD99-D3A3-4E7A-FD544715D980}"/>
                    </a:ext>
                  </a:extLst>
                </p14:cNvPr>
                <p14:cNvContentPartPr/>
                <p14:nvPr/>
              </p14:nvContentPartPr>
              <p14:xfrm>
                <a:off x="3799555" y="955820"/>
                <a:ext cx="458280" cy="516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CA83F3D-BD99-D3A3-4E7A-FD544715D98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93435" y="949700"/>
                  <a:ext cx="4705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01319C-0164-45A2-3024-4E320C2DFD13}"/>
                    </a:ext>
                  </a:extLst>
                </p14:cNvPr>
                <p14:cNvContentPartPr/>
                <p14:nvPr/>
              </p14:nvContentPartPr>
              <p14:xfrm>
                <a:off x="3302035" y="1000100"/>
                <a:ext cx="19800" cy="614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01319C-0164-45A2-3024-4E320C2DFD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5915" y="993980"/>
                  <a:ext cx="3204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52B620D-0FC7-B8A9-5734-9AC0AD696CFC}"/>
                    </a:ext>
                  </a:extLst>
                </p14:cNvPr>
                <p14:cNvContentPartPr/>
                <p14:nvPr/>
              </p14:nvContentPartPr>
              <p14:xfrm>
                <a:off x="3075595" y="512660"/>
                <a:ext cx="1642320" cy="139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52B620D-0FC7-B8A9-5734-9AC0AD696C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69475" y="506540"/>
                  <a:ext cx="1654560" cy="14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F03270C-E452-56B6-7406-CCD5E1342DE8}"/>
                    </a:ext>
                  </a:extLst>
                </p14:cNvPr>
                <p14:cNvContentPartPr/>
                <p14:nvPr/>
              </p14:nvContentPartPr>
              <p14:xfrm>
                <a:off x="7469395" y="685820"/>
                <a:ext cx="569160" cy="613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F03270C-E452-56B6-7406-CCD5E1342D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63275" y="679700"/>
                  <a:ext cx="58140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B68FEB8-D05A-8CBB-52AC-EC73DEA164DD}"/>
                    </a:ext>
                  </a:extLst>
                </p14:cNvPr>
                <p14:cNvContentPartPr/>
                <p14:nvPr/>
              </p14:nvContentPartPr>
              <p14:xfrm>
                <a:off x="7129555" y="774740"/>
                <a:ext cx="40680" cy="64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B68FEB8-D05A-8CBB-52AC-EC73DEA164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23435" y="768620"/>
                  <a:ext cx="52920" cy="6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0D3EFB-C6B8-F612-E591-B566B17ACEB7}"/>
                    </a:ext>
                  </a:extLst>
                </p14:cNvPr>
                <p14:cNvContentPartPr/>
                <p14:nvPr/>
              </p14:nvContentPartPr>
              <p14:xfrm>
                <a:off x="7014715" y="335900"/>
                <a:ext cx="1621080" cy="1299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0D3EFB-C6B8-F612-E591-B566B17ACE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08595" y="329780"/>
                  <a:ext cx="1633320" cy="13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1D5857-402E-B9B5-2758-C1C78F50E25C}"/>
                    </a:ext>
                  </a:extLst>
                </p14:cNvPr>
                <p14:cNvContentPartPr/>
                <p14:nvPr/>
              </p14:nvContentPartPr>
              <p14:xfrm>
                <a:off x="4742035" y="1058780"/>
                <a:ext cx="1929600" cy="14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1D5857-402E-B9B5-2758-C1C78F50E25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35915" y="1052660"/>
                  <a:ext cx="1941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41C5801-B2E6-80BA-584F-F0B119299F52}"/>
                    </a:ext>
                  </a:extLst>
                </p14:cNvPr>
                <p14:cNvContentPartPr/>
                <p14:nvPr/>
              </p14:nvContentPartPr>
              <p14:xfrm>
                <a:off x="6332155" y="754580"/>
                <a:ext cx="587160" cy="836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41C5801-B2E6-80BA-584F-F0B119299F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26035" y="748460"/>
                  <a:ext cx="599400" cy="84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87DA0B-46E0-C483-2B19-6ED010598F3A}"/>
                    </a:ext>
                  </a:extLst>
                </p14:cNvPr>
                <p14:cNvContentPartPr/>
                <p14:nvPr/>
              </p14:nvContentPartPr>
              <p14:xfrm>
                <a:off x="6838675" y="1252820"/>
                <a:ext cx="51120" cy="53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87DA0B-46E0-C483-2B19-6ED010598F3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32555" y="1246700"/>
                  <a:ext cx="633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CD02622-5776-142D-6E17-AF5DD9A5EE74}"/>
                    </a:ext>
                  </a:extLst>
                </p14:cNvPr>
                <p14:cNvContentPartPr/>
                <p14:nvPr/>
              </p14:nvContentPartPr>
              <p14:xfrm>
                <a:off x="1883995" y="1312580"/>
                <a:ext cx="1428120" cy="168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CD02622-5776-142D-6E17-AF5DD9A5EE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77875" y="1306460"/>
                  <a:ext cx="14403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07E230-CDD3-9016-7E46-AFFFE29FE5C4}"/>
                    </a:ext>
                  </a:extLst>
                </p14:cNvPr>
                <p14:cNvContentPartPr/>
                <p14:nvPr/>
              </p14:nvContentPartPr>
              <p14:xfrm>
                <a:off x="1797595" y="1207100"/>
                <a:ext cx="660960" cy="401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07E230-CDD3-9016-7E46-AFFFE29FE5C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1475" y="1200980"/>
                  <a:ext cx="6732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2A913E-AC66-9431-FC5A-5845A89884B0}"/>
                    </a:ext>
                  </a:extLst>
                </p14:cNvPr>
                <p14:cNvContentPartPr/>
                <p14:nvPr/>
              </p14:nvContentPartPr>
              <p14:xfrm>
                <a:off x="2501395" y="1592660"/>
                <a:ext cx="46080" cy="46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2A913E-AC66-9431-FC5A-5845A89884B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95275" y="1586540"/>
                  <a:ext cx="583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B787237-AD1F-6103-D68D-9EF5797054F6}"/>
                    </a:ext>
                  </a:extLst>
                </p14:cNvPr>
                <p14:cNvContentPartPr/>
                <p14:nvPr/>
              </p14:nvContentPartPr>
              <p14:xfrm>
                <a:off x="1381795" y="1974260"/>
                <a:ext cx="12600" cy="52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B787237-AD1F-6103-D68D-9EF5797054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75675" y="1968140"/>
                  <a:ext cx="24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5093D90-0316-23CF-0468-1AB5BD9F4CC4}"/>
                    </a:ext>
                  </a:extLst>
                </p14:cNvPr>
                <p14:cNvContentPartPr/>
                <p14:nvPr/>
              </p14:nvContentPartPr>
              <p14:xfrm>
                <a:off x="1286035" y="1978940"/>
                <a:ext cx="52200" cy="313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5093D90-0316-23CF-0468-1AB5BD9F4C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79915" y="1972820"/>
                  <a:ext cx="644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232054-50BC-2CAB-8436-B1337F64BB7F}"/>
                    </a:ext>
                  </a:extLst>
                </p14:cNvPr>
                <p14:cNvContentPartPr/>
                <p14:nvPr/>
              </p14:nvContentPartPr>
              <p14:xfrm>
                <a:off x="776995" y="1558820"/>
                <a:ext cx="46080" cy="51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232054-50BC-2CAB-8436-B1337F64BB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0875" y="1552700"/>
                  <a:ext cx="58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ADE285-0630-954B-9831-F8BDC28CCD80}"/>
                    </a:ext>
                  </a:extLst>
                </p14:cNvPr>
                <p14:cNvContentPartPr/>
                <p14:nvPr/>
              </p14:nvContentPartPr>
              <p14:xfrm>
                <a:off x="246715" y="1526780"/>
                <a:ext cx="551520" cy="13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ADE285-0630-954B-9831-F8BDC28CCD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0595" y="1520660"/>
                  <a:ext cx="563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E471ECD-B960-F071-5960-776398DC8FD0}"/>
                    </a:ext>
                  </a:extLst>
                </p14:cNvPr>
                <p14:cNvContentPartPr/>
                <p14:nvPr/>
              </p14:nvContentPartPr>
              <p14:xfrm>
                <a:off x="201355" y="1428860"/>
                <a:ext cx="498960" cy="26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E471ECD-B960-F071-5960-776398DC8F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5235" y="1422740"/>
                  <a:ext cx="5112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ADDEFB-742E-45AD-B9D8-9D80A6545CEB}"/>
                    </a:ext>
                  </a:extLst>
                </p14:cNvPr>
                <p14:cNvContentPartPr/>
                <p14:nvPr/>
              </p14:nvContentPartPr>
              <p14:xfrm>
                <a:off x="481795" y="1265780"/>
                <a:ext cx="200520" cy="144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ADDEFB-742E-45AD-B9D8-9D80A6545CE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5675" y="1259660"/>
                  <a:ext cx="212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7754A4-8CAB-8833-E460-A6DFF9D26B21}"/>
                    </a:ext>
                  </a:extLst>
                </p14:cNvPr>
                <p14:cNvContentPartPr/>
                <p14:nvPr/>
              </p14:nvContentPartPr>
              <p14:xfrm>
                <a:off x="423835" y="1158500"/>
                <a:ext cx="211320" cy="395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7754A4-8CAB-8833-E460-A6DFF9D26B2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7715" y="1152380"/>
                  <a:ext cx="2235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B1C879-5D15-A18D-7D54-D547D0278290}"/>
                    </a:ext>
                  </a:extLst>
                </p14:cNvPr>
                <p14:cNvContentPartPr/>
                <p14:nvPr/>
              </p14:nvContentPartPr>
              <p14:xfrm>
                <a:off x="10576915" y="634340"/>
                <a:ext cx="255600" cy="398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B1C879-5D15-A18D-7D54-D547D027829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70795" y="628220"/>
                  <a:ext cx="2678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405CD6-A3E5-5A0F-EAE2-9218DDCD2DC0}"/>
                    </a:ext>
                  </a:extLst>
                </p14:cNvPr>
                <p14:cNvContentPartPr/>
                <p14:nvPr/>
              </p14:nvContentPartPr>
              <p14:xfrm>
                <a:off x="11081635" y="808940"/>
                <a:ext cx="25560" cy="512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405CD6-A3E5-5A0F-EAE2-9218DDCD2DC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075515" y="802820"/>
                  <a:ext cx="378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A593D3-20E2-F99C-3667-BDE696CA4FC6}"/>
                    </a:ext>
                  </a:extLst>
                </p14:cNvPr>
                <p14:cNvContentPartPr/>
                <p14:nvPr/>
              </p14:nvContentPartPr>
              <p14:xfrm>
                <a:off x="10301155" y="528140"/>
                <a:ext cx="156600" cy="993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A593D3-20E2-F99C-3667-BDE696CA4F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295035" y="522020"/>
                  <a:ext cx="168840" cy="10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12B427-174B-139C-0A44-6B69C50D43B6}"/>
                    </a:ext>
                  </a:extLst>
                </p14:cNvPr>
                <p14:cNvContentPartPr/>
                <p14:nvPr/>
              </p14:nvContentPartPr>
              <p14:xfrm>
                <a:off x="10500595" y="200540"/>
                <a:ext cx="1136880" cy="1562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12B427-174B-139C-0A44-6B69C50D43B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94475" y="194420"/>
                  <a:ext cx="1149120" cy="15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8A689D2-2F6C-95EF-E675-DC2558EC15AD}"/>
                    </a:ext>
                  </a:extLst>
                </p14:cNvPr>
                <p14:cNvContentPartPr/>
                <p14:nvPr/>
              </p14:nvContentPartPr>
              <p14:xfrm>
                <a:off x="11272435" y="78860"/>
                <a:ext cx="713880" cy="216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8A689D2-2F6C-95EF-E675-DC2558EC15A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66315" y="72740"/>
                  <a:ext cx="726120" cy="21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DB08BD-A61E-C334-2C47-A2D423EC60BD}"/>
                    </a:ext>
                  </a:extLst>
                </p14:cNvPr>
                <p14:cNvContentPartPr/>
                <p14:nvPr/>
              </p14:nvContentPartPr>
              <p14:xfrm>
                <a:off x="10628395" y="937820"/>
                <a:ext cx="618480" cy="39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DB08BD-A61E-C334-2C47-A2D423EC60B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22275" y="931700"/>
                  <a:ext cx="6307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8DE50BD-C14D-570C-39C6-5F892C098F79}"/>
                    </a:ext>
                  </a:extLst>
                </p14:cNvPr>
                <p14:cNvContentPartPr/>
                <p14:nvPr/>
              </p14:nvContentPartPr>
              <p14:xfrm>
                <a:off x="11027635" y="728660"/>
                <a:ext cx="49320" cy="381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8DE50BD-C14D-570C-39C6-5F892C098F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21515" y="722540"/>
                  <a:ext cx="615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59DE31-41D8-2088-E0BF-848D5FB3D87C}"/>
                    </a:ext>
                  </a:extLst>
                </p14:cNvPr>
                <p14:cNvContentPartPr/>
                <p14:nvPr/>
              </p14:nvContentPartPr>
              <p14:xfrm>
                <a:off x="11205115" y="1090100"/>
                <a:ext cx="20880" cy="45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59DE31-41D8-2088-E0BF-848D5FB3D8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198995" y="1083980"/>
                  <a:ext cx="33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3BB748-997E-3400-F804-47BF388097BF}"/>
                    </a:ext>
                  </a:extLst>
                </p14:cNvPr>
                <p14:cNvContentPartPr/>
                <p14:nvPr/>
              </p14:nvContentPartPr>
              <p14:xfrm>
                <a:off x="11559355" y="702740"/>
                <a:ext cx="514080" cy="61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3BB748-997E-3400-F804-47BF388097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53235" y="696620"/>
                  <a:ext cx="526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C3B7D0-2FD0-5E8C-8634-9A35B288EFC0}"/>
                    </a:ext>
                  </a:extLst>
                </p14:cNvPr>
                <p14:cNvContentPartPr/>
                <p14:nvPr/>
              </p14:nvContentPartPr>
              <p14:xfrm>
                <a:off x="11932315" y="532460"/>
                <a:ext cx="212760" cy="534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C3B7D0-2FD0-5E8C-8634-9A35B288EF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926195" y="526340"/>
                  <a:ext cx="2250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151D71-0103-47D5-A10C-0045C0EE9563}"/>
                    </a:ext>
                  </a:extLst>
                </p14:cNvPr>
                <p14:cNvContentPartPr/>
                <p14:nvPr/>
              </p14:nvContentPartPr>
              <p14:xfrm>
                <a:off x="11951395" y="1108460"/>
                <a:ext cx="211320" cy="196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151D71-0103-47D5-A10C-0045C0EE956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945275" y="1102340"/>
                  <a:ext cx="223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15ED798-B900-2846-0674-869DEC86D4CE}"/>
                    </a:ext>
                  </a:extLst>
                </p14:cNvPr>
                <p14:cNvContentPartPr/>
                <p14:nvPr/>
              </p14:nvContentPartPr>
              <p14:xfrm>
                <a:off x="11972995" y="1148780"/>
                <a:ext cx="194400" cy="16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15ED798-B900-2846-0674-869DEC86D4C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66875" y="1142660"/>
                  <a:ext cx="206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8AA3375-E400-9EF7-ABB9-2C27ADB40616}"/>
                    </a:ext>
                  </a:extLst>
                </p14:cNvPr>
                <p14:cNvContentPartPr/>
                <p14:nvPr/>
              </p14:nvContentPartPr>
              <p14:xfrm>
                <a:off x="4450075" y="1770500"/>
                <a:ext cx="101520" cy="91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8AA3375-E400-9EF7-ABB9-2C27ADB406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3955" y="1764380"/>
                  <a:ext cx="113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D9069F2-F352-D12D-E2EF-1E1D460CE717}"/>
                    </a:ext>
                  </a:extLst>
                </p14:cNvPr>
                <p14:cNvContentPartPr/>
                <p14:nvPr/>
              </p14:nvContentPartPr>
              <p14:xfrm>
                <a:off x="8613835" y="933860"/>
                <a:ext cx="1850040" cy="11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D9069F2-F352-D12D-E2EF-1E1D460CE7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07715" y="927740"/>
                  <a:ext cx="1862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6D0F89-D224-7AC7-7690-8044675307D6}"/>
                    </a:ext>
                  </a:extLst>
                </p14:cNvPr>
                <p14:cNvContentPartPr/>
                <p14:nvPr/>
              </p14:nvContentPartPr>
              <p14:xfrm>
                <a:off x="10023235" y="645860"/>
                <a:ext cx="406080" cy="604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6D0F89-D224-7AC7-7690-8044675307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017115" y="639740"/>
                  <a:ext cx="41832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71359FF-7ACD-1FCC-253A-9010430BC7F9}"/>
                    </a:ext>
                  </a:extLst>
                </p14:cNvPr>
                <p14:cNvContentPartPr/>
                <p14:nvPr/>
              </p14:nvContentPartPr>
              <p14:xfrm>
                <a:off x="8577475" y="1316900"/>
                <a:ext cx="12240" cy="28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71359FF-7ACD-1FCC-253A-9010430BC7F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71355" y="1310780"/>
                  <a:ext cx="24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89671E2-3DA8-A4A1-AF3E-D1247B8AB90E}"/>
                    </a:ext>
                  </a:extLst>
                </p14:cNvPr>
                <p14:cNvContentPartPr/>
                <p14:nvPr/>
              </p14:nvContentPartPr>
              <p14:xfrm>
                <a:off x="10350115" y="1120700"/>
                <a:ext cx="51120" cy="39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89671E2-3DA8-A4A1-AF3E-D1247B8AB9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43995" y="1114580"/>
                  <a:ext cx="63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AE2A905-2468-FA77-5F45-0DE47DADA85E}"/>
                    </a:ext>
                  </a:extLst>
                </p14:cNvPr>
                <p14:cNvContentPartPr/>
                <p14:nvPr/>
              </p14:nvContentPartPr>
              <p14:xfrm>
                <a:off x="4864435" y="1351820"/>
                <a:ext cx="2292480" cy="217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AE2A905-2468-FA77-5F45-0DE47DADA85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58315" y="1345700"/>
                  <a:ext cx="2304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658E197-6BE6-8307-F5A2-49B11F0ECBD1}"/>
                    </a:ext>
                  </a:extLst>
                </p14:cNvPr>
                <p14:cNvContentPartPr/>
                <p14:nvPr/>
              </p14:nvContentPartPr>
              <p14:xfrm>
                <a:off x="4718995" y="1297100"/>
                <a:ext cx="645480" cy="430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658E197-6BE6-8307-F5A2-49B11F0ECB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2875" y="1290980"/>
                  <a:ext cx="6577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631B787-BB78-F194-F65E-75EE958099E1}"/>
                    </a:ext>
                  </a:extLst>
                </p14:cNvPr>
                <p14:cNvContentPartPr/>
                <p14:nvPr/>
              </p14:nvContentPartPr>
              <p14:xfrm>
                <a:off x="4792435" y="1836740"/>
                <a:ext cx="30600" cy="17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631B787-BB78-F194-F65E-75EE958099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786315" y="1830620"/>
                  <a:ext cx="42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9B0D92-1A53-7FC5-88ED-19E94AC23AAA}"/>
                    </a:ext>
                  </a:extLst>
                </p14:cNvPr>
                <p14:cNvContentPartPr/>
                <p14:nvPr/>
              </p14:nvContentPartPr>
              <p14:xfrm>
                <a:off x="4264315" y="2234900"/>
                <a:ext cx="24480" cy="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9B0D92-1A53-7FC5-88ED-19E94AC23AA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58195" y="2228780"/>
                  <a:ext cx="36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097D06-6455-B1FC-4340-71D8536E9A6A}"/>
                    </a:ext>
                  </a:extLst>
                </p14:cNvPr>
                <p14:cNvContentPartPr/>
                <p14:nvPr/>
              </p14:nvContentPartPr>
              <p14:xfrm>
                <a:off x="1859875" y="1067420"/>
                <a:ext cx="360" cy="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097D06-6455-B1FC-4340-71D8536E9A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53755" y="10613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F5B0C21-B665-B038-82F2-F27C42A39117}"/>
                    </a:ext>
                  </a:extLst>
                </p14:cNvPr>
                <p14:cNvContentPartPr/>
                <p14:nvPr/>
              </p14:nvContentPartPr>
              <p14:xfrm>
                <a:off x="1841875" y="1009820"/>
                <a:ext cx="17280" cy="18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F5B0C21-B665-B038-82F2-F27C42A3911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35755" y="1003700"/>
                  <a:ext cx="29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3F4D830-2B72-E2BA-BA02-023E5EF0E9F7}"/>
                    </a:ext>
                  </a:extLst>
                </p14:cNvPr>
                <p14:cNvContentPartPr/>
                <p14:nvPr/>
              </p14:nvContentPartPr>
              <p14:xfrm>
                <a:off x="1841875" y="1023860"/>
                <a:ext cx="12240" cy="6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3F4D830-2B72-E2BA-BA02-023E5EF0E9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835755" y="1017740"/>
                  <a:ext cx="24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7B8CD48-4400-7E6C-E2E8-2E338C30444E}"/>
                    </a:ext>
                  </a:extLst>
                </p14:cNvPr>
                <p14:cNvContentPartPr/>
                <p14:nvPr/>
              </p14:nvContentPartPr>
              <p14:xfrm>
                <a:off x="1787515" y="943580"/>
                <a:ext cx="1513800" cy="1551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7B8CD48-4400-7E6C-E2E8-2E338C30444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81395" y="937460"/>
                  <a:ext cx="1526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C095658-8EF4-85A7-26DE-C1BDA311E4C2}"/>
                    </a:ext>
                  </a:extLst>
                </p14:cNvPr>
                <p14:cNvContentPartPr/>
                <p14:nvPr/>
              </p14:nvContentPartPr>
              <p14:xfrm>
                <a:off x="2950675" y="765740"/>
                <a:ext cx="358920" cy="504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C095658-8EF4-85A7-26DE-C1BDA311E4C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44555" y="759620"/>
                  <a:ext cx="3711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DC5DEB-9531-62AC-C318-A522460F06F3}"/>
                    </a:ext>
                  </a:extLst>
                </p14:cNvPr>
                <p14:cNvContentPartPr/>
                <p14:nvPr/>
              </p14:nvContentPartPr>
              <p14:xfrm>
                <a:off x="3399955" y="1108460"/>
                <a:ext cx="12240" cy="29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DC5DEB-9531-62AC-C318-A522460F06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93835" y="1102340"/>
                  <a:ext cx="24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FCF297-719A-D0A2-2DDE-B6075ECF95A6}"/>
                    </a:ext>
                  </a:extLst>
                </p14:cNvPr>
                <p14:cNvContentPartPr/>
                <p14:nvPr/>
              </p14:nvContentPartPr>
              <p14:xfrm>
                <a:off x="772315" y="1729460"/>
                <a:ext cx="864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FCF297-719A-D0A2-2DDE-B6075ECF95A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6195" y="1723340"/>
                  <a:ext cx="208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8775A2-C154-5942-CD77-8C7F0FB42593}"/>
                    </a:ext>
                  </a:extLst>
                </p14:cNvPr>
                <p14:cNvContentPartPr/>
                <p14:nvPr/>
              </p14:nvContentPartPr>
              <p14:xfrm>
                <a:off x="1745035" y="3790460"/>
                <a:ext cx="64080" cy="581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8775A2-C154-5942-CD77-8C7F0FB4259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38915" y="3784340"/>
                  <a:ext cx="763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4494A15-52F8-5AEB-DBDD-10F81189AE9E}"/>
                    </a:ext>
                  </a:extLst>
                </p14:cNvPr>
                <p14:cNvContentPartPr/>
                <p14:nvPr/>
              </p14:nvContentPartPr>
              <p14:xfrm>
                <a:off x="1570435" y="3840140"/>
                <a:ext cx="16200" cy="73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4494A15-52F8-5AEB-DBDD-10F81189AE9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64315" y="3834020"/>
                  <a:ext cx="28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B76F043-8419-63E0-A3BE-07DB79283E1B}"/>
                    </a:ext>
                  </a:extLst>
                </p14:cNvPr>
                <p14:cNvContentPartPr/>
                <p14:nvPr/>
              </p14:nvContentPartPr>
              <p14:xfrm>
                <a:off x="1604275" y="3844460"/>
                <a:ext cx="42480" cy="118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B76F043-8419-63E0-A3BE-07DB79283E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98155" y="3838340"/>
                  <a:ext cx="54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4480974-EEE4-2AC9-28C0-8A220618C971}"/>
                    </a:ext>
                  </a:extLst>
                </p14:cNvPr>
                <p14:cNvContentPartPr/>
                <p14:nvPr/>
              </p14:nvContentPartPr>
              <p14:xfrm>
                <a:off x="1699315" y="3732860"/>
                <a:ext cx="509760" cy="721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4480974-EEE4-2AC9-28C0-8A220618C97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93195" y="3726740"/>
                  <a:ext cx="52200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6CD353D-9B69-644F-0ECB-A8CFE77A16F9}"/>
                    </a:ext>
                  </a:extLst>
                </p14:cNvPr>
                <p14:cNvContentPartPr/>
                <p14:nvPr/>
              </p14:nvContentPartPr>
              <p14:xfrm>
                <a:off x="1788955" y="3763460"/>
                <a:ext cx="765720" cy="5457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6CD353D-9B69-644F-0ECB-A8CFE77A16F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82835" y="3757340"/>
                  <a:ext cx="77796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728CC09-D36E-425F-0D70-8222FBD49177}"/>
                    </a:ext>
                  </a:extLst>
                </p14:cNvPr>
                <p14:cNvContentPartPr/>
                <p14:nvPr/>
              </p14:nvContentPartPr>
              <p14:xfrm>
                <a:off x="2705155" y="3680660"/>
                <a:ext cx="651600" cy="473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728CC09-D36E-425F-0D70-8222FBD491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699035" y="3674540"/>
                  <a:ext cx="6638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ABAD4C-A728-0261-9102-74B61BBBFA88}"/>
                    </a:ext>
                  </a:extLst>
                </p14:cNvPr>
                <p14:cNvContentPartPr/>
                <p14:nvPr/>
              </p14:nvContentPartPr>
              <p14:xfrm>
                <a:off x="3371875" y="3644660"/>
                <a:ext cx="46080" cy="248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ABAD4C-A728-0261-9102-74B61BBBFA8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65755" y="3638540"/>
                  <a:ext cx="583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51C6E56-CF65-C850-0468-16440C2DE045}"/>
                    </a:ext>
                  </a:extLst>
                </p14:cNvPr>
                <p14:cNvContentPartPr/>
                <p14:nvPr/>
              </p14:nvContentPartPr>
              <p14:xfrm>
                <a:off x="3471955" y="3684620"/>
                <a:ext cx="941040" cy="443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51C6E56-CF65-C850-0468-16440C2DE0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65835" y="3678500"/>
                  <a:ext cx="95328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B17B46-A86F-5618-DE74-F90D7A0A8141}"/>
                    </a:ext>
                  </a:extLst>
                </p14:cNvPr>
                <p14:cNvContentPartPr/>
                <p14:nvPr/>
              </p14:nvContentPartPr>
              <p14:xfrm>
                <a:off x="4519915" y="3616580"/>
                <a:ext cx="36360" cy="162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B17B46-A86F-5618-DE74-F90D7A0A814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13795" y="3610460"/>
                  <a:ext cx="48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956AFEC-E76E-6EAD-7B17-5EA5203CF847}"/>
                    </a:ext>
                  </a:extLst>
                </p14:cNvPr>
                <p14:cNvContentPartPr/>
                <p14:nvPr/>
              </p14:nvContentPartPr>
              <p14:xfrm>
                <a:off x="4643035" y="3667700"/>
                <a:ext cx="140400" cy="109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956AFEC-E76E-6EAD-7B17-5EA5203CF84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36915" y="3661580"/>
                  <a:ext cx="152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94F236-8901-EF23-1324-CA5905BEDC2C}"/>
                    </a:ext>
                  </a:extLst>
                </p14:cNvPr>
                <p14:cNvContentPartPr/>
                <p14:nvPr/>
              </p14:nvContentPartPr>
              <p14:xfrm>
                <a:off x="1084795" y="3520100"/>
                <a:ext cx="385920" cy="1458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94F236-8901-EF23-1324-CA5905BEDC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8675" y="3513980"/>
                  <a:ext cx="398160" cy="14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0A82ADA-F4C0-1D79-C02F-FE8B3DFAA7FA}"/>
                    </a:ext>
                  </a:extLst>
                </p14:cNvPr>
                <p14:cNvContentPartPr/>
                <p14:nvPr/>
              </p14:nvContentPartPr>
              <p14:xfrm>
                <a:off x="681955" y="2789660"/>
                <a:ext cx="4142160" cy="2603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0A82ADA-F4C0-1D79-C02F-FE8B3DFAA7F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5835" y="2783540"/>
                  <a:ext cx="4154400" cy="261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7383AA2-9336-770F-4138-3274535D0548}"/>
                    </a:ext>
                  </a:extLst>
                </p14:cNvPr>
                <p14:cNvContentPartPr/>
                <p14:nvPr/>
              </p14:nvContentPartPr>
              <p14:xfrm>
                <a:off x="5596675" y="3927980"/>
                <a:ext cx="124560" cy="165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7383AA2-9336-770F-4138-3274535D054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590555" y="3921860"/>
                  <a:ext cx="136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138F51F-B45C-D049-FF44-1CDFE1DA3F16}"/>
                    </a:ext>
                  </a:extLst>
                </p14:cNvPr>
                <p14:cNvContentPartPr/>
                <p14:nvPr/>
              </p14:nvContentPartPr>
              <p14:xfrm>
                <a:off x="6060355" y="3530900"/>
                <a:ext cx="33480" cy="153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138F51F-B45C-D049-FF44-1CDFE1DA3F1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54235" y="3524780"/>
                  <a:ext cx="45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A1FCC0-DF2C-DD75-DBFA-C1B77D85C92F}"/>
                    </a:ext>
                  </a:extLst>
                </p14:cNvPr>
                <p14:cNvContentPartPr/>
                <p14:nvPr/>
              </p14:nvContentPartPr>
              <p14:xfrm>
                <a:off x="6192475" y="3600380"/>
                <a:ext cx="47520" cy="135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A1FCC0-DF2C-DD75-DBFA-C1B77D85C92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86355" y="3594260"/>
                  <a:ext cx="59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3A25CFF-87E8-5B68-97C7-BA44C13E083E}"/>
                    </a:ext>
                  </a:extLst>
                </p14:cNvPr>
                <p14:cNvContentPartPr/>
                <p14:nvPr/>
              </p14:nvContentPartPr>
              <p14:xfrm>
                <a:off x="6475795" y="3493100"/>
                <a:ext cx="508320" cy="535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3A25CFF-87E8-5B68-97C7-BA44C13E083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69675" y="3486980"/>
                  <a:ext cx="5205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412059-B930-D8E8-FDCB-B03794E5DFF6}"/>
                    </a:ext>
                  </a:extLst>
                </p14:cNvPr>
                <p14:cNvContentPartPr/>
                <p14:nvPr/>
              </p14:nvContentPartPr>
              <p14:xfrm>
                <a:off x="7090675" y="3665180"/>
                <a:ext cx="159120" cy="224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412059-B930-D8E8-FDCB-B03794E5DF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84555" y="3659060"/>
                  <a:ext cx="171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7A271AE-C7C2-CA77-9559-8F13389C5039}"/>
                    </a:ext>
                  </a:extLst>
                </p14:cNvPr>
                <p14:cNvContentPartPr/>
                <p14:nvPr/>
              </p14:nvContentPartPr>
              <p14:xfrm>
                <a:off x="7363195" y="3538460"/>
                <a:ext cx="330840" cy="299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7A271AE-C7C2-CA77-9559-8F13389C503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357075" y="3532340"/>
                  <a:ext cx="3430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C4EC5EA-4E6B-A5A9-18E3-30E00C337343}"/>
                    </a:ext>
                  </a:extLst>
                </p14:cNvPr>
                <p14:cNvContentPartPr/>
                <p14:nvPr/>
              </p14:nvContentPartPr>
              <p14:xfrm>
                <a:off x="7715275" y="3566540"/>
                <a:ext cx="306720" cy="130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C4EC5EA-4E6B-A5A9-18E3-30E00C33734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09155" y="3560420"/>
                  <a:ext cx="318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7254B9B-1E83-5E66-64C6-833E81898CEE}"/>
                    </a:ext>
                  </a:extLst>
                </p14:cNvPr>
                <p14:cNvContentPartPr/>
                <p14:nvPr/>
              </p14:nvContentPartPr>
              <p14:xfrm>
                <a:off x="8027755" y="3320300"/>
                <a:ext cx="27000" cy="66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7254B9B-1E83-5E66-64C6-833E81898CE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21635" y="3314180"/>
                  <a:ext cx="39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F7037C7-9FB9-0099-A865-E6CE17F0EF90}"/>
                    </a:ext>
                  </a:extLst>
                </p14:cNvPr>
                <p14:cNvContentPartPr/>
                <p14:nvPr/>
              </p14:nvContentPartPr>
              <p14:xfrm>
                <a:off x="8133595" y="3439460"/>
                <a:ext cx="298440" cy="248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F7037C7-9FB9-0099-A865-E6CE17F0EF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127475" y="3433340"/>
                  <a:ext cx="3106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D9C2016-B4C1-1F4B-7DB1-21B8F106EE31}"/>
                    </a:ext>
                  </a:extLst>
                </p14:cNvPr>
                <p14:cNvContentPartPr/>
                <p14:nvPr/>
              </p14:nvContentPartPr>
              <p14:xfrm>
                <a:off x="8470915" y="3179540"/>
                <a:ext cx="62280" cy="2084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D9C2016-B4C1-1F4B-7DB1-21B8F106EE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464795" y="3173420"/>
                  <a:ext cx="74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0484162-2661-4D58-B89D-FFECC71FF10E}"/>
                    </a:ext>
                  </a:extLst>
                </p14:cNvPr>
                <p14:cNvContentPartPr/>
                <p14:nvPr/>
              </p14:nvContentPartPr>
              <p14:xfrm>
                <a:off x="8581075" y="3233540"/>
                <a:ext cx="112680" cy="139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0484162-2661-4D58-B89D-FFECC71FF1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74955" y="3227420"/>
                  <a:ext cx="124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BFBE25C-9028-F36B-D6A1-67B840E38BF1}"/>
                    </a:ext>
                  </a:extLst>
                </p14:cNvPr>
                <p14:cNvContentPartPr/>
                <p14:nvPr/>
              </p14:nvContentPartPr>
              <p14:xfrm>
                <a:off x="9605995" y="3249740"/>
                <a:ext cx="118440" cy="325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BFBE25C-9028-F36B-D6A1-67B840E38BF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99875" y="3243620"/>
                  <a:ext cx="1306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99E7AB5-7AD8-C1EE-BBF3-0C24E4D4FD37}"/>
                    </a:ext>
                  </a:extLst>
                </p14:cNvPr>
                <p14:cNvContentPartPr/>
                <p14:nvPr/>
              </p14:nvContentPartPr>
              <p14:xfrm>
                <a:off x="10076155" y="2972900"/>
                <a:ext cx="38880" cy="87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99E7AB5-7AD8-C1EE-BBF3-0C24E4D4FD3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070035" y="2966780"/>
                  <a:ext cx="5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D395C08-DB75-A61A-5AEF-8FB1C83AAB7B}"/>
                    </a:ext>
                  </a:extLst>
                </p14:cNvPr>
                <p14:cNvContentPartPr/>
                <p14:nvPr/>
              </p14:nvContentPartPr>
              <p14:xfrm>
                <a:off x="10215115" y="2928620"/>
                <a:ext cx="46080" cy="174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D395C08-DB75-A61A-5AEF-8FB1C83AAB7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208995" y="2922500"/>
                  <a:ext cx="58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367CD4D-FCC6-D636-9857-AC837C65B4D1}"/>
                    </a:ext>
                  </a:extLst>
                </p14:cNvPr>
                <p14:cNvContentPartPr/>
                <p14:nvPr/>
              </p14:nvContentPartPr>
              <p14:xfrm>
                <a:off x="10435435" y="3095300"/>
                <a:ext cx="275760" cy="525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367CD4D-FCC6-D636-9857-AC837C65B4D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429315" y="3089180"/>
                  <a:ext cx="2880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D1FEF9C-52D7-22FE-7441-0296AA2CFA13}"/>
                    </a:ext>
                  </a:extLst>
                </p14:cNvPr>
                <p14:cNvContentPartPr/>
                <p14:nvPr/>
              </p14:nvContentPartPr>
              <p14:xfrm>
                <a:off x="10406635" y="3382220"/>
                <a:ext cx="182520" cy="65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D1FEF9C-52D7-22FE-7441-0296AA2CFA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00515" y="3376100"/>
                  <a:ext cx="19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EF6CE15-8948-3B5C-168D-3DC1249EB455}"/>
                    </a:ext>
                  </a:extLst>
                </p14:cNvPr>
                <p14:cNvContentPartPr/>
                <p14:nvPr/>
              </p14:nvContentPartPr>
              <p14:xfrm>
                <a:off x="10745755" y="3012140"/>
                <a:ext cx="343800" cy="405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EF6CE15-8948-3B5C-168D-3DC1249EB45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739635" y="3006020"/>
                  <a:ext cx="3560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517FC0A-176F-3768-C632-BC3F8A4865D6}"/>
                    </a:ext>
                  </a:extLst>
                </p14:cNvPr>
                <p14:cNvContentPartPr/>
                <p14:nvPr/>
              </p14:nvContentPartPr>
              <p14:xfrm>
                <a:off x="11079475" y="2934020"/>
                <a:ext cx="34200" cy="59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517FC0A-176F-3768-C632-BC3F8A4865D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073355" y="2927900"/>
                  <a:ext cx="464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8D525E2-1581-DDD4-C1B8-852610CD496E}"/>
                    </a:ext>
                  </a:extLst>
                </p14:cNvPr>
                <p14:cNvContentPartPr/>
                <p14:nvPr/>
              </p14:nvContentPartPr>
              <p14:xfrm>
                <a:off x="11158675" y="2999180"/>
                <a:ext cx="55080" cy="108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8D525E2-1581-DDD4-C1B8-852610CD496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152555" y="2993060"/>
                  <a:ext cx="67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E7B06A9-20DE-B04C-B29C-FFB80A422F9E}"/>
                    </a:ext>
                  </a:extLst>
                </p14:cNvPr>
                <p14:cNvContentPartPr/>
                <p14:nvPr/>
              </p14:nvContentPartPr>
              <p14:xfrm>
                <a:off x="11264155" y="2998100"/>
                <a:ext cx="78840" cy="1458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E7B06A9-20DE-B04C-B29C-FFB80A422F9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58035" y="2991980"/>
                  <a:ext cx="910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233B321-D467-09EA-0950-3B62A2F6AF6E}"/>
                    </a:ext>
                  </a:extLst>
                </p14:cNvPr>
                <p14:cNvContentPartPr/>
                <p14:nvPr/>
              </p14:nvContentPartPr>
              <p14:xfrm>
                <a:off x="6135955" y="2926820"/>
                <a:ext cx="177480" cy="1205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33B321-D467-09EA-0950-3B62A2F6AF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29835" y="2920700"/>
                  <a:ext cx="18972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9D3C18D-F021-37E5-A9B8-64AAF4EF7117}"/>
                    </a:ext>
                  </a:extLst>
                </p14:cNvPr>
                <p14:cNvContentPartPr/>
                <p14:nvPr/>
              </p14:nvContentPartPr>
              <p14:xfrm>
                <a:off x="6107875" y="2023940"/>
                <a:ext cx="3560760" cy="2449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9D3C18D-F021-37E5-A9B8-64AAF4EF711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01755" y="2017820"/>
                  <a:ext cx="3573000" cy="24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2CF00F-9123-F34E-BD60-E2D6193C07B7}"/>
                    </a:ext>
                  </a:extLst>
                </p14:cNvPr>
                <p14:cNvContentPartPr/>
                <p14:nvPr/>
              </p14:nvContentPartPr>
              <p14:xfrm>
                <a:off x="9543355" y="3056420"/>
                <a:ext cx="470880" cy="79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2CF00F-9123-F34E-BD60-E2D6193C07B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37235" y="3050300"/>
                  <a:ext cx="483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AFF5CA4-2D6C-3EBC-DA31-D8E8C8109473}"/>
                    </a:ext>
                  </a:extLst>
                </p14:cNvPr>
                <p14:cNvContentPartPr/>
                <p14:nvPr/>
              </p14:nvContentPartPr>
              <p14:xfrm>
                <a:off x="9775555" y="2853740"/>
                <a:ext cx="245520" cy="500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AFF5CA4-2D6C-3EBC-DA31-D8E8C810947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769435" y="2847620"/>
                  <a:ext cx="25776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F59377F-FC88-25B4-EE64-7DDB0DDA763E}"/>
                    </a:ext>
                  </a:extLst>
                </p14:cNvPr>
                <p14:cNvContentPartPr/>
                <p14:nvPr/>
              </p14:nvContentPartPr>
              <p14:xfrm>
                <a:off x="4363315" y="3224900"/>
                <a:ext cx="1809000" cy="291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F59377F-FC88-25B4-EE64-7DDB0DDA763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357195" y="3218780"/>
                  <a:ext cx="1821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EADCD8F-B09A-02D4-A12F-7CE0743DC08F}"/>
                    </a:ext>
                  </a:extLst>
                </p14:cNvPr>
                <p14:cNvContentPartPr/>
                <p14:nvPr/>
              </p14:nvContentPartPr>
              <p14:xfrm>
                <a:off x="4077475" y="3103220"/>
                <a:ext cx="564840" cy="5223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EADCD8F-B09A-02D4-A12F-7CE0743DC08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71355" y="3097100"/>
                  <a:ext cx="5770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F89C834-55F4-B7D4-D61B-70040E8A89E1}"/>
                    </a:ext>
                  </a:extLst>
                </p14:cNvPr>
                <p14:cNvContentPartPr/>
                <p14:nvPr/>
              </p14:nvContentPartPr>
              <p14:xfrm>
                <a:off x="4682635" y="4042100"/>
                <a:ext cx="1152000" cy="317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F89C834-55F4-B7D4-D61B-70040E8A89E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76515" y="4035980"/>
                  <a:ext cx="11642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3B9C681-F4D7-59EA-8EDF-818E7F3663B1}"/>
                    </a:ext>
                  </a:extLst>
                </p14:cNvPr>
                <p14:cNvContentPartPr/>
                <p14:nvPr/>
              </p14:nvContentPartPr>
              <p14:xfrm>
                <a:off x="5575075" y="3759860"/>
                <a:ext cx="371880" cy="713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3B9C681-F4D7-59EA-8EDF-818E7F3663B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68955" y="3753740"/>
                  <a:ext cx="38412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F578C21-E1AC-E598-6070-5913F6A6D33A}"/>
                    </a:ext>
                  </a:extLst>
                </p14:cNvPr>
                <p14:cNvContentPartPr/>
                <p14:nvPr/>
              </p14:nvContentPartPr>
              <p14:xfrm>
                <a:off x="5965675" y="4365380"/>
                <a:ext cx="58320" cy="165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F578C21-E1AC-E598-6070-5913F6A6D33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59555" y="4359260"/>
                  <a:ext cx="70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2282346-2B98-E21D-B195-783D9823B8CF}"/>
                    </a:ext>
                  </a:extLst>
                </p14:cNvPr>
                <p14:cNvContentPartPr/>
                <p14:nvPr/>
              </p14:nvContentPartPr>
              <p14:xfrm>
                <a:off x="4107715" y="4707020"/>
                <a:ext cx="100440" cy="133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2282346-2B98-E21D-B195-783D9823B8C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01595" y="4700900"/>
                  <a:ext cx="112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59CB8A1-CB28-9A04-916F-06710AF3F3DA}"/>
                    </a:ext>
                  </a:extLst>
                </p14:cNvPr>
                <p14:cNvContentPartPr/>
                <p14:nvPr/>
              </p14:nvContentPartPr>
              <p14:xfrm>
                <a:off x="5852275" y="4350260"/>
                <a:ext cx="64440" cy="46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59CB8A1-CB28-9A04-916F-06710AF3F3D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46155" y="4344140"/>
                  <a:ext cx="766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2CF71DF-E822-B002-0BED-23EE3DA7539D}"/>
                    </a:ext>
                  </a:extLst>
                </p14:cNvPr>
                <p14:cNvContentPartPr/>
                <p14:nvPr/>
              </p14:nvContentPartPr>
              <p14:xfrm>
                <a:off x="9463795" y="3386180"/>
                <a:ext cx="910080" cy="1677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2CF71DF-E822-B002-0BED-23EE3DA7539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57675" y="3380060"/>
                  <a:ext cx="922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318C678-387B-873F-FB4B-A2219E128588}"/>
                    </a:ext>
                  </a:extLst>
                </p14:cNvPr>
                <p14:cNvContentPartPr/>
                <p14:nvPr/>
              </p14:nvContentPartPr>
              <p14:xfrm>
                <a:off x="9483595" y="3297260"/>
                <a:ext cx="432720" cy="3042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318C678-387B-873F-FB4B-A2219E12858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477475" y="3291140"/>
                  <a:ext cx="4449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4858005-EEEC-837E-2116-3F718A89D616}"/>
                    </a:ext>
                  </a:extLst>
                </p14:cNvPr>
                <p14:cNvContentPartPr/>
                <p14:nvPr/>
              </p14:nvContentPartPr>
              <p14:xfrm>
                <a:off x="9485395" y="3139220"/>
                <a:ext cx="182520" cy="1026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4858005-EEEC-837E-2116-3F718A89D61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79275" y="3133100"/>
                  <a:ext cx="194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8CF4E74-FDCD-6F9C-78FF-602C6DD6C0AD}"/>
                    </a:ext>
                  </a:extLst>
                </p14:cNvPr>
                <p14:cNvContentPartPr/>
                <p14:nvPr/>
              </p14:nvContentPartPr>
              <p14:xfrm>
                <a:off x="9162475" y="3386540"/>
                <a:ext cx="16200" cy="198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8CF4E74-FDCD-6F9C-78FF-602C6DD6C0A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56355" y="3380420"/>
                  <a:ext cx="28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611066B-A18C-C9D5-B4E2-DCA65715CD1E}"/>
                    </a:ext>
                  </a:extLst>
                </p14:cNvPr>
                <p14:cNvContentPartPr/>
                <p14:nvPr/>
              </p14:nvContentPartPr>
              <p14:xfrm>
                <a:off x="11234635" y="3143540"/>
                <a:ext cx="591480" cy="932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611066B-A18C-C9D5-B4E2-DCA65715CD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228515" y="3137420"/>
                  <a:ext cx="603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6532179-257C-0091-F1CD-71A1AFC06B28}"/>
                    </a:ext>
                  </a:extLst>
                </p14:cNvPr>
                <p14:cNvContentPartPr/>
                <p14:nvPr/>
              </p14:nvContentPartPr>
              <p14:xfrm>
                <a:off x="11573755" y="2790380"/>
                <a:ext cx="370440" cy="745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6532179-257C-0091-F1CD-71A1AFC06B2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567635" y="2784260"/>
                  <a:ext cx="3826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7539F43-7CCE-C3E7-5EB4-52A45FEFE43D}"/>
                    </a:ext>
                  </a:extLst>
                </p14:cNvPr>
                <p14:cNvContentPartPr/>
                <p14:nvPr/>
              </p14:nvContentPartPr>
              <p14:xfrm>
                <a:off x="11947795" y="3492740"/>
                <a:ext cx="41400" cy="655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7539F43-7CCE-C3E7-5EB4-52A45FEFE43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941675" y="3486620"/>
                  <a:ext cx="536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8B87973-7FD8-E916-80CC-A2EB43998511}"/>
                    </a:ext>
                  </a:extLst>
                </p14:cNvPr>
                <p14:cNvContentPartPr/>
                <p14:nvPr/>
              </p14:nvContentPartPr>
              <p14:xfrm>
                <a:off x="10744315" y="3790100"/>
                <a:ext cx="49680" cy="2304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8B87973-7FD8-E916-80CC-A2EB4399851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38195" y="3783980"/>
                  <a:ext cx="61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92FE423-F5CE-E195-60E6-B742A22A1B2E}"/>
                    </a:ext>
                  </a:extLst>
                </p14:cNvPr>
                <p14:cNvContentPartPr/>
                <p14:nvPr/>
              </p14:nvContentPartPr>
              <p14:xfrm>
                <a:off x="11356315" y="3818540"/>
                <a:ext cx="54000" cy="659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92FE423-F5CE-E195-60E6-B742A22A1B2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350195" y="3812420"/>
                  <a:ext cx="6624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E7FD692-86D4-EDD6-DE62-353224BD9E11}"/>
                    </a:ext>
                  </a:extLst>
                </p14:cNvPr>
                <p14:cNvContentPartPr/>
                <p14:nvPr/>
              </p14:nvContentPartPr>
              <p14:xfrm>
                <a:off x="11303755" y="3842300"/>
                <a:ext cx="137880" cy="46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E7FD692-86D4-EDD6-DE62-353224BD9E1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297635" y="3836180"/>
                  <a:ext cx="150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D4E9641-185C-AC66-AC09-DE55D387FFF7}"/>
                    </a:ext>
                  </a:extLst>
                </p14:cNvPr>
                <p14:cNvContentPartPr/>
                <p14:nvPr/>
              </p14:nvContentPartPr>
              <p14:xfrm>
                <a:off x="11085955" y="2659340"/>
                <a:ext cx="815040" cy="1434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D4E9641-185C-AC66-AC09-DE55D387FFF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079835" y="2653220"/>
                  <a:ext cx="827280" cy="14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F03F13F-354F-BD42-105B-37412786FAB6}"/>
                    </a:ext>
                  </a:extLst>
                </p14:cNvPr>
                <p14:cNvContentPartPr/>
                <p14:nvPr/>
              </p14:nvContentPartPr>
              <p14:xfrm>
                <a:off x="11551075" y="3401660"/>
                <a:ext cx="49680" cy="514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F03F13F-354F-BD42-105B-37412786FAB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44955" y="3395540"/>
                  <a:ext cx="61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41C2FD7-32CB-DC23-D49A-C93A222D7D22}"/>
                    </a:ext>
                  </a:extLst>
                </p14:cNvPr>
                <p14:cNvContentPartPr/>
                <p14:nvPr/>
              </p14:nvContentPartPr>
              <p14:xfrm>
                <a:off x="154915" y="4299860"/>
                <a:ext cx="1157760" cy="364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41C2FD7-32CB-DC23-D49A-C93A222D7D2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48795" y="4293740"/>
                  <a:ext cx="1170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66E1CCB-FF92-95A8-B950-66068ECB88B1}"/>
                    </a:ext>
                  </a:extLst>
                </p14:cNvPr>
                <p14:cNvContentPartPr/>
                <p14:nvPr/>
              </p14:nvContentPartPr>
              <p14:xfrm>
                <a:off x="151675" y="4166300"/>
                <a:ext cx="798480" cy="8233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66E1CCB-FF92-95A8-B950-66068ECB88B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5555" y="4160180"/>
                  <a:ext cx="81072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76C016D-9E02-E69B-241C-0BDB46A1FB4F}"/>
                    </a:ext>
                  </a:extLst>
                </p14:cNvPr>
                <p14:cNvContentPartPr/>
                <p14:nvPr/>
              </p14:nvContentPartPr>
              <p14:xfrm>
                <a:off x="1070035" y="4965500"/>
                <a:ext cx="18360" cy="40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76C016D-9E02-E69B-241C-0BDB46A1FB4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63915" y="4959380"/>
                  <a:ext cx="30600" cy="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238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48358-86EF-265F-5387-EC86E5099CB4}"/>
              </a:ext>
            </a:extLst>
          </p:cNvPr>
          <p:cNvSpPr txBox="1"/>
          <p:nvPr/>
        </p:nvSpPr>
        <p:spPr>
          <a:xfrm>
            <a:off x="1248508" y="573985"/>
            <a:ext cx="60943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0" i="0" dirty="0">
                <a:solidFill>
                  <a:srgbClr val="BECFDA"/>
                </a:solidFill>
                <a:effectLst/>
                <a:latin typeface="Mono Lisa"/>
              </a:rPr>
              <a:t>[1 2 3 4 5]</a:t>
            </a:r>
            <a:endParaRPr lang="en-IN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F9A9D-3662-9508-A6CE-3328EED30BEB}"/>
              </a:ext>
            </a:extLst>
          </p:cNvPr>
          <p:cNvSpPr txBox="1"/>
          <p:nvPr/>
        </p:nvSpPr>
        <p:spPr>
          <a:xfrm>
            <a:off x="1248508" y="2242011"/>
            <a:ext cx="60943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0" i="0" dirty="0">
                <a:solidFill>
                  <a:srgbClr val="BECFDA"/>
                </a:solidFill>
                <a:effectLst/>
                <a:latin typeface="Mono Lisa"/>
              </a:rPr>
              <a:t>[  [1 2 3 4 5]  ]</a:t>
            </a:r>
            <a:endParaRPr lang="en-IN" sz="8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EFD5224-0F07-92F4-0F9B-64A610E2AFC1}"/>
                  </a:ext>
                </a:extLst>
              </p14:cNvPr>
              <p14:cNvContentPartPr/>
              <p14:nvPr/>
            </p14:nvContentPartPr>
            <p14:xfrm>
              <a:off x="8457955" y="783020"/>
              <a:ext cx="60480" cy="666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EFD5224-0F07-92F4-0F9B-64A610E2AF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49315" y="774380"/>
                <a:ext cx="7812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49A718F-6BC4-F2DC-7DF2-7DD0CEED1099}"/>
                  </a:ext>
                </a:extLst>
              </p14:cNvPr>
              <p14:cNvContentPartPr/>
              <p14:nvPr/>
            </p14:nvContentPartPr>
            <p14:xfrm>
              <a:off x="9498715" y="313220"/>
              <a:ext cx="459720" cy="788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49A718F-6BC4-F2DC-7DF2-7DD0CEED10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0075" y="304220"/>
                <a:ext cx="47736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C0876A7-187C-9481-A7F9-5DEB3CC3E427}"/>
                  </a:ext>
                </a:extLst>
              </p14:cNvPr>
              <p14:cNvContentPartPr/>
              <p14:nvPr/>
            </p14:nvContentPartPr>
            <p14:xfrm>
              <a:off x="10138435" y="747380"/>
              <a:ext cx="221400" cy="320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C0876A7-187C-9481-A7F9-5DEB3CC3E4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29795" y="738380"/>
                <a:ext cx="239040" cy="3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DC80FE0-95B4-4315-8414-777F644E9FEF}"/>
                  </a:ext>
                </a:extLst>
              </p14:cNvPr>
              <p14:cNvContentPartPr/>
              <p14:nvPr/>
            </p14:nvContentPartPr>
            <p14:xfrm>
              <a:off x="10468555" y="664580"/>
              <a:ext cx="350640" cy="264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DC80FE0-95B4-4315-8414-777F644E9F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59915" y="655940"/>
                <a:ext cx="368280" cy="28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D7B3EA2-8BAE-F014-8253-BAFDA5D7899B}"/>
              </a:ext>
            </a:extLst>
          </p:cNvPr>
          <p:cNvGrpSpPr/>
          <p:nvPr/>
        </p:nvGrpSpPr>
        <p:grpSpPr>
          <a:xfrm>
            <a:off x="-54965" y="565940"/>
            <a:ext cx="7043400" cy="4024800"/>
            <a:chOff x="-54965" y="565940"/>
            <a:chExt cx="7043400" cy="402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4C85A38-5202-E934-63CA-13404F181EEE}"/>
                    </a:ext>
                  </a:extLst>
                </p14:cNvPr>
                <p14:cNvContentPartPr/>
                <p14:nvPr/>
              </p14:nvContentPartPr>
              <p14:xfrm>
                <a:off x="1557835" y="3481580"/>
                <a:ext cx="37440" cy="19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4C85A38-5202-E934-63CA-13404F181E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8835" y="3472580"/>
                  <a:ext cx="55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1DD7172-4BE2-B2FC-0AE8-B99DE46D55BE}"/>
                    </a:ext>
                  </a:extLst>
                </p14:cNvPr>
                <p14:cNvContentPartPr/>
                <p14:nvPr/>
              </p14:nvContentPartPr>
              <p14:xfrm>
                <a:off x="5555635" y="1909820"/>
                <a:ext cx="333000" cy="74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1DD7172-4BE2-B2FC-0AE8-B99DE46D55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46995" y="1901180"/>
                  <a:ext cx="350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98675B-D518-290F-8C3D-2E183A977AFB}"/>
                    </a:ext>
                  </a:extLst>
                </p14:cNvPr>
                <p14:cNvContentPartPr/>
                <p14:nvPr/>
              </p14:nvContentPartPr>
              <p14:xfrm>
                <a:off x="1299355" y="1944380"/>
                <a:ext cx="247680" cy="2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98675B-D518-290F-8C3D-2E183A977AF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0355" y="1935380"/>
                  <a:ext cx="2653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E866B1-E8F4-E007-9040-1571C469E684}"/>
                    </a:ext>
                  </a:extLst>
                </p14:cNvPr>
                <p14:cNvContentPartPr/>
                <p14:nvPr/>
              </p14:nvContentPartPr>
              <p14:xfrm>
                <a:off x="1076515" y="890300"/>
                <a:ext cx="55440" cy="1032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E866B1-E8F4-E007-9040-1571C469E6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7875" y="881300"/>
                  <a:ext cx="73080" cy="10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BADF3A-A950-4756-9698-1BC63EC35529}"/>
                    </a:ext>
                  </a:extLst>
                </p14:cNvPr>
                <p14:cNvContentPartPr/>
                <p14:nvPr/>
              </p14:nvContentPartPr>
              <p14:xfrm>
                <a:off x="1002715" y="565940"/>
                <a:ext cx="5333760" cy="12582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BADF3A-A950-4756-9698-1BC63EC355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93715" y="557300"/>
                  <a:ext cx="5351400" cy="12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C85A10A-9832-B3BA-1B1A-B8D1C6BF6F2B}"/>
                    </a:ext>
                  </a:extLst>
                </p14:cNvPr>
                <p14:cNvContentPartPr/>
                <p14:nvPr/>
              </p14:nvContentPartPr>
              <p14:xfrm>
                <a:off x="1193155" y="1911620"/>
                <a:ext cx="4842720" cy="15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C85A10A-9832-B3BA-1B1A-B8D1C6BF6F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84515" y="1902620"/>
                  <a:ext cx="4860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D7C2781-6AE3-C71D-9E7E-47DBEC590945}"/>
                    </a:ext>
                  </a:extLst>
                </p14:cNvPr>
                <p14:cNvContentPartPr/>
                <p14:nvPr/>
              </p14:nvContentPartPr>
              <p14:xfrm>
                <a:off x="6203275" y="1347500"/>
                <a:ext cx="785160" cy="44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D7C2781-6AE3-C71D-9E7E-47DBEC5909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94275" y="1338500"/>
                  <a:ext cx="8028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7BA624-AC2D-57C4-01BD-749B0B5F3F85}"/>
                    </a:ext>
                  </a:extLst>
                </p14:cNvPr>
                <p14:cNvContentPartPr/>
                <p14:nvPr/>
              </p14:nvContentPartPr>
              <p14:xfrm>
                <a:off x="292075" y="2293580"/>
                <a:ext cx="231120" cy="2248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7BA624-AC2D-57C4-01BD-749B0B5F3F8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3075" y="2284940"/>
                  <a:ext cx="248760" cy="22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52071C8-C2BA-7A00-F53D-7D75B1E83EF3}"/>
                    </a:ext>
                  </a:extLst>
                </p14:cNvPr>
                <p14:cNvContentPartPr/>
                <p14:nvPr/>
              </p14:nvContentPartPr>
              <p14:xfrm>
                <a:off x="-54965" y="4240460"/>
                <a:ext cx="5479200" cy="350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52071C8-C2BA-7A00-F53D-7D75B1E83E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-63605" y="4231820"/>
                  <a:ext cx="54968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A8386E4-90C1-9240-CF97-28D0EAE0867E}"/>
                    </a:ext>
                  </a:extLst>
                </p14:cNvPr>
                <p14:cNvContentPartPr/>
                <p14:nvPr/>
              </p14:nvContentPartPr>
              <p14:xfrm>
                <a:off x="1371715" y="3723860"/>
                <a:ext cx="496080" cy="56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A8386E4-90C1-9240-CF97-28D0EAE086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362715" y="3715220"/>
                  <a:ext cx="513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743FCF-8049-7FAE-2D95-E967ADE25507}"/>
                    </a:ext>
                  </a:extLst>
                </p14:cNvPr>
                <p14:cNvContentPartPr/>
                <p14:nvPr/>
              </p14:nvContentPartPr>
              <p14:xfrm>
                <a:off x="5598115" y="3620900"/>
                <a:ext cx="483840" cy="59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743FCF-8049-7FAE-2D95-E967ADE255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589115" y="3611900"/>
                  <a:ext cx="5014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35EA613-2FC4-0BDE-7A60-2A138A558FE1}"/>
                  </a:ext>
                </a:extLst>
              </p14:cNvPr>
              <p14:cNvContentPartPr/>
              <p14:nvPr/>
            </p14:nvContentPartPr>
            <p14:xfrm>
              <a:off x="7336195" y="2732060"/>
              <a:ext cx="1701000" cy="235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35EA613-2FC4-0BDE-7A60-2A138A558FE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27195" y="2723420"/>
                <a:ext cx="1718640" cy="2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6BA0567-4C45-F2C4-1997-57FD1ADB4ADA}"/>
              </a:ext>
            </a:extLst>
          </p:cNvPr>
          <p:cNvGrpSpPr/>
          <p:nvPr/>
        </p:nvGrpSpPr>
        <p:grpSpPr>
          <a:xfrm>
            <a:off x="9688795" y="1729820"/>
            <a:ext cx="1687680" cy="1068840"/>
            <a:chOff x="9688795" y="1729820"/>
            <a:chExt cx="1687680" cy="10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4A37DE-A11B-686D-9E01-21082C317CE0}"/>
                    </a:ext>
                  </a:extLst>
                </p14:cNvPr>
                <p14:cNvContentPartPr/>
                <p14:nvPr/>
              </p14:nvContentPartPr>
              <p14:xfrm>
                <a:off x="9688795" y="1729820"/>
                <a:ext cx="1130400" cy="1068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4A37DE-A11B-686D-9E01-21082C317CE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80155" y="1720820"/>
                  <a:ext cx="1148040" cy="10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9670149-615C-1254-156B-7851A34A03A2}"/>
                    </a:ext>
                  </a:extLst>
                </p14:cNvPr>
                <p14:cNvContentPartPr/>
                <p14:nvPr/>
              </p14:nvContentPartPr>
              <p14:xfrm>
                <a:off x="10885435" y="2121500"/>
                <a:ext cx="216360" cy="177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9670149-615C-1254-156B-7851A34A03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76435" y="2112500"/>
                  <a:ext cx="2340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2F79623-3CE8-DB85-A4D3-CE6F78BD4E13}"/>
                    </a:ext>
                  </a:extLst>
                </p14:cNvPr>
                <p14:cNvContentPartPr/>
                <p14:nvPr/>
              </p14:nvContentPartPr>
              <p14:xfrm>
                <a:off x="11354515" y="2123300"/>
                <a:ext cx="21960" cy="19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2F79623-3CE8-DB85-A4D3-CE6F78BD4E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45515" y="2114300"/>
                  <a:ext cx="3960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24EBECE-807D-E1FC-C55F-4BA76F277ABC}"/>
                  </a:ext>
                </a:extLst>
              </p14:cNvPr>
              <p14:cNvContentPartPr/>
              <p14:nvPr/>
            </p14:nvContentPartPr>
            <p14:xfrm>
              <a:off x="2137795" y="3143540"/>
              <a:ext cx="4239000" cy="631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24EBECE-807D-E1FC-C55F-4BA76F277AB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31675" y="3137420"/>
                <a:ext cx="4251240" cy="64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FBDDDAA-4A12-8382-108C-EFD79C2CF7ED}"/>
              </a:ext>
            </a:extLst>
          </p:cNvPr>
          <p:cNvGrpSpPr/>
          <p:nvPr/>
        </p:nvGrpSpPr>
        <p:grpSpPr>
          <a:xfrm>
            <a:off x="1580155" y="2045180"/>
            <a:ext cx="4805640" cy="1704960"/>
            <a:chOff x="1580155" y="2045180"/>
            <a:chExt cx="4805640" cy="170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F29E3CA-F806-3971-8F6E-247EF2754966}"/>
                    </a:ext>
                  </a:extLst>
                </p14:cNvPr>
                <p14:cNvContentPartPr/>
                <p14:nvPr/>
              </p14:nvContentPartPr>
              <p14:xfrm>
                <a:off x="2070835" y="2330300"/>
                <a:ext cx="56160" cy="1419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F29E3CA-F806-3971-8F6E-247EF275496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64715" y="2324180"/>
                  <a:ext cx="68400" cy="14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23E260-BB0E-D786-B23C-0E7B253573DA}"/>
                    </a:ext>
                  </a:extLst>
                </p14:cNvPr>
                <p14:cNvContentPartPr/>
                <p14:nvPr/>
              </p14:nvContentPartPr>
              <p14:xfrm>
                <a:off x="2013235" y="2045180"/>
                <a:ext cx="4372560" cy="1184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23E260-BB0E-D786-B23C-0E7B253573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07115" y="2039060"/>
                  <a:ext cx="438480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89FFC2-41A3-7BC9-CC13-2DC9143D0B73}"/>
                    </a:ext>
                  </a:extLst>
                </p14:cNvPr>
                <p14:cNvContentPartPr/>
                <p14:nvPr/>
              </p14:nvContentPartPr>
              <p14:xfrm>
                <a:off x="1580155" y="3103940"/>
                <a:ext cx="8640" cy="6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89FFC2-41A3-7BC9-CC13-2DC9143D0B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74035" y="3097820"/>
                  <a:ext cx="208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F48E7D0-B46A-FC2F-8CFF-1301894CF8ED}"/>
                    </a:ext>
                  </a:extLst>
                </p14:cNvPr>
                <p14:cNvContentPartPr/>
                <p14:nvPr/>
              </p14:nvContentPartPr>
              <p14:xfrm>
                <a:off x="2018995" y="2588060"/>
                <a:ext cx="94320" cy="802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F48E7D0-B46A-FC2F-8CFF-1301894CF8E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12875" y="2581940"/>
                  <a:ext cx="106560" cy="81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6B926C1-8AE0-4077-18F4-E1969CEBB132}"/>
              </a:ext>
            </a:extLst>
          </p:cNvPr>
          <p:cNvGrpSpPr/>
          <p:nvPr/>
        </p:nvGrpSpPr>
        <p:grpSpPr>
          <a:xfrm>
            <a:off x="1490875" y="1787780"/>
            <a:ext cx="1682640" cy="67680"/>
            <a:chOff x="1490875" y="1787780"/>
            <a:chExt cx="1682640" cy="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B2A5C-0F3C-2030-C19B-208250B8E1C9}"/>
                    </a:ext>
                  </a:extLst>
                </p14:cNvPr>
                <p14:cNvContentPartPr/>
                <p14:nvPr/>
              </p14:nvContentPartPr>
              <p14:xfrm>
                <a:off x="1490875" y="1787780"/>
                <a:ext cx="65520" cy="6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B2A5C-0F3C-2030-C19B-208250B8E1C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84755" y="1781660"/>
                  <a:ext cx="77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257E10-1554-9994-66A6-B75D4C6EFA71}"/>
                    </a:ext>
                  </a:extLst>
                </p14:cNvPr>
                <p14:cNvContentPartPr/>
                <p14:nvPr/>
              </p14:nvContentPartPr>
              <p14:xfrm>
                <a:off x="1934755" y="1797860"/>
                <a:ext cx="397080" cy="25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257E10-1554-9994-66A6-B75D4C6EFA7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28635" y="1791740"/>
                  <a:ext cx="409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74E1D65-443C-A7B0-91A5-66CE49D51D70}"/>
                    </a:ext>
                  </a:extLst>
                </p14:cNvPr>
                <p14:cNvContentPartPr/>
                <p14:nvPr/>
              </p14:nvContentPartPr>
              <p14:xfrm>
                <a:off x="2790475" y="1797860"/>
                <a:ext cx="383040" cy="3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74E1D65-443C-A7B0-91A5-66CE49D51D7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84355" y="1791740"/>
                  <a:ext cx="395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1E5993-8FAE-AFAA-FF64-88009EF3F49B}"/>
              </a:ext>
            </a:extLst>
          </p:cNvPr>
          <p:cNvGrpSpPr/>
          <p:nvPr/>
        </p:nvGrpSpPr>
        <p:grpSpPr>
          <a:xfrm>
            <a:off x="931075" y="4102580"/>
            <a:ext cx="10987920" cy="3013200"/>
            <a:chOff x="931075" y="4102580"/>
            <a:chExt cx="10987920" cy="30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C55F7F-D6C8-E985-B253-D261614F6F35}"/>
                    </a:ext>
                  </a:extLst>
                </p14:cNvPr>
                <p14:cNvContentPartPr/>
                <p14:nvPr/>
              </p14:nvContentPartPr>
              <p14:xfrm>
                <a:off x="3314275" y="5077100"/>
                <a:ext cx="593280" cy="1300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C55F7F-D6C8-E985-B253-D261614F6F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08155" y="5070980"/>
                  <a:ext cx="605520" cy="13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4E5CD4-7842-FF68-13EE-02932345307A}"/>
                    </a:ext>
                  </a:extLst>
                </p14:cNvPr>
                <p14:cNvContentPartPr/>
                <p14:nvPr/>
              </p14:nvContentPartPr>
              <p14:xfrm>
                <a:off x="9384235" y="4591460"/>
                <a:ext cx="474840" cy="1338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4E5CD4-7842-FF68-13EE-0293234530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78115" y="4585340"/>
                  <a:ext cx="48708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5B48636-DEEC-C560-C88D-774BBC320C66}"/>
                    </a:ext>
                  </a:extLst>
                </p14:cNvPr>
                <p14:cNvContentPartPr/>
                <p14:nvPr/>
              </p14:nvContentPartPr>
              <p14:xfrm>
                <a:off x="10272715" y="4370780"/>
                <a:ext cx="717480" cy="1692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5B48636-DEEC-C560-C88D-774BBC320C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66595" y="4364660"/>
                  <a:ext cx="729720" cy="17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706D4AA-8F93-917F-47E4-E9E861C37343}"/>
                    </a:ext>
                  </a:extLst>
                </p14:cNvPr>
                <p14:cNvContentPartPr/>
                <p14:nvPr/>
              </p14:nvContentPartPr>
              <p14:xfrm>
                <a:off x="11148235" y="4102580"/>
                <a:ext cx="770760" cy="1731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706D4AA-8F93-917F-47E4-E9E861C373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42115" y="4096460"/>
                  <a:ext cx="783000" cy="17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420DA3D-1CA4-117A-5649-42152B9153EE}"/>
                    </a:ext>
                  </a:extLst>
                </p14:cNvPr>
                <p14:cNvContentPartPr/>
                <p14:nvPr/>
              </p14:nvContentPartPr>
              <p14:xfrm>
                <a:off x="9848275" y="5989700"/>
                <a:ext cx="1995480" cy="338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420DA3D-1CA4-117A-5649-42152B9153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42155" y="5983580"/>
                  <a:ext cx="2007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BEEFA2-7168-ADD6-6369-05C87390152B}"/>
                    </a:ext>
                  </a:extLst>
                </p14:cNvPr>
                <p14:cNvContentPartPr/>
                <p14:nvPr/>
              </p14:nvContentPartPr>
              <p14:xfrm>
                <a:off x="931075" y="4881980"/>
                <a:ext cx="774720" cy="1762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BEEFA2-7168-ADD6-6369-05C87390152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4955" y="4875860"/>
                  <a:ext cx="786960" cy="177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BA34915-B511-B2B2-C37A-0E7DF305F216}"/>
                    </a:ext>
                  </a:extLst>
                </p14:cNvPr>
                <p14:cNvContentPartPr/>
                <p14:nvPr/>
              </p14:nvContentPartPr>
              <p14:xfrm>
                <a:off x="1879675" y="5124980"/>
                <a:ext cx="574920" cy="1533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BA34915-B511-B2B2-C37A-0E7DF305F21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73555" y="5118860"/>
                  <a:ext cx="587160" cy="15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D948664-DDB1-D1CE-7561-93111A388F80}"/>
                    </a:ext>
                  </a:extLst>
                </p14:cNvPr>
                <p14:cNvContentPartPr/>
                <p14:nvPr/>
              </p14:nvContentPartPr>
              <p14:xfrm>
                <a:off x="1149595" y="6690980"/>
                <a:ext cx="1038600" cy="73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D948664-DDB1-D1CE-7561-93111A388F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3475" y="6684860"/>
                  <a:ext cx="105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84BD18-F216-4443-A7BF-81218CDE2009}"/>
                    </a:ext>
                  </a:extLst>
                </p14:cNvPr>
                <p14:cNvContentPartPr/>
                <p14:nvPr/>
              </p14:nvContentPartPr>
              <p14:xfrm>
                <a:off x="1696075" y="5026340"/>
                <a:ext cx="118800" cy="144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84BD18-F216-4443-A7BF-81218CDE200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89955" y="5020220"/>
                  <a:ext cx="131040" cy="14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9D2498-5BF8-7520-5140-B97F2D52CA88}"/>
                    </a:ext>
                  </a:extLst>
                </p14:cNvPr>
                <p14:cNvContentPartPr/>
                <p14:nvPr/>
              </p14:nvContentPartPr>
              <p14:xfrm>
                <a:off x="1683475" y="4150460"/>
                <a:ext cx="9498960" cy="2965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9D2498-5BF8-7520-5140-B97F2D52CA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77355" y="4144340"/>
                  <a:ext cx="9511200" cy="297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2497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A06B0-8D25-803C-C066-94AA1BD7EB7E}"/>
              </a:ext>
            </a:extLst>
          </p:cNvPr>
          <p:cNvSpPr txBox="1"/>
          <p:nvPr/>
        </p:nvSpPr>
        <p:spPr>
          <a:xfrm>
            <a:off x="1288701" y="1443841"/>
            <a:ext cx="60943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BECFDA"/>
                </a:solidFill>
                <a:effectLst/>
                <a:latin typeface="Mono Lisa"/>
              </a:rPr>
              <a:t>[ [ 1  2  3  4  5 ] </a:t>
            </a:r>
          </a:p>
          <a:p>
            <a:r>
              <a:rPr lang="en-IN" sz="3600" b="0" i="0" dirty="0">
                <a:solidFill>
                  <a:srgbClr val="BECFDA"/>
                </a:solidFill>
                <a:effectLst/>
                <a:latin typeface="Mono Lisa"/>
              </a:rPr>
              <a:t>[   2  3  4   5 6 ] ]</a:t>
            </a:r>
          </a:p>
          <a:p>
            <a:endParaRPr lang="en-IN" sz="3600" dirty="0">
              <a:solidFill>
                <a:srgbClr val="BECFDA"/>
              </a:solidFill>
              <a:latin typeface="Mono Lisa"/>
            </a:endParaRPr>
          </a:p>
          <a:p>
            <a:endParaRPr lang="en-IN" sz="3600" b="0" i="0" dirty="0">
              <a:solidFill>
                <a:srgbClr val="BECFDA"/>
              </a:solidFill>
              <a:effectLst/>
              <a:latin typeface="Mono Lisa"/>
            </a:endParaRPr>
          </a:p>
          <a:p>
            <a:endParaRPr lang="en-IN" sz="3600" dirty="0">
              <a:solidFill>
                <a:srgbClr val="BECFDA"/>
              </a:solidFill>
              <a:latin typeface="Mono Lisa"/>
            </a:endParaRPr>
          </a:p>
          <a:p>
            <a:endParaRPr lang="en-IN" sz="3600" b="0" i="0" dirty="0">
              <a:solidFill>
                <a:srgbClr val="BECFDA"/>
              </a:solidFill>
              <a:effectLst/>
              <a:latin typeface="Mono Lisa"/>
            </a:endParaRPr>
          </a:p>
          <a:p>
            <a:r>
              <a:rPr lang="en-IN" sz="3600" b="0" i="0" dirty="0">
                <a:solidFill>
                  <a:srgbClr val="BECFDA"/>
                </a:solidFill>
                <a:effectLst/>
                <a:latin typeface="Mono Lisa"/>
              </a:rPr>
              <a:t> (2, 5)</a:t>
            </a:r>
            <a:endParaRPr lang="en-IN" sz="36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886F7D-093D-69C0-28D7-6AB47C953039}"/>
              </a:ext>
            </a:extLst>
          </p:cNvPr>
          <p:cNvGrpSpPr/>
          <p:nvPr/>
        </p:nvGrpSpPr>
        <p:grpSpPr>
          <a:xfrm>
            <a:off x="8226115" y="708108"/>
            <a:ext cx="3150000" cy="1553400"/>
            <a:chOff x="8226115" y="708108"/>
            <a:chExt cx="3150000" cy="155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86B34E7-1BA6-7430-3ED2-804ED0BF24CB}"/>
                    </a:ext>
                  </a:extLst>
                </p14:cNvPr>
                <p14:cNvContentPartPr/>
                <p14:nvPr/>
              </p14:nvContentPartPr>
              <p14:xfrm>
                <a:off x="8285515" y="963348"/>
                <a:ext cx="294480" cy="1113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86B34E7-1BA6-7430-3ED2-804ED0BF24C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79395" y="957228"/>
                  <a:ext cx="306720" cy="11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E725170-DEF0-3827-1F6B-CE4378B1FCD4}"/>
                    </a:ext>
                  </a:extLst>
                </p14:cNvPr>
                <p14:cNvContentPartPr/>
                <p14:nvPr/>
              </p14:nvContentPartPr>
              <p14:xfrm>
                <a:off x="8226115" y="708108"/>
                <a:ext cx="2683800" cy="212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E725170-DEF0-3827-1F6B-CE4378B1FC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19995" y="701988"/>
                  <a:ext cx="2696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3D85AA-1DE7-99B0-073C-7587D84ABB37}"/>
                    </a:ext>
                  </a:extLst>
                </p14:cNvPr>
                <p14:cNvContentPartPr/>
                <p14:nvPr/>
              </p14:nvContentPartPr>
              <p14:xfrm>
                <a:off x="10851595" y="727548"/>
                <a:ext cx="162000" cy="1209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3D85AA-1DE7-99B0-073C-7587D84ABB3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45475" y="721428"/>
                  <a:ext cx="174240" cy="12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CF4C28-973A-C590-C4AA-2A0E9A901756}"/>
                    </a:ext>
                  </a:extLst>
                </p14:cNvPr>
                <p14:cNvContentPartPr/>
                <p14:nvPr/>
              </p14:nvContentPartPr>
              <p14:xfrm>
                <a:off x="8525635" y="1820508"/>
                <a:ext cx="2106000" cy="298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CF4C28-973A-C590-C4AA-2A0E9A9017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19515" y="1814388"/>
                  <a:ext cx="211824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5BA8B57-A20C-3AB8-224C-9454EF0BFB8B}"/>
                    </a:ext>
                  </a:extLst>
                </p14:cNvPr>
                <p14:cNvContentPartPr/>
                <p14:nvPr/>
              </p14:nvContentPartPr>
              <p14:xfrm>
                <a:off x="8860795" y="908628"/>
                <a:ext cx="324720" cy="135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5BA8B57-A20C-3AB8-224C-9454EF0BFB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54675" y="902508"/>
                  <a:ext cx="336960" cy="13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12F477-B1E5-A80B-4214-FD41410EA87C}"/>
                    </a:ext>
                  </a:extLst>
                </p14:cNvPr>
                <p14:cNvContentPartPr/>
                <p14:nvPr/>
              </p14:nvContentPartPr>
              <p14:xfrm>
                <a:off x="9620395" y="804948"/>
                <a:ext cx="291240" cy="1297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12F477-B1E5-A80B-4214-FD41410EA8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14275" y="798828"/>
                  <a:ext cx="303480" cy="13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014A306-2E06-011A-FB72-28A2091EF264}"/>
                    </a:ext>
                  </a:extLst>
                </p14:cNvPr>
                <p14:cNvContentPartPr/>
                <p14:nvPr/>
              </p14:nvContentPartPr>
              <p14:xfrm>
                <a:off x="10271635" y="746268"/>
                <a:ext cx="236520" cy="1363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14A306-2E06-011A-FB72-28A2091EF2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265515" y="740148"/>
                  <a:ext cx="248760" cy="13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AAA05C0-0944-B5D2-C5E2-D94DF441097E}"/>
                    </a:ext>
                  </a:extLst>
                </p14:cNvPr>
                <p14:cNvContentPartPr/>
                <p14:nvPr/>
              </p14:nvContentPartPr>
              <p14:xfrm>
                <a:off x="8289475" y="1217148"/>
                <a:ext cx="2807280" cy="244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AAA05C0-0944-B5D2-C5E2-D94DF44109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83355" y="1211028"/>
                  <a:ext cx="2819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0AE09B-FC9F-87A9-1C70-0ADA5E0D920F}"/>
                    </a:ext>
                  </a:extLst>
                </p14:cNvPr>
                <p14:cNvContentPartPr/>
                <p14:nvPr/>
              </p14:nvContentPartPr>
              <p14:xfrm>
                <a:off x="8612395" y="1643748"/>
                <a:ext cx="2763720" cy="401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A0AE09B-FC9F-87A9-1C70-0ADA5E0D920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06275" y="1637628"/>
                  <a:ext cx="277596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137449-8C4F-6642-B923-00A16039E23F}"/>
              </a:ext>
            </a:extLst>
          </p:cNvPr>
          <p:cNvGrpSpPr/>
          <p:nvPr/>
        </p:nvGrpSpPr>
        <p:grpSpPr>
          <a:xfrm>
            <a:off x="4141195" y="1433148"/>
            <a:ext cx="2876040" cy="1659600"/>
            <a:chOff x="4141195" y="1433148"/>
            <a:chExt cx="2876040" cy="16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B7295F-4C8C-BB0E-2823-16ED64E7E475}"/>
                    </a:ext>
                  </a:extLst>
                </p14:cNvPr>
                <p14:cNvContentPartPr/>
                <p14:nvPr/>
              </p14:nvContentPartPr>
              <p14:xfrm>
                <a:off x="4141195" y="1727268"/>
                <a:ext cx="1131480" cy="11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B7295F-4C8C-BB0E-2823-16ED64E7E4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35075" y="1721148"/>
                  <a:ext cx="11437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55289F3-B91C-B2C2-694D-9946E3A32626}"/>
                    </a:ext>
                  </a:extLst>
                </p14:cNvPr>
                <p14:cNvContentPartPr/>
                <p14:nvPr/>
              </p14:nvContentPartPr>
              <p14:xfrm>
                <a:off x="5507395" y="1433148"/>
                <a:ext cx="541800" cy="446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55289F3-B91C-B2C2-694D-9946E3A326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01275" y="1427028"/>
                  <a:ext cx="5540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9745EDD-90EB-3140-4F91-4629CC6E6EA8}"/>
                    </a:ext>
                  </a:extLst>
                </p14:cNvPr>
                <p14:cNvContentPartPr/>
                <p14:nvPr/>
              </p14:nvContentPartPr>
              <p14:xfrm>
                <a:off x="6168355" y="1756428"/>
                <a:ext cx="33840" cy="341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9745EDD-90EB-3140-4F91-4629CC6E6EA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62235" y="1750308"/>
                  <a:ext cx="460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1C2F66-DFDF-A342-0788-0C9A87323223}"/>
                    </a:ext>
                  </a:extLst>
                </p14:cNvPr>
                <p14:cNvContentPartPr/>
                <p14:nvPr/>
              </p14:nvContentPartPr>
              <p14:xfrm>
                <a:off x="4788115" y="2434668"/>
                <a:ext cx="1008000" cy="58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1C2F66-DFDF-A342-0788-0C9A873232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81995" y="2428548"/>
                  <a:ext cx="1020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9AF955C-6720-CE35-5AD1-A832EA1B790C}"/>
                    </a:ext>
                  </a:extLst>
                </p14:cNvPr>
                <p14:cNvContentPartPr/>
                <p14:nvPr/>
              </p14:nvContentPartPr>
              <p14:xfrm>
                <a:off x="6022555" y="2280228"/>
                <a:ext cx="420120" cy="404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9AF955C-6720-CE35-5AD1-A832EA1B790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016435" y="2274108"/>
                  <a:ext cx="4323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96E1748-174B-5073-DCD7-E57133C702CE}"/>
                    </a:ext>
                  </a:extLst>
                </p14:cNvPr>
                <p14:cNvContentPartPr/>
                <p14:nvPr/>
              </p14:nvContentPartPr>
              <p14:xfrm>
                <a:off x="6481195" y="2504148"/>
                <a:ext cx="398880" cy="363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96E1748-174B-5073-DCD7-E57133C702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5075" y="2498028"/>
                  <a:ext cx="4111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1E8499B-D912-1E4F-8E7C-411E0CB29AD9}"/>
                    </a:ext>
                  </a:extLst>
                </p14:cNvPr>
                <p14:cNvContentPartPr/>
                <p14:nvPr/>
              </p14:nvContentPartPr>
              <p14:xfrm>
                <a:off x="5691355" y="2032188"/>
                <a:ext cx="928080" cy="6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1E8499B-D912-1E4F-8E7C-411E0CB29A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685235" y="2026068"/>
                  <a:ext cx="940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6719EF-CBCD-0A52-25A9-D6FD6A9DC02B}"/>
                    </a:ext>
                  </a:extLst>
                </p14:cNvPr>
                <p14:cNvContentPartPr/>
                <p14:nvPr/>
              </p14:nvContentPartPr>
              <p14:xfrm>
                <a:off x="6056395" y="3049908"/>
                <a:ext cx="960840" cy="42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6719EF-CBCD-0A52-25A9-D6FD6A9DC0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50275" y="3043788"/>
                  <a:ext cx="9730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96153ED-00B9-13D8-58DD-DF11A95C2FAF}"/>
              </a:ext>
            </a:extLst>
          </p:cNvPr>
          <p:cNvGrpSpPr/>
          <p:nvPr/>
        </p:nvGrpSpPr>
        <p:grpSpPr>
          <a:xfrm>
            <a:off x="1762315" y="149748"/>
            <a:ext cx="2956680" cy="1388880"/>
            <a:chOff x="1762315" y="149748"/>
            <a:chExt cx="2956680" cy="13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F42F9F-6F71-02E4-D21D-7E17CFB3420F}"/>
                    </a:ext>
                  </a:extLst>
                </p14:cNvPr>
                <p14:cNvContentPartPr/>
                <p14:nvPr/>
              </p14:nvContentPartPr>
              <p14:xfrm>
                <a:off x="2009635" y="953268"/>
                <a:ext cx="21600" cy="305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F42F9F-6F71-02E4-D21D-7E17CFB342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03515" y="947148"/>
                  <a:ext cx="33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31A31B3-1F5E-B31D-7150-C306B329A66F}"/>
                    </a:ext>
                  </a:extLst>
                </p14:cNvPr>
                <p14:cNvContentPartPr/>
                <p14:nvPr/>
              </p14:nvContentPartPr>
              <p14:xfrm>
                <a:off x="2021155" y="952188"/>
                <a:ext cx="37080" cy="577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31A31B3-1F5E-B31D-7150-C306B329A66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15035" y="946068"/>
                  <a:ext cx="49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79458B8-9108-2E21-D2ED-36E6964A4144}"/>
                    </a:ext>
                  </a:extLst>
                </p14:cNvPr>
                <p14:cNvContentPartPr/>
                <p14:nvPr/>
              </p14:nvContentPartPr>
              <p14:xfrm>
                <a:off x="1969675" y="1390668"/>
                <a:ext cx="181080" cy="134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79458B8-9108-2E21-D2ED-36E6964A41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63555" y="1384548"/>
                  <a:ext cx="193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CB3035C-C6F2-1105-B298-97FAFBF390F8}"/>
                    </a:ext>
                  </a:extLst>
                </p14:cNvPr>
                <p14:cNvContentPartPr/>
                <p14:nvPr/>
              </p14:nvContentPartPr>
              <p14:xfrm>
                <a:off x="1762315" y="339468"/>
                <a:ext cx="476280" cy="54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CB3035C-C6F2-1105-B298-97FAFBF390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756195" y="333348"/>
                  <a:ext cx="48852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2494F10-C6F5-CAC7-B0E4-53F0A18BCB4A}"/>
                    </a:ext>
                  </a:extLst>
                </p14:cNvPr>
                <p14:cNvContentPartPr/>
                <p14:nvPr/>
              </p14:nvContentPartPr>
              <p14:xfrm>
                <a:off x="2466835" y="872268"/>
                <a:ext cx="72360" cy="491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2494F10-C6F5-CAC7-B0E4-53F0A18BCB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60715" y="866148"/>
                  <a:ext cx="846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C0A961-E6F5-6BAE-0383-4BA18AF74DC3}"/>
                    </a:ext>
                  </a:extLst>
                </p14:cNvPr>
                <p14:cNvContentPartPr/>
                <p14:nvPr/>
              </p14:nvContentPartPr>
              <p14:xfrm>
                <a:off x="2290435" y="858948"/>
                <a:ext cx="257040" cy="210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C0A961-E6F5-6BAE-0383-4BA18AF74DC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284315" y="852828"/>
                  <a:ext cx="269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F82D42B-26B4-2100-86C4-BE1CB15D68FB}"/>
                    </a:ext>
                  </a:extLst>
                </p14:cNvPr>
                <p14:cNvContentPartPr/>
                <p14:nvPr/>
              </p14:nvContentPartPr>
              <p14:xfrm>
                <a:off x="2512195" y="826548"/>
                <a:ext cx="212760" cy="127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F82D42B-26B4-2100-86C4-BE1CB15D68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06075" y="820428"/>
                  <a:ext cx="225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B477F8B-3254-173C-4B59-2B56286BDBD0}"/>
                    </a:ext>
                  </a:extLst>
                </p14:cNvPr>
                <p14:cNvContentPartPr/>
                <p14:nvPr/>
              </p14:nvContentPartPr>
              <p14:xfrm>
                <a:off x="2457475" y="263148"/>
                <a:ext cx="147960" cy="406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B477F8B-3254-173C-4B59-2B56286BDBD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51355" y="257028"/>
                  <a:ext cx="1602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0B189A3-1259-2E05-979E-1D48AABE83B5}"/>
                    </a:ext>
                  </a:extLst>
                </p14:cNvPr>
                <p14:cNvContentPartPr/>
                <p14:nvPr/>
              </p14:nvContentPartPr>
              <p14:xfrm>
                <a:off x="2769235" y="488868"/>
                <a:ext cx="225720" cy="243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0B189A3-1259-2E05-979E-1D48AABE83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63115" y="482748"/>
                  <a:ext cx="237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A9438A5-D9ED-0AE5-C99A-9182A5393214}"/>
                    </a:ext>
                  </a:extLst>
                </p14:cNvPr>
                <p14:cNvContentPartPr/>
                <p14:nvPr/>
              </p14:nvContentPartPr>
              <p14:xfrm>
                <a:off x="2791195" y="1074948"/>
                <a:ext cx="200160" cy="287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A9438A5-D9ED-0AE5-C99A-9182A53932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785075" y="1068828"/>
                  <a:ext cx="212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55DB2F-662D-8B5A-90DF-B4E583231DB3}"/>
                    </a:ext>
                  </a:extLst>
                </p14:cNvPr>
                <p14:cNvContentPartPr/>
                <p14:nvPr/>
              </p14:nvContentPartPr>
              <p14:xfrm>
                <a:off x="2956075" y="1268628"/>
                <a:ext cx="149040" cy="231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55DB2F-662D-8B5A-90DF-B4E583231D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49955" y="1262508"/>
                  <a:ext cx="161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365E69-430F-FB28-6AF8-EFB3E4C478AA}"/>
                    </a:ext>
                  </a:extLst>
                </p14:cNvPr>
                <p14:cNvContentPartPr/>
                <p14:nvPr/>
              </p14:nvContentPartPr>
              <p14:xfrm>
                <a:off x="3281515" y="441348"/>
                <a:ext cx="352440" cy="940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365E69-430F-FB28-6AF8-EFB3E4C478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275395" y="435228"/>
                  <a:ext cx="364680" cy="9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E71ED0-CBFE-F7A7-30AB-D70C1F701181}"/>
                    </a:ext>
                  </a:extLst>
                </p14:cNvPr>
                <p14:cNvContentPartPr/>
                <p14:nvPr/>
              </p14:nvContentPartPr>
              <p14:xfrm>
                <a:off x="3361075" y="386988"/>
                <a:ext cx="299520" cy="216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BE71ED0-CBFE-F7A7-30AB-D70C1F70118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54955" y="380868"/>
                  <a:ext cx="311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48EC3E0-F666-CE7A-D06E-111BDA4CD3FA}"/>
                    </a:ext>
                  </a:extLst>
                </p14:cNvPr>
                <p14:cNvContentPartPr/>
                <p14:nvPr/>
              </p14:nvContentPartPr>
              <p14:xfrm>
                <a:off x="3640795" y="341268"/>
                <a:ext cx="171720" cy="182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48EC3E0-F666-CE7A-D06E-111BDA4CD3F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34675" y="335148"/>
                  <a:ext cx="183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32C844-6BD2-4974-FD28-3D4D8E889629}"/>
                    </a:ext>
                  </a:extLst>
                </p14:cNvPr>
                <p14:cNvContentPartPr/>
                <p14:nvPr/>
              </p14:nvContentPartPr>
              <p14:xfrm>
                <a:off x="3703795" y="149748"/>
                <a:ext cx="347760" cy="36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32C844-6BD2-4974-FD28-3D4D8E8896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97675" y="143628"/>
                  <a:ext cx="3600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7B80FF-F37A-EA8A-D10F-7EA4B8DE3C87}"/>
                    </a:ext>
                  </a:extLst>
                </p14:cNvPr>
                <p14:cNvContentPartPr/>
                <p14:nvPr/>
              </p14:nvContentPartPr>
              <p14:xfrm>
                <a:off x="3699115" y="1061628"/>
                <a:ext cx="238680" cy="477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7B80FF-F37A-EA8A-D10F-7EA4B8DE3C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92995" y="1055508"/>
                  <a:ext cx="25092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DD4632-3752-A600-CC3E-392A6EF96AC9}"/>
                    </a:ext>
                  </a:extLst>
                </p14:cNvPr>
                <p14:cNvContentPartPr/>
                <p14:nvPr/>
              </p14:nvContentPartPr>
              <p14:xfrm>
                <a:off x="3663835" y="989268"/>
                <a:ext cx="232920" cy="179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DD4632-3752-A600-CC3E-392A6EF96AC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57715" y="983148"/>
                  <a:ext cx="245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421963F-69DE-A2AA-D7FE-7DB45C9B1F6F}"/>
                    </a:ext>
                  </a:extLst>
                </p14:cNvPr>
                <p14:cNvContentPartPr/>
                <p14:nvPr/>
              </p14:nvContentPartPr>
              <p14:xfrm>
                <a:off x="4011235" y="1009788"/>
                <a:ext cx="132840" cy="130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421963F-69DE-A2AA-D7FE-7DB45C9B1F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05115" y="1003668"/>
                  <a:ext cx="145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989E5E8-7C8A-0892-307C-602D952D8D15}"/>
                    </a:ext>
                  </a:extLst>
                </p14:cNvPr>
                <p14:cNvContentPartPr/>
                <p14:nvPr/>
              </p14:nvContentPartPr>
              <p14:xfrm>
                <a:off x="4111675" y="665988"/>
                <a:ext cx="151920" cy="310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989E5E8-7C8A-0892-307C-602D952D8D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5555" y="659868"/>
                  <a:ext cx="164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EAD6B5-4736-A7AB-ADF0-561F7E66AB9A}"/>
                    </a:ext>
                  </a:extLst>
                </p14:cNvPr>
                <p14:cNvContentPartPr/>
                <p14:nvPr/>
              </p14:nvContentPartPr>
              <p14:xfrm>
                <a:off x="4382395" y="832308"/>
                <a:ext cx="87480" cy="2379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EAD6B5-4736-A7AB-ADF0-561F7E66AB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76275" y="826188"/>
                  <a:ext cx="99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1C396D-3D0C-F853-28A0-373FCC85894A}"/>
                    </a:ext>
                  </a:extLst>
                </p14:cNvPr>
                <p14:cNvContentPartPr/>
                <p14:nvPr/>
              </p14:nvContentPartPr>
              <p14:xfrm>
                <a:off x="4562035" y="768948"/>
                <a:ext cx="156960" cy="66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1C396D-3D0C-F853-28A0-373FCC8589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5915" y="762828"/>
                  <a:ext cx="16920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8C65A9B-FB76-83B4-BC37-93C956BBF8F2}"/>
                  </a:ext>
                </a:extLst>
              </p14:cNvPr>
              <p14:cNvContentPartPr/>
              <p14:nvPr/>
            </p14:nvContentPartPr>
            <p14:xfrm>
              <a:off x="2203315" y="1564220"/>
              <a:ext cx="39240" cy="1136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8C65A9B-FB76-83B4-BC37-93C956BBF8F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94315" y="1555220"/>
                <a:ext cx="56880" cy="11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49A816-F0D1-BC6B-3CF3-3CC9641D6259}"/>
                  </a:ext>
                </a:extLst>
              </p14:cNvPr>
              <p14:cNvContentPartPr/>
              <p14:nvPr/>
            </p14:nvContentPartPr>
            <p14:xfrm>
              <a:off x="2574835" y="1633700"/>
              <a:ext cx="64440" cy="9457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49A816-F0D1-BC6B-3CF3-3CC9641D625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66195" y="1625060"/>
                <a:ext cx="82080" cy="9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1D1FC01-2C75-A2AE-3F3B-412D596E8FB1}"/>
                  </a:ext>
                </a:extLst>
              </p14:cNvPr>
              <p14:cNvContentPartPr/>
              <p14:nvPr/>
            </p14:nvContentPartPr>
            <p14:xfrm>
              <a:off x="3042835" y="1667540"/>
              <a:ext cx="63000" cy="11325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1D1FC01-2C75-A2AE-3F3B-412D596E8FB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034195" y="1658540"/>
                <a:ext cx="80640" cy="11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1BC606F-65E8-4E53-362F-1B85A0F0C542}"/>
                  </a:ext>
                </a:extLst>
              </p14:cNvPr>
              <p14:cNvContentPartPr/>
              <p14:nvPr/>
            </p14:nvContentPartPr>
            <p14:xfrm>
              <a:off x="3455035" y="1654580"/>
              <a:ext cx="101880" cy="107784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1BC606F-65E8-4E53-362F-1B85A0F0C54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46395" y="1645940"/>
                <a:ext cx="119520" cy="10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DDD73E33-6212-D947-7440-0445788F3673}"/>
              </a:ext>
            </a:extLst>
          </p:cNvPr>
          <p:cNvGrpSpPr/>
          <p:nvPr/>
        </p:nvGrpSpPr>
        <p:grpSpPr>
          <a:xfrm>
            <a:off x="1671235" y="1533980"/>
            <a:ext cx="2473920" cy="1111680"/>
            <a:chOff x="1671235" y="1533980"/>
            <a:chExt cx="2473920" cy="11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79D7DB-5C31-5FD1-D8E0-04768C4BE057}"/>
                    </a:ext>
                  </a:extLst>
                </p14:cNvPr>
                <p14:cNvContentPartPr/>
                <p14:nvPr/>
              </p14:nvContentPartPr>
              <p14:xfrm>
                <a:off x="1686355" y="1533980"/>
                <a:ext cx="2433240" cy="585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79D7DB-5C31-5FD1-D8E0-04768C4BE05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77355" y="1524980"/>
                  <a:ext cx="245088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9F0D49B-8665-6B28-AF54-C04DE655EED9}"/>
                    </a:ext>
                  </a:extLst>
                </p14:cNvPr>
                <p14:cNvContentPartPr/>
                <p14:nvPr/>
              </p14:nvContentPartPr>
              <p14:xfrm>
                <a:off x="1671235" y="1877060"/>
                <a:ext cx="2473920" cy="768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9F0D49B-8665-6B28-AF54-C04DE655EED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62235" y="1868060"/>
                  <a:ext cx="2491560" cy="78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E5B71B7-57B2-6EB8-7B9A-091507B19E8A}"/>
                  </a:ext>
                </a:extLst>
              </p14:cNvPr>
              <p14:cNvContentPartPr/>
              <p14:nvPr/>
            </p14:nvContentPartPr>
            <p14:xfrm>
              <a:off x="2215555" y="1513460"/>
              <a:ext cx="30600" cy="108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E5B71B7-57B2-6EB8-7B9A-091507B19E8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206915" y="1504460"/>
                <a:ext cx="48240" cy="1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0034B635-7C25-7A21-77FD-59C451B0C084}"/>
              </a:ext>
            </a:extLst>
          </p:cNvPr>
          <p:cNvGrpSpPr/>
          <p:nvPr/>
        </p:nvGrpSpPr>
        <p:grpSpPr>
          <a:xfrm>
            <a:off x="921355" y="3055340"/>
            <a:ext cx="11122920" cy="2809800"/>
            <a:chOff x="921355" y="3055340"/>
            <a:chExt cx="11122920" cy="28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9D9977-1565-A96C-CB98-242BC38D0144}"/>
                    </a:ext>
                  </a:extLst>
                </p14:cNvPr>
                <p14:cNvContentPartPr/>
                <p14:nvPr/>
              </p14:nvContentPartPr>
              <p14:xfrm>
                <a:off x="921355" y="3851300"/>
                <a:ext cx="497880" cy="363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9D9977-1565-A96C-CB98-242BC38D01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2355" y="3842660"/>
                  <a:ext cx="5155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5042E3-2CCD-99AB-09AF-901DE6F61A51}"/>
                    </a:ext>
                  </a:extLst>
                </p14:cNvPr>
                <p14:cNvContentPartPr/>
                <p14:nvPr/>
              </p14:nvContentPartPr>
              <p14:xfrm>
                <a:off x="1428235" y="3856340"/>
                <a:ext cx="345240" cy="388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5042E3-2CCD-99AB-09AF-901DE6F61A5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419595" y="3847700"/>
                  <a:ext cx="362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AB195EC-BD02-70ED-2F3A-7B9C74567732}"/>
                    </a:ext>
                  </a:extLst>
                </p14:cNvPr>
                <p14:cNvContentPartPr/>
                <p14:nvPr/>
              </p14:nvContentPartPr>
              <p14:xfrm>
                <a:off x="1821355" y="3668780"/>
                <a:ext cx="346320" cy="436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AB195EC-BD02-70ED-2F3A-7B9C7456773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812715" y="3659780"/>
                  <a:ext cx="3639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39B207C-12DE-B157-A73B-4840E7BE422A}"/>
                    </a:ext>
                  </a:extLst>
                </p14:cNvPr>
                <p14:cNvContentPartPr/>
                <p14:nvPr/>
              </p14:nvContentPartPr>
              <p14:xfrm>
                <a:off x="2261635" y="3973700"/>
                <a:ext cx="20880" cy="126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39B207C-12DE-B157-A73B-4840E7BE422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252635" y="3964700"/>
                  <a:ext cx="385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62E70E-3686-7F5D-C548-2C1A0D6CB097}"/>
                    </a:ext>
                  </a:extLst>
                </p14:cNvPr>
                <p14:cNvContentPartPr/>
                <p14:nvPr/>
              </p14:nvContentPartPr>
              <p14:xfrm>
                <a:off x="2597875" y="3373220"/>
                <a:ext cx="1234440" cy="746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62E70E-3686-7F5D-C548-2C1A0D6CB09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589235" y="3364580"/>
                  <a:ext cx="125208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1508638-0551-56AA-D192-B78DF0A14FC0}"/>
                    </a:ext>
                  </a:extLst>
                </p14:cNvPr>
                <p14:cNvContentPartPr/>
                <p14:nvPr/>
              </p14:nvContentPartPr>
              <p14:xfrm>
                <a:off x="3815035" y="3628100"/>
                <a:ext cx="111600" cy="170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1508638-0551-56AA-D192-B78DF0A14F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06395" y="3619460"/>
                  <a:ext cx="129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1032E4F-A851-399B-4859-1D64105D0B6F}"/>
                    </a:ext>
                  </a:extLst>
                </p14:cNvPr>
                <p14:cNvContentPartPr/>
                <p14:nvPr/>
              </p14:nvContentPartPr>
              <p14:xfrm>
                <a:off x="4124995" y="3517220"/>
                <a:ext cx="252000" cy="178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1032E4F-A851-399B-4859-1D64105D0B6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115995" y="3508580"/>
                  <a:ext cx="269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E8E7A4E-780D-9D12-CA31-7045DCAAD700}"/>
                    </a:ext>
                  </a:extLst>
                </p14:cNvPr>
                <p14:cNvContentPartPr/>
                <p14:nvPr/>
              </p14:nvContentPartPr>
              <p14:xfrm>
                <a:off x="4706755" y="3191060"/>
                <a:ext cx="270360" cy="598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E8E7A4E-780D-9D12-CA31-7045DCAAD7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98115" y="3182060"/>
                  <a:ext cx="28800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2F7D937-78CA-A373-6AEA-4DA5F95CD1BE}"/>
                    </a:ext>
                  </a:extLst>
                </p14:cNvPr>
                <p14:cNvContentPartPr/>
                <p14:nvPr/>
              </p14:nvContentPartPr>
              <p14:xfrm>
                <a:off x="5040835" y="3108980"/>
                <a:ext cx="423000" cy="844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2F7D937-78CA-A373-6AEA-4DA5F95CD1B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32195" y="3100340"/>
                  <a:ext cx="440640" cy="86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03CF1A-E2CE-6E0A-9694-5CD907305666}"/>
                    </a:ext>
                  </a:extLst>
                </p14:cNvPr>
                <p14:cNvContentPartPr/>
                <p14:nvPr/>
              </p14:nvContentPartPr>
              <p14:xfrm>
                <a:off x="1484395" y="5523860"/>
                <a:ext cx="1209600" cy="1450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03CF1A-E2CE-6E0A-9694-5CD90730566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475395" y="5514860"/>
                  <a:ext cx="1227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0B6ACCD-5127-4F5D-9E65-27002C597649}"/>
                    </a:ext>
                  </a:extLst>
                </p14:cNvPr>
                <p14:cNvContentPartPr/>
                <p14:nvPr/>
              </p14:nvContentPartPr>
              <p14:xfrm>
                <a:off x="1343275" y="5493980"/>
                <a:ext cx="1654920" cy="371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0B6ACCD-5127-4F5D-9E65-27002C5976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34635" y="5484980"/>
                  <a:ext cx="16725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542C5BB-47F3-48F1-1858-7A5BCC029D39}"/>
                    </a:ext>
                  </a:extLst>
                </p14:cNvPr>
                <p14:cNvContentPartPr/>
                <p14:nvPr/>
              </p14:nvContentPartPr>
              <p14:xfrm>
                <a:off x="1561435" y="5501540"/>
                <a:ext cx="51840" cy="9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542C5BB-47F3-48F1-1858-7A5BCC029D3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52795" y="5492900"/>
                  <a:ext cx="69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E58275B-6F47-9D40-7440-79DDE9EBE813}"/>
                    </a:ext>
                  </a:extLst>
                </p14:cNvPr>
                <p14:cNvContentPartPr/>
                <p14:nvPr/>
              </p14:nvContentPartPr>
              <p14:xfrm>
                <a:off x="2549995" y="5306420"/>
                <a:ext cx="55440" cy="219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E58275B-6F47-9D40-7440-79DDE9EBE81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41355" y="5297420"/>
                  <a:ext cx="73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0AB4F9F-CD1A-0AC0-2B36-A75AB64D59F2}"/>
                    </a:ext>
                  </a:extLst>
                </p14:cNvPr>
                <p14:cNvContentPartPr/>
                <p14:nvPr/>
              </p14:nvContentPartPr>
              <p14:xfrm>
                <a:off x="5678035" y="4661660"/>
                <a:ext cx="1241640" cy="215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0AB4F9F-CD1A-0AC0-2B36-A75AB64D59F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69395" y="4652660"/>
                  <a:ext cx="1259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281912D-251E-91BA-9604-9825A5D22284}"/>
                    </a:ext>
                  </a:extLst>
                </p14:cNvPr>
                <p14:cNvContentPartPr/>
                <p14:nvPr/>
              </p14:nvContentPartPr>
              <p14:xfrm>
                <a:off x="6782875" y="4285100"/>
                <a:ext cx="213480" cy="849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281912D-251E-91BA-9604-9825A5D2228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74235" y="4276100"/>
                  <a:ext cx="231120" cy="86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AC72119-10AB-F1FD-A567-8A4523883A03}"/>
                    </a:ext>
                  </a:extLst>
                </p14:cNvPr>
                <p14:cNvContentPartPr/>
                <p14:nvPr/>
              </p14:nvContentPartPr>
              <p14:xfrm>
                <a:off x="7516195" y="4073420"/>
                <a:ext cx="596160" cy="603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AC72119-10AB-F1FD-A567-8A4523883A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07555" y="4064420"/>
                  <a:ext cx="6138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F28CB3E-37CA-5A68-AC6E-3A6018C96E00}"/>
                    </a:ext>
                  </a:extLst>
                </p14:cNvPr>
                <p14:cNvContentPartPr/>
                <p14:nvPr/>
              </p14:nvContentPartPr>
              <p14:xfrm>
                <a:off x="8199835" y="3985580"/>
                <a:ext cx="520200" cy="2944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F28CB3E-37CA-5A68-AC6E-3A6018C96E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91195" y="3976580"/>
                  <a:ext cx="5378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69740CE-EC66-CD00-1CAF-D78B40DD68BA}"/>
                    </a:ext>
                  </a:extLst>
                </p14:cNvPr>
                <p14:cNvContentPartPr/>
                <p14:nvPr/>
              </p14:nvContentPartPr>
              <p14:xfrm>
                <a:off x="8342395" y="3900980"/>
                <a:ext cx="396000" cy="46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69740CE-EC66-CD00-1CAF-D78B40DD68B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33395" y="3891980"/>
                  <a:ext cx="41364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86EA988-69CC-8E05-0B12-98D43DE866DF}"/>
                    </a:ext>
                  </a:extLst>
                </p14:cNvPr>
                <p14:cNvContentPartPr/>
                <p14:nvPr/>
              </p14:nvContentPartPr>
              <p14:xfrm>
                <a:off x="9012715" y="3486260"/>
                <a:ext cx="252360" cy="922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86EA988-69CC-8E05-0B12-98D43DE866D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03715" y="3477620"/>
                  <a:ext cx="270000" cy="9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5B9974F-381B-0C02-8E08-B36BC578C208}"/>
                    </a:ext>
                  </a:extLst>
                </p14:cNvPr>
                <p14:cNvContentPartPr/>
                <p14:nvPr/>
              </p14:nvContentPartPr>
              <p14:xfrm>
                <a:off x="9280555" y="3328940"/>
                <a:ext cx="425880" cy="151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5B9974F-381B-0C02-8E08-B36BC578C20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71555" y="3320300"/>
                  <a:ext cx="4435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C6CC624-6980-8A1A-D6C6-FB7108B7398E}"/>
                    </a:ext>
                  </a:extLst>
                </p14:cNvPr>
                <p14:cNvContentPartPr/>
                <p14:nvPr/>
              </p14:nvContentPartPr>
              <p14:xfrm>
                <a:off x="10148515" y="3552140"/>
                <a:ext cx="303120" cy="126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C6CC624-6980-8A1A-D6C6-FB7108B7398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39875" y="3543500"/>
                  <a:ext cx="320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BCF649E-E6AC-9D5C-75D9-42CD72C46E92}"/>
                    </a:ext>
                  </a:extLst>
                </p14:cNvPr>
                <p14:cNvContentPartPr/>
                <p14:nvPr/>
              </p14:nvContentPartPr>
              <p14:xfrm>
                <a:off x="10193155" y="3813140"/>
                <a:ext cx="276480" cy="229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BCF649E-E6AC-9D5C-75D9-42CD72C46E9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84515" y="3804140"/>
                  <a:ext cx="294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4DDB09E-A563-DBA3-954D-36B4A06FFF3A}"/>
                    </a:ext>
                  </a:extLst>
                </p14:cNvPr>
                <p14:cNvContentPartPr/>
                <p14:nvPr/>
              </p14:nvContentPartPr>
              <p14:xfrm>
                <a:off x="10941955" y="3170540"/>
                <a:ext cx="137880" cy="4942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4DDB09E-A563-DBA3-954D-36B4A06FFF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33315" y="3161540"/>
                  <a:ext cx="1555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F77674B-73FF-AAF0-967D-F89965FF1A7E}"/>
                    </a:ext>
                  </a:extLst>
                </p14:cNvPr>
                <p14:cNvContentPartPr/>
                <p14:nvPr/>
              </p14:nvContentPartPr>
              <p14:xfrm>
                <a:off x="11221675" y="3055340"/>
                <a:ext cx="387360" cy="5893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F77674B-73FF-AAF0-967D-F89965FF1A7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13035" y="3046700"/>
                  <a:ext cx="40500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3C7D2E1-D229-0D1F-24EA-6F1025B7FBD5}"/>
                    </a:ext>
                  </a:extLst>
                </p14:cNvPr>
                <p14:cNvContentPartPr/>
                <p14:nvPr/>
              </p14:nvContentPartPr>
              <p14:xfrm>
                <a:off x="10796875" y="3821780"/>
                <a:ext cx="1247400" cy="414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3C7D2E1-D229-0D1F-24EA-6F1025B7FBD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788235" y="3813140"/>
                  <a:ext cx="12650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C705E9A-6438-3C72-E4A1-86D8CADEEC27}"/>
                    </a:ext>
                  </a:extLst>
                </p14:cNvPr>
                <p14:cNvContentPartPr/>
                <p14:nvPr/>
              </p14:nvContentPartPr>
              <p14:xfrm>
                <a:off x="10763395" y="4103660"/>
                <a:ext cx="1279800" cy="462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C705E9A-6438-3C72-E4A1-86D8CADEEC2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54755" y="4095020"/>
                  <a:ext cx="1297440" cy="48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386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269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841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602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115</Words>
  <Application>Microsoft Office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Mono Lisa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2026-03-22T07:19:35Z</dcterms:created>
  <dcterms:modified xsi:type="dcterms:W3CDTF">2026-03-22T08:11:59Z</dcterms:modified>
</cp:coreProperties>
</file>